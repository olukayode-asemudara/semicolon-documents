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Sniglet"/>
      <p:regular r:id="rId12"/>
    </p:embeddedFont>
    <p:embeddedFont>
      <p:font typeface="Walter Turncoat"/>
      <p:regular r:id="rId13"/>
    </p:embeddedFon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VeNEDphR8ET1ThvZ7+OzAQaU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WalterTurncoat-regular.fntdata"/><Relationship Id="rId12" Type="http://schemas.openxmlformats.org/officeDocument/2006/relationships/font" Target="fonts/Snigle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1c77683f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g3e1c77683fd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1c77683f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3e1c77683fd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1c77683f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g3e1c77683fd_0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1c77683f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e1c77683fd_0_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ont-Page">
  <p:cSld name="Front-Pag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72843" y="0"/>
            <a:ext cx="1565192" cy="19973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"/>
          <p:cNvSpPr txBox="1"/>
          <p:nvPr>
            <p:ph idx="1" type="body"/>
          </p:nvPr>
        </p:nvSpPr>
        <p:spPr>
          <a:xfrm>
            <a:off x="1529443" y="1902303"/>
            <a:ext cx="3456245" cy="14005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4500">
                <a:solidFill>
                  <a:srgbClr val="FF2E2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cxnSp>
        <p:nvCxnSpPr>
          <p:cNvPr id="12" name="Google Shape;12;p6"/>
          <p:cNvCxnSpPr/>
          <p:nvPr/>
        </p:nvCxnSpPr>
        <p:spPr>
          <a:xfrm>
            <a:off x="2412206" y="4729347"/>
            <a:ext cx="5960269" cy="0"/>
          </a:xfrm>
          <a:prstGeom prst="straightConnector1">
            <a:avLst/>
          </a:prstGeom>
          <a:noFill/>
          <a:ln cap="flat" cmpd="sng" w="19050">
            <a:solidFill>
              <a:srgbClr val="FF2E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6"/>
          <p:cNvSpPr txBox="1"/>
          <p:nvPr>
            <p:ph idx="2" type="body"/>
          </p:nvPr>
        </p:nvSpPr>
        <p:spPr>
          <a:xfrm>
            <a:off x="1529444" y="3460816"/>
            <a:ext cx="3785786" cy="2999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1050">
                <a:solidFill>
                  <a:srgbClr val="3851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pic>
        <p:nvPicPr>
          <p:cNvPr id="14" name="Google Shape;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1" y="4621894"/>
            <a:ext cx="1407752" cy="2395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6"/>
          <p:cNvCxnSpPr/>
          <p:nvPr/>
        </p:nvCxnSpPr>
        <p:spPr>
          <a:xfrm>
            <a:off x="2412206" y="4808022"/>
            <a:ext cx="5960269" cy="0"/>
          </a:xfrm>
          <a:prstGeom prst="straightConnector1">
            <a:avLst/>
          </a:prstGeom>
          <a:noFill/>
          <a:ln cap="flat" cmpd="sng" w="19050">
            <a:solidFill>
              <a:srgbClr val="FF2E2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" name="Google Shape;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325757"/>
            <a:ext cx="499289" cy="495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ctrTitle"/>
          </p:nvPr>
        </p:nvSpPr>
        <p:spPr>
          <a:xfrm>
            <a:off x="685800" y="1991813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ctrTitle"/>
          </p:nvPr>
        </p:nvSpPr>
        <p:spPr>
          <a:xfrm>
            <a:off x="685800" y="19643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8"/>
          <p:cNvSpPr txBox="1"/>
          <p:nvPr>
            <p:ph idx="1" type="subTitle"/>
          </p:nvPr>
        </p:nvSpPr>
        <p:spPr>
          <a:xfrm>
            <a:off x="685800" y="3144853"/>
            <a:ext cx="7772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idx="1" type="body"/>
          </p:nvPr>
        </p:nvSpPr>
        <p:spPr>
          <a:xfrm>
            <a:off x="1700925" y="1399800"/>
            <a:ext cx="57423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✘"/>
              <a:defRPr sz="3000"/>
            </a:lvl1pPr>
            <a:lvl2pPr indent="-4191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indent="-4191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indent="-4191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indent="-4191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indent="-4191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indent="-4191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indent="-4191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indent="-4191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5" name="Google Shape;25;p9"/>
          <p:cNvSpPr txBox="1"/>
          <p:nvPr/>
        </p:nvSpPr>
        <p:spPr>
          <a:xfrm>
            <a:off x="3593400" y="8575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“</a:t>
            </a:r>
            <a:endParaRPr b="0" i="0" sz="9600" u="none" cap="none" strike="noStrike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sp>
        <p:nvSpPr>
          <p:cNvPr id="26" name="Google Shape;26;p9"/>
          <p:cNvSpPr/>
          <p:nvPr/>
        </p:nvSpPr>
        <p:spPr>
          <a:xfrm>
            <a:off x="4128150" y="550650"/>
            <a:ext cx="887711" cy="849160"/>
          </a:xfrm>
          <a:custGeom>
            <a:rect b="b" l="l" r="r" t="t"/>
            <a:pathLst>
              <a:path extrusionOk="0" h="62358" w="65189">
                <a:moveTo>
                  <a:pt x="40283" y="1525"/>
                </a:moveTo>
                <a:lnTo>
                  <a:pt x="40000" y="1541"/>
                </a:lnTo>
                <a:lnTo>
                  <a:pt x="40000" y="1541"/>
                </a:lnTo>
                <a:lnTo>
                  <a:pt x="39811" y="1604"/>
                </a:lnTo>
                <a:lnTo>
                  <a:pt x="40283" y="1525"/>
                </a:lnTo>
                <a:close/>
                <a:moveTo>
                  <a:pt x="22547" y="1793"/>
                </a:moveTo>
                <a:lnTo>
                  <a:pt x="22359" y="1887"/>
                </a:lnTo>
                <a:lnTo>
                  <a:pt x="21981" y="2359"/>
                </a:lnTo>
                <a:lnTo>
                  <a:pt x="24057" y="1981"/>
                </a:lnTo>
                <a:lnTo>
                  <a:pt x="23208" y="2076"/>
                </a:lnTo>
                <a:lnTo>
                  <a:pt x="22925" y="1981"/>
                </a:lnTo>
                <a:lnTo>
                  <a:pt x="22642" y="1887"/>
                </a:lnTo>
                <a:lnTo>
                  <a:pt x="22642" y="1793"/>
                </a:lnTo>
                <a:close/>
                <a:moveTo>
                  <a:pt x="64528" y="13585"/>
                </a:moveTo>
                <a:lnTo>
                  <a:pt x="64528" y="13679"/>
                </a:lnTo>
                <a:lnTo>
                  <a:pt x="64551" y="13679"/>
                </a:lnTo>
                <a:lnTo>
                  <a:pt x="64528" y="13585"/>
                </a:lnTo>
                <a:close/>
                <a:moveTo>
                  <a:pt x="33868" y="58678"/>
                </a:moveTo>
                <a:lnTo>
                  <a:pt x="34057" y="58772"/>
                </a:lnTo>
                <a:lnTo>
                  <a:pt x="34057" y="58772"/>
                </a:lnTo>
                <a:lnTo>
                  <a:pt x="33962" y="58678"/>
                </a:lnTo>
                <a:close/>
                <a:moveTo>
                  <a:pt x="30849" y="58678"/>
                </a:moveTo>
                <a:lnTo>
                  <a:pt x="30943" y="58772"/>
                </a:lnTo>
                <a:lnTo>
                  <a:pt x="30283" y="58867"/>
                </a:lnTo>
                <a:lnTo>
                  <a:pt x="30472" y="58772"/>
                </a:lnTo>
                <a:lnTo>
                  <a:pt x="30849" y="58678"/>
                </a:lnTo>
                <a:close/>
                <a:moveTo>
                  <a:pt x="32264" y="59056"/>
                </a:moveTo>
                <a:lnTo>
                  <a:pt x="33113" y="59244"/>
                </a:lnTo>
                <a:lnTo>
                  <a:pt x="31698" y="59339"/>
                </a:lnTo>
                <a:lnTo>
                  <a:pt x="31415" y="59339"/>
                </a:lnTo>
                <a:lnTo>
                  <a:pt x="32264" y="59056"/>
                </a:lnTo>
                <a:close/>
                <a:moveTo>
                  <a:pt x="60849" y="0"/>
                </a:moveTo>
                <a:lnTo>
                  <a:pt x="58679" y="95"/>
                </a:lnTo>
                <a:lnTo>
                  <a:pt x="56792" y="189"/>
                </a:lnTo>
                <a:lnTo>
                  <a:pt x="58584" y="378"/>
                </a:lnTo>
                <a:lnTo>
                  <a:pt x="58301" y="189"/>
                </a:lnTo>
                <a:lnTo>
                  <a:pt x="59151" y="378"/>
                </a:lnTo>
                <a:lnTo>
                  <a:pt x="58679" y="472"/>
                </a:lnTo>
                <a:lnTo>
                  <a:pt x="58018" y="472"/>
                </a:lnTo>
                <a:lnTo>
                  <a:pt x="56792" y="283"/>
                </a:lnTo>
                <a:lnTo>
                  <a:pt x="55943" y="283"/>
                </a:lnTo>
                <a:lnTo>
                  <a:pt x="54528" y="378"/>
                </a:lnTo>
                <a:lnTo>
                  <a:pt x="50660" y="378"/>
                </a:lnTo>
                <a:lnTo>
                  <a:pt x="48585" y="472"/>
                </a:lnTo>
                <a:lnTo>
                  <a:pt x="46226" y="472"/>
                </a:lnTo>
                <a:lnTo>
                  <a:pt x="43868" y="283"/>
                </a:lnTo>
                <a:lnTo>
                  <a:pt x="44056" y="472"/>
                </a:lnTo>
                <a:lnTo>
                  <a:pt x="44339" y="472"/>
                </a:lnTo>
                <a:lnTo>
                  <a:pt x="43396" y="661"/>
                </a:lnTo>
                <a:lnTo>
                  <a:pt x="42170" y="849"/>
                </a:lnTo>
                <a:lnTo>
                  <a:pt x="40849" y="755"/>
                </a:lnTo>
                <a:lnTo>
                  <a:pt x="40377" y="661"/>
                </a:lnTo>
                <a:lnTo>
                  <a:pt x="39906" y="566"/>
                </a:lnTo>
                <a:lnTo>
                  <a:pt x="39717" y="566"/>
                </a:lnTo>
                <a:lnTo>
                  <a:pt x="38207" y="661"/>
                </a:lnTo>
                <a:lnTo>
                  <a:pt x="36509" y="944"/>
                </a:lnTo>
                <a:lnTo>
                  <a:pt x="34906" y="1132"/>
                </a:lnTo>
                <a:lnTo>
                  <a:pt x="33585" y="1132"/>
                </a:lnTo>
                <a:lnTo>
                  <a:pt x="33962" y="1038"/>
                </a:lnTo>
                <a:lnTo>
                  <a:pt x="33774" y="944"/>
                </a:lnTo>
                <a:lnTo>
                  <a:pt x="33396" y="944"/>
                </a:lnTo>
                <a:lnTo>
                  <a:pt x="32453" y="1038"/>
                </a:lnTo>
                <a:lnTo>
                  <a:pt x="30283" y="1321"/>
                </a:lnTo>
                <a:lnTo>
                  <a:pt x="30472" y="1415"/>
                </a:lnTo>
                <a:lnTo>
                  <a:pt x="30566" y="1510"/>
                </a:lnTo>
                <a:lnTo>
                  <a:pt x="29151" y="1604"/>
                </a:lnTo>
                <a:lnTo>
                  <a:pt x="29057" y="1698"/>
                </a:lnTo>
                <a:lnTo>
                  <a:pt x="29717" y="1698"/>
                </a:lnTo>
                <a:lnTo>
                  <a:pt x="28208" y="1793"/>
                </a:lnTo>
                <a:lnTo>
                  <a:pt x="27547" y="1793"/>
                </a:lnTo>
                <a:lnTo>
                  <a:pt x="27642" y="1698"/>
                </a:lnTo>
                <a:lnTo>
                  <a:pt x="28585" y="1510"/>
                </a:lnTo>
                <a:lnTo>
                  <a:pt x="27736" y="1604"/>
                </a:lnTo>
                <a:lnTo>
                  <a:pt x="26887" y="1698"/>
                </a:lnTo>
                <a:lnTo>
                  <a:pt x="26038" y="1698"/>
                </a:lnTo>
                <a:lnTo>
                  <a:pt x="25189" y="1793"/>
                </a:lnTo>
                <a:lnTo>
                  <a:pt x="25189" y="1793"/>
                </a:lnTo>
                <a:lnTo>
                  <a:pt x="25755" y="1698"/>
                </a:lnTo>
                <a:lnTo>
                  <a:pt x="24906" y="1793"/>
                </a:lnTo>
                <a:lnTo>
                  <a:pt x="24057" y="1981"/>
                </a:lnTo>
                <a:lnTo>
                  <a:pt x="25094" y="1887"/>
                </a:lnTo>
                <a:lnTo>
                  <a:pt x="26132" y="1981"/>
                </a:lnTo>
                <a:lnTo>
                  <a:pt x="24906" y="2264"/>
                </a:lnTo>
                <a:lnTo>
                  <a:pt x="23585" y="2359"/>
                </a:lnTo>
                <a:lnTo>
                  <a:pt x="23585" y="2453"/>
                </a:lnTo>
                <a:lnTo>
                  <a:pt x="23585" y="2547"/>
                </a:lnTo>
                <a:lnTo>
                  <a:pt x="25566" y="2359"/>
                </a:lnTo>
                <a:lnTo>
                  <a:pt x="27547" y="2264"/>
                </a:lnTo>
                <a:lnTo>
                  <a:pt x="29434" y="1981"/>
                </a:lnTo>
                <a:lnTo>
                  <a:pt x="30377" y="1793"/>
                </a:lnTo>
                <a:lnTo>
                  <a:pt x="31321" y="1604"/>
                </a:lnTo>
                <a:lnTo>
                  <a:pt x="30472" y="1887"/>
                </a:lnTo>
                <a:lnTo>
                  <a:pt x="30660" y="1981"/>
                </a:lnTo>
                <a:lnTo>
                  <a:pt x="31038" y="2076"/>
                </a:lnTo>
                <a:lnTo>
                  <a:pt x="31981" y="2170"/>
                </a:lnTo>
                <a:lnTo>
                  <a:pt x="33302" y="2170"/>
                </a:lnTo>
                <a:lnTo>
                  <a:pt x="34717" y="2076"/>
                </a:lnTo>
                <a:lnTo>
                  <a:pt x="37075" y="1887"/>
                </a:lnTo>
                <a:lnTo>
                  <a:pt x="37830" y="1793"/>
                </a:lnTo>
                <a:lnTo>
                  <a:pt x="37924" y="1698"/>
                </a:lnTo>
                <a:lnTo>
                  <a:pt x="38868" y="1604"/>
                </a:lnTo>
                <a:lnTo>
                  <a:pt x="38962" y="1510"/>
                </a:lnTo>
                <a:lnTo>
                  <a:pt x="38868" y="1510"/>
                </a:lnTo>
                <a:lnTo>
                  <a:pt x="38113" y="1415"/>
                </a:lnTo>
                <a:lnTo>
                  <a:pt x="40000" y="1510"/>
                </a:lnTo>
                <a:lnTo>
                  <a:pt x="38868" y="1604"/>
                </a:lnTo>
                <a:lnTo>
                  <a:pt x="40000" y="1541"/>
                </a:lnTo>
                <a:lnTo>
                  <a:pt x="40000" y="1541"/>
                </a:lnTo>
                <a:lnTo>
                  <a:pt x="40094" y="1510"/>
                </a:lnTo>
                <a:lnTo>
                  <a:pt x="40377" y="1510"/>
                </a:lnTo>
                <a:lnTo>
                  <a:pt x="40283" y="1525"/>
                </a:lnTo>
                <a:lnTo>
                  <a:pt x="40283" y="1525"/>
                </a:lnTo>
                <a:lnTo>
                  <a:pt x="40566" y="1510"/>
                </a:lnTo>
                <a:lnTo>
                  <a:pt x="41509" y="1604"/>
                </a:lnTo>
                <a:lnTo>
                  <a:pt x="44151" y="1415"/>
                </a:lnTo>
                <a:lnTo>
                  <a:pt x="45000" y="1321"/>
                </a:lnTo>
                <a:lnTo>
                  <a:pt x="44434" y="1321"/>
                </a:lnTo>
                <a:lnTo>
                  <a:pt x="45188" y="1132"/>
                </a:lnTo>
                <a:lnTo>
                  <a:pt x="45660" y="1227"/>
                </a:lnTo>
                <a:lnTo>
                  <a:pt x="45755" y="1227"/>
                </a:lnTo>
                <a:lnTo>
                  <a:pt x="45755" y="1321"/>
                </a:lnTo>
                <a:lnTo>
                  <a:pt x="45377" y="1321"/>
                </a:lnTo>
                <a:lnTo>
                  <a:pt x="46038" y="1415"/>
                </a:lnTo>
                <a:lnTo>
                  <a:pt x="46792" y="1321"/>
                </a:lnTo>
                <a:lnTo>
                  <a:pt x="46792" y="1227"/>
                </a:lnTo>
                <a:lnTo>
                  <a:pt x="46981" y="1321"/>
                </a:lnTo>
                <a:lnTo>
                  <a:pt x="47547" y="1321"/>
                </a:lnTo>
                <a:lnTo>
                  <a:pt x="47358" y="1510"/>
                </a:lnTo>
                <a:lnTo>
                  <a:pt x="46981" y="1510"/>
                </a:lnTo>
                <a:lnTo>
                  <a:pt x="46792" y="1415"/>
                </a:lnTo>
                <a:lnTo>
                  <a:pt x="43868" y="1698"/>
                </a:lnTo>
                <a:lnTo>
                  <a:pt x="45566" y="1698"/>
                </a:lnTo>
                <a:lnTo>
                  <a:pt x="47264" y="1604"/>
                </a:lnTo>
                <a:lnTo>
                  <a:pt x="50566" y="1321"/>
                </a:lnTo>
                <a:lnTo>
                  <a:pt x="52169" y="1227"/>
                </a:lnTo>
                <a:lnTo>
                  <a:pt x="55471" y="1227"/>
                </a:lnTo>
                <a:lnTo>
                  <a:pt x="57075" y="1415"/>
                </a:lnTo>
                <a:lnTo>
                  <a:pt x="56603" y="1321"/>
                </a:lnTo>
                <a:lnTo>
                  <a:pt x="56509" y="1227"/>
                </a:lnTo>
                <a:lnTo>
                  <a:pt x="57264" y="1132"/>
                </a:lnTo>
                <a:lnTo>
                  <a:pt x="58396" y="1227"/>
                </a:lnTo>
                <a:lnTo>
                  <a:pt x="58773" y="1227"/>
                </a:lnTo>
                <a:lnTo>
                  <a:pt x="58962" y="1321"/>
                </a:lnTo>
                <a:lnTo>
                  <a:pt x="59905" y="1321"/>
                </a:lnTo>
                <a:lnTo>
                  <a:pt x="61037" y="1510"/>
                </a:lnTo>
                <a:lnTo>
                  <a:pt x="61603" y="1698"/>
                </a:lnTo>
                <a:lnTo>
                  <a:pt x="62075" y="1887"/>
                </a:lnTo>
                <a:lnTo>
                  <a:pt x="62452" y="2076"/>
                </a:lnTo>
                <a:lnTo>
                  <a:pt x="62547" y="2359"/>
                </a:lnTo>
                <a:lnTo>
                  <a:pt x="62641" y="4528"/>
                </a:lnTo>
                <a:lnTo>
                  <a:pt x="62641" y="8113"/>
                </a:lnTo>
                <a:lnTo>
                  <a:pt x="62547" y="17547"/>
                </a:lnTo>
                <a:lnTo>
                  <a:pt x="62547" y="22547"/>
                </a:lnTo>
                <a:lnTo>
                  <a:pt x="62641" y="27075"/>
                </a:lnTo>
                <a:lnTo>
                  <a:pt x="62830" y="30849"/>
                </a:lnTo>
                <a:lnTo>
                  <a:pt x="62924" y="32169"/>
                </a:lnTo>
                <a:lnTo>
                  <a:pt x="63113" y="33207"/>
                </a:lnTo>
                <a:lnTo>
                  <a:pt x="63113" y="34528"/>
                </a:lnTo>
                <a:lnTo>
                  <a:pt x="63207" y="35943"/>
                </a:lnTo>
                <a:lnTo>
                  <a:pt x="63207" y="36886"/>
                </a:lnTo>
                <a:lnTo>
                  <a:pt x="63113" y="38396"/>
                </a:lnTo>
                <a:lnTo>
                  <a:pt x="62830" y="42358"/>
                </a:lnTo>
                <a:lnTo>
                  <a:pt x="62547" y="46509"/>
                </a:lnTo>
                <a:lnTo>
                  <a:pt x="62452" y="48207"/>
                </a:lnTo>
                <a:lnTo>
                  <a:pt x="62547" y="49527"/>
                </a:lnTo>
                <a:lnTo>
                  <a:pt x="62547" y="51131"/>
                </a:lnTo>
                <a:lnTo>
                  <a:pt x="62547" y="52735"/>
                </a:lnTo>
                <a:lnTo>
                  <a:pt x="62358" y="53584"/>
                </a:lnTo>
                <a:lnTo>
                  <a:pt x="62264" y="54339"/>
                </a:lnTo>
                <a:lnTo>
                  <a:pt x="61981" y="55093"/>
                </a:lnTo>
                <a:lnTo>
                  <a:pt x="61603" y="55754"/>
                </a:lnTo>
                <a:lnTo>
                  <a:pt x="61792" y="55754"/>
                </a:lnTo>
                <a:lnTo>
                  <a:pt x="61886" y="55565"/>
                </a:lnTo>
                <a:lnTo>
                  <a:pt x="62169" y="55376"/>
                </a:lnTo>
                <a:lnTo>
                  <a:pt x="62264" y="55565"/>
                </a:lnTo>
                <a:lnTo>
                  <a:pt x="62169" y="55754"/>
                </a:lnTo>
                <a:lnTo>
                  <a:pt x="61981" y="56225"/>
                </a:lnTo>
                <a:lnTo>
                  <a:pt x="61792" y="56037"/>
                </a:lnTo>
                <a:lnTo>
                  <a:pt x="61509" y="55754"/>
                </a:lnTo>
                <a:lnTo>
                  <a:pt x="61603" y="55942"/>
                </a:lnTo>
                <a:lnTo>
                  <a:pt x="61509" y="55942"/>
                </a:lnTo>
                <a:lnTo>
                  <a:pt x="61603" y="56037"/>
                </a:lnTo>
                <a:lnTo>
                  <a:pt x="60094" y="56320"/>
                </a:lnTo>
                <a:lnTo>
                  <a:pt x="58773" y="56414"/>
                </a:lnTo>
                <a:lnTo>
                  <a:pt x="57547" y="56508"/>
                </a:lnTo>
                <a:lnTo>
                  <a:pt x="56415" y="56508"/>
                </a:lnTo>
                <a:lnTo>
                  <a:pt x="56698" y="56320"/>
                </a:lnTo>
                <a:lnTo>
                  <a:pt x="56698" y="56320"/>
                </a:lnTo>
                <a:lnTo>
                  <a:pt x="56037" y="56508"/>
                </a:lnTo>
                <a:lnTo>
                  <a:pt x="54811" y="56886"/>
                </a:lnTo>
                <a:lnTo>
                  <a:pt x="53679" y="57074"/>
                </a:lnTo>
                <a:lnTo>
                  <a:pt x="53868" y="56791"/>
                </a:lnTo>
                <a:lnTo>
                  <a:pt x="54245" y="56697"/>
                </a:lnTo>
                <a:lnTo>
                  <a:pt x="53019" y="56886"/>
                </a:lnTo>
                <a:lnTo>
                  <a:pt x="51698" y="56980"/>
                </a:lnTo>
                <a:lnTo>
                  <a:pt x="50943" y="57074"/>
                </a:lnTo>
                <a:lnTo>
                  <a:pt x="51132" y="57169"/>
                </a:lnTo>
                <a:lnTo>
                  <a:pt x="48962" y="57452"/>
                </a:lnTo>
                <a:lnTo>
                  <a:pt x="48962" y="57357"/>
                </a:lnTo>
                <a:lnTo>
                  <a:pt x="48019" y="57452"/>
                </a:lnTo>
                <a:lnTo>
                  <a:pt x="47641" y="57452"/>
                </a:lnTo>
                <a:lnTo>
                  <a:pt x="46604" y="57546"/>
                </a:lnTo>
                <a:lnTo>
                  <a:pt x="44717" y="57546"/>
                </a:lnTo>
                <a:lnTo>
                  <a:pt x="44339" y="57452"/>
                </a:lnTo>
                <a:lnTo>
                  <a:pt x="45000" y="57263"/>
                </a:lnTo>
                <a:lnTo>
                  <a:pt x="40000" y="57829"/>
                </a:lnTo>
                <a:lnTo>
                  <a:pt x="38019" y="58206"/>
                </a:lnTo>
                <a:lnTo>
                  <a:pt x="37547" y="58018"/>
                </a:lnTo>
                <a:lnTo>
                  <a:pt x="37075" y="58018"/>
                </a:lnTo>
                <a:lnTo>
                  <a:pt x="36698" y="58112"/>
                </a:lnTo>
                <a:lnTo>
                  <a:pt x="36415" y="58301"/>
                </a:lnTo>
                <a:lnTo>
                  <a:pt x="36038" y="58301"/>
                </a:lnTo>
                <a:lnTo>
                  <a:pt x="36038" y="58395"/>
                </a:lnTo>
                <a:lnTo>
                  <a:pt x="36321" y="58395"/>
                </a:lnTo>
                <a:lnTo>
                  <a:pt x="36132" y="58678"/>
                </a:lnTo>
                <a:lnTo>
                  <a:pt x="37075" y="58678"/>
                </a:lnTo>
                <a:lnTo>
                  <a:pt x="37830" y="58584"/>
                </a:lnTo>
                <a:lnTo>
                  <a:pt x="38585" y="58489"/>
                </a:lnTo>
                <a:lnTo>
                  <a:pt x="39434" y="58489"/>
                </a:lnTo>
                <a:lnTo>
                  <a:pt x="38585" y="58867"/>
                </a:lnTo>
                <a:lnTo>
                  <a:pt x="37358" y="59244"/>
                </a:lnTo>
                <a:lnTo>
                  <a:pt x="36792" y="59339"/>
                </a:lnTo>
                <a:lnTo>
                  <a:pt x="36226" y="59339"/>
                </a:lnTo>
                <a:lnTo>
                  <a:pt x="35755" y="59244"/>
                </a:lnTo>
                <a:lnTo>
                  <a:pt x="35566" y="59056"/>
                </a:lnTo>
                <a:lnTo>
                  <a:pt x="35472" y="58867"/>
                </a:lnTo>
                <a:lnTo>
                  <a:pt x="36509" y="58772"/>
                </a:lnTo>
                <a:lnTo>
                  <a:pt x="35377" y="58678"/>
                </a:lnTo>
                <a:lnTo>
                  <a:pt x="34151" y="58772"/>
                </a:lnTo>
                <a:lnTo>
                  <a:pt x="34057" y="58772"/>
                </a:lnTo>
                <a:lnTo>
                  <a:pt x="33208" y="58961"/>
                </a:lnTo>
                <a:lnTo>
                  <a:pt x="32264" y="59056"/>
                </a:lnTo>
                <a:lnTo>
                  <a:pt x="32264" y="59056"/>
                </a:lnTo>
                <a:lnTo>
                  <a:pt x="33113" y="58867"/>
                </a:lnTo>
                <a:lnTo>
                  <a:pt x="31887" y="58489"/>
                </a:lnTo>
                <a:lnTo>
                  <a:pt x="31132" y="58395"/>
                </a:lnTo>
                <a:lnTo>
                  <a:pt x="31038" y="58301"/>
                </a:lnTo>
                <a:lnTo>
                  <a:pt x="31132" y="58301"/>
                </a:lnTo>
                <a:lnTo>
                  <a:pt x="31509" y="58206"/>
                </a:lnTo>
                <a:lnTo>
                  <a:pt x="30660" y="58206"/>
                </a:lnTo>
                <a:lnTo>
                  <a:pt x="30283" y="58301"/>
                </a:lnTo>
                <a:lnTo>
                  <a:pt x="29906" y="58489"/>
                </a:lnTo>
                <a:lnTo>
                  <a:pt x="29151" y="58678"/>
                </a:lnTo>
                <a:lnTo>
                  <a:pt x="29340" y="58584"/>
                </a:lnTo>
                <a:lnTo>
                  <a:pt x="29434" y="58395"/>
                </a:lnTo>
                <a:lnTo>
                  <a:pt x="29434" y="58395"/>
                </a:lnTo>
                <a:lnTo>
                  <a:pt x="28585" y="58489"/>
                </a:lnTo>
                <a:lnTo>
                  <a:pt x="28491" y="58584"/>
                </a:lnTo>
                <a:lnTo>
                  <a:pt x="28396" y="58678"/>
                </a:lnTo>
                <a:lnTo>
                  <a:pt x="27736" y="58867"/>
                </a:lnTo>
                <a:lnTo>
                  <a:pt x="25660" y="59150"/>
                </a:lnTo>
                <a:lnTo>
                  <a:pt x="22170" y="59622"/>
                </a:lnTo>
                <a:lnTo>
                  <a:pt x="22359" y="59527"/>
                </a:lnTo>
                <a:lnTo>
                  <a:pt x="22359" y="59433"/>
                </a:lnTo>
                <a:lnTo>
                  <a:pt x="22264" y="59433"/>
                </a:lnTo>
                <a:lnTo>
                  <a:pt x="22453" y="59244"/>
                </a:lnTo>
                <a:lnTo>
                  <a:pt x="22453" y="59056"/>
                </a:lnTo>
                <a:lnTo>
                  <a:pt x="21132" y="59339"/>
                </a:lnTo>
                <a:lnTo>
                  <a:pt x="19246" y="59716"/>
                </a:lnTo>
                <a:lnTo>
                  <a:pt x="18208" y="59810"/>
                </a:lnTo>
                <a:lnTo>
                  <a:pt x="17264" y="59905"/>
                </a:lnTo>
                <a:lnTo>
                  <a:pt x="16415" y="59905"/>
                </a:lnTo>
                <a:lnTo>
                  <a:pt x="15849" y="59810"/>
                </a:lnTo>
                <a:lnTo>
                  <a:pt x="14246" y="59810"/>
                </a:lnTo>
                <a:lnTo>
                  <a:pt x="11981" y="59999"/>
                </a:lnTo>
                <a:lnTo>
                  <a:pt x="11981" y="59999"/>
                </a:lnTo>
                <a:lnTo>
                  <a:pt x="12359" y="59905"/>
                </a:lnTo>
                <a:lnTo>
                  <a:pt x="12736" y="59716"/>
                </a:lnTo>
                <a:lnTo>
                  <a:pt x="11415" y="59905"/>
                </a:lnTo>
                <a:lnTo>
                  <a:pt x="10000" y="60093"/>
                </a:lnTo>
                <a:lnTo>
                  <a:pt x="7076" y="60188"/>
                </a:lnTo>
                <a:lnTo>
                  <a:pt x="4151" y="60376"/>
                </a:lnTo>
                <a:lnTo>
                  <a:pt x="2831" y="60471"/>
                </a:lnTo>
                <a:lnTo>
                  <a:pt x="1604" y="60659"/>
                </a:lnTo>
                <a:lnTo>
                  <a:pt x="1227" y="59244"/>
                </a:lnTo>
                <a:lnTo>
                  <a:pt x="1038" y="57735"/>
                </a:lnTo>
                <a:lnTo>
                  <a:pt x="850" y="56131"/>
                </a:lnTo>
                <a:lnTo>
                  <a:pt x="755" y="54433"/>
                </a:lnTo>
                <a:lnTo>
                  <a:pt x="755" y="52735"/>
                </a:lnTo>
                <a:lnTo>
                  <a:pt x="755" y="50942"/>
                </a:lnTo>
                <a:lnTo>
                  <a:pt x="1038" y="47263"/>
                </a:lnTo>
                <a:lnTo>
                  <a:pt x="1321" y="43678"/>
                </a:lnTo>
                <a:lnTo>
                  <a:pt x="1699" y="39999"/>
                </a:lnTo>
                <a:lnTo>
                  <a:pt x="2453" y="33301"/>
                </a:lnTo>
                <a:lnTo>
                  <a:pt x="2548" y="33962"/>
                </a:lnTo>
                <a:lnTo>
                  <a:pt x="2642" y="34622"/>
                </a:lnTo>
                <a:lnTo>
                  <a:pt x="2642" y="33018"/>
                </a:lnTo>
                <a:lnTo>
                  <a:pt x="2551" y="32287"/>
                </a:lnTo>
                <a:lnTo>
                  <a:pt x="2642" y="30000"/>
                </a:lnTo>
                <a:lnTo>
                  <a:pt x="2453" y="30377"/>
                </a:lnTo>
                <a:lnTo>
                  <a:pt x="2453" y="29245"/>
                </a:lnTo>
                <a:lnTo>
                  <a:pt x="2453" y="27830"/>
                </a:lnTo>
                <a:lnTo>
                  <a:pt x="2642" y="28301"/>
                </a:lnTo>
                <a:lnTo>
                  <a:pt x="2736" y="28018"/>
                </a:lnTo>
                <a:lnTo>
                  <a:pt x="2831" y="28018"/>
                </a:lnTo>
                <a:lnTo>
                  <a:pt x="2925" y="28207"/>
                </a:lnTo>
                <a:lnTo>
                  <a:pt x="3019" y="26415"/>
                </a:lnTo>
                <a:lnTo>
                  <a:pt x="3019" y="24811"/>
                </a:lnTo>
                <a:lnTo>
                  <a:pt x="3019" y="23113"/>
                </a:lnTo>
                <a:lnTo>
                  <a:pt x="3019" y="22170"/>
                </a:lnTo>
                <a:lnTo>
                  <a:pt x="3208" y="21320"/>
                </a:lnTo>
                <a:lnTo>
                  <a:pt x="3302" y="19528"/>
                </a:lnTo>
                <a:lnTo>
                  <a:pt x="3302" y="17641"/>
                </a:lnTo>
                <a:lnTo>
                  <a:pt x="3302" y="16887"/>
                </a:lnTo>
                <a:lnTo>
                  <a:pt x="3208" y="16321"/>
                </a:lnTo>
                <a:lnTo>
                  <a:pt x="3397" y="16415"/>
                </a:lnTo>
                <a:lnTo>
                  <a:pt x="3585" y="11981"/>
                </a:lnTo>
                <a:lnTo>
                  <a:pt x="3680" y="11415"/>
                </a:lnTo>
                <a:lnTo>
                  <a:pt x="3680" y="11698"/>
                </a:lnTo>
                <a:lnTo>
                  <a:pt x="3774" y="11132"/>
                </a:lnTo>
                <a:lnTo>
                  <a:pt x="3868" y="10660"/>
                </a:lnTo>
                <a:lnTo>
                  <a:pt x="3774" y="10094"/>
                </a:lnTo>
                <a:lnTo>
                  <a:pt x="3680" y="9623"/>
                </a:lnTo>
                <a:lnTo>
                  <a:pt x="3774" y="9434"/>
                </a:lnTo>
                <a:lnTo>
                  <a:pt x="3868" y="9245"/>
                </a:lnTo>
                <a:lnTo>
                  <a:pt x="4057" y="8491"/>
                </a:lnTo>
                <a:lnTo>
                  <a:pt x="4340" y="6321"/>
                </a:lnTo>
                <a:lnTo>
                  <a:pt x="4623" y="2264"/>
                </a:lnTo>
                <a:lnTo>
                  <a:pt x="3491" y="7170"/>
                </a:lnTo>
                <a:lnTo>
                  <a:pt x="2925" y="9906"/>
                </a:lnTo>
                <a:lnTo>
                  <a:pt x="2359" y="12736"/>
                </a:lnTo>
                <a:lnTo>
                  <a:pt x="1982" y="15377"/>
                </a:lnTo>
                <a:lnTo>
                  <a:pt x="1699" y="17830"/>
                </a:lnTo>
                <a:lnTo>
                  <a:pt x="1510" y="19905"/>
                </a:lnTo>
                <a:lnTo>
                  <a:pt x="1604" y="20754"/>
                </a:lnTo>
                <a:lnTo>
                  <a:pt x="1699" y="21509"/>
                </a:lnTo>
                <a:lnTo>
                  <a:pt x="1321" y="22453"/>
                </a:lnTo>
                <a:lnTo>
                  <a:pt x="1133" y="23585"/>
                </a:lnTo>
                <a:lnTo>
                  <a:pt x="1038" y="24905"/>
                </a:lnTo>
                <a:lnTo>
                  <a:pt x="1038" y="26226"/>
                </a:lnTo>
                <a:lnTo>
                  <a:pt x="1038" y="28962"/>
                </a:lnTo>
                <a:lnTo>
                  <a:pt x="1038" y="31415"/>
                </a:lnTo>
                <a:lnTo>
                  <a:pt x="661" y="40188"/>
                </a:lnTo>
                <a:lnTo>
                  <a:pt x="472" y="44999"/>
                </a:lnTo>
                <a:lnTo>
                  <a:pt x="378" y="49622"/>
                </a:lnTo>
                <a:lnTo>
                  <a:pt x="472" y="51603"/>
                </a:lnTo>
                <a:lnTo>
                  <a:pt x="378" y="53961"/>
                </a:lnTo>
                <a:lnTo>
                  <a:pt x="189" y="53301"/>
                </a:lnTo>
                <a:lnTo>
                  <a:pt x="95" y="52641"/>
                </a:lnTo>
                <a:lnTo>
                  <a:pt x="189" y="53867"/>
                </a:lnTo>
                <a:lnTo>
                  <a:pt x="189" y="55093"/>
                </a:lnTo>
                <a:lnTo>
                  <a:pt x="378" y="55188"/>
                </a:lnTo>
                <a:lnTo>
                  <a:pt x="284" y="56508"/>
                </a:lnTo>
                <a:lnTo>
                  <a:pt x="95" y="54905"/>
                </a:lnTo>
                <a:lnTo>
                  <a:pt x="1" y="58489"/>
                </a:lnTo>
                <a:lnTo>
                  <a:pt x="1" y="62357"/>
                </a:lnTo>
                <a:lnTo>
                  <a:pt x="6038" y="61886"/>
                </a:lnTo>
                <a:lnTo>
                  <a:pt x="8963" y="61697"/>
                </a:lnTo>
                <a:lnTo>
                  <a:pt x="11698" y="61603"/>
                </a:lnTo>
                <a:lnTo>
                  <a:pt x="11698" y="61414"/>
                </a:lnTo>
                <a:lnTo>
                  <a:pt x="11887" y="61225"/>
                </a:lnTo>
                <a:lnTo>
                  <a:pt x="12264" y="61225"/>
                </a:lnTo>
                <a:lnTo>
                  <a:pt x="12548" y="61320"/>
                </a:lnTo>
                <a:lnTo>
                  <a:pt x="12736" y="61414"/>
                </a:lnTo>
                <a:lnTo>
                  <a:pt x="12642" y="61320"/>
                </a:lnTo>
                <a:lnTo>
                  <a:pt x="13302" y="61508"/>
                </a:lnTo>
                <a:lnTo>
                  <a:pt x="13302" y="61508"/>
                </a:lnTo>
                <a:lnTo>
                  <a:pt x="12736" y="61414"/>
                </a:lnTo>
                <a:lnTo>
                  <a:pt x="13019" y="61508"/>
                </a:lnTo>
                <a:lnTo>
                  <a:pt x="12736" y="61603"/>
                </a:lnTo>
                <a:lnTo>
                  <a:pt x="12831" y="61697"/>
                </a:lnTo>
                <a:lnTo>
                  <a:pt x="14246" y="61508"/>
                </a:lnTo>
                <a:lnTo>
                  <a:pt x="13491" y="61508"/>
                </a:lnTo>
                <a:lnTo>
                  <a:pt x="14717" y="61225"/>
                </a:lnTo>
                <a:lnTo>
                  <a:pt x="16038" y="61131"/>
                </a:lnTo>
                <a:lnTo>
                  <a:pt x="18962" y="61131"/>
                </a:lnTo>
                <a:lnTo>
                  <a:pt x="19151" y="61225"/>
                </a:lnTo>
                <a:lnTo>
                  <a:pt x="19623" y="61320"/>
                </a:lnTo>
                <a:lnTo>
                  <a:pt x="21227" y="61320"/>
                </a:lnTo>
                <a:lnTo>
                  <a:pt x="23302" y="61225"/>
                </a:lnTo>
                <a:lnTo>
                  <a:pt x="24245" y="61131"/>
                </a:lnTo>
                <a:lnTo>
                  <a:pt x="25094" y="60942"/>
                </a:lnTo>
                <a:lnTo>
                  <a:pt x="28868" y="60848"/>
                </a:lnTo>
                <a:lnTo>
                  <a:pt x="32642" y="60659"/>
                </a:lnTo>
                <a:lnTo>
                  <a:pt x="36415" y="60376"/>
                </a:lnTo>
                <a:lnTo>
                  <a:pt x="40283" y="60093"/>
                </a:lnTo>
                <a:lnTo>
                  <a:pt x="47830" y="59339"/>
                </a:lnTo>
                <a:lnTo>
                  <a:pt x="55377" y="58678"/>
                </a:lnTo>
                <a:lnTo>
                  <a:pt x="61037" y="58678"/>
                </a:lnTo>
                <a:lnTo>
                  <a:pt x="62264" y="58584"/>
                </a:lnTo>
                <a:lnTo>
                  <a:pt x="63207" y="58395"/>
                </a:lnTo>
                <a:lnTo>
                  <a:pt x="63490" y="58206"/>
                </a:lnTo>
                <a:lnTo>
                  <a:pt x="63773" y="58018"/>
                </a:lnTo>
                <a:lnTo>
                  <a:pt x="63962" y="57735"/>
                </a:lnTo>
                <a:lnTo>
                  <a:pt x="64150" y="57357"/>
                </a:lnTo>
                <a:lnTo>
                  <a:pt x="64339" y="56225"/>
                </a:lnTo>
                <a:lnTo>
                  <a:pt x="64528" y="54716"/>
                </a:lnTo>
                <a:lnTo>
                  <a:pt x="64528" y="53018"/>
                </a:lnTo>
                <a:lnTo>
                  <a:pt x="64622" y="49810"/>
                </a:lnTo>
                <a:lnTo>
                  <a:pt x="64622" y="47546"/>
                </a:lnTo>
                <a:lnTo>
                  <a:pt x="64905" y="40848"/>
                </a:lnTo>
                <a:lnTo>
                  <a:pt x="64999" y="36320"/>
                </a:lnTo>
                <a:lnTo>
                  <a:pt x="65094" y="33301"/>
                </a:lnTo>
                <a:lnTo>
                  <a:pt x="65188" y="33396"/>
                </a:lnTo>
                <a:lnTo>
                  <a:pt x="65188" y="31603"/>
                </a:lnTo>
                <a:lnTo>
                  <a:pt x="65188" y="29811"/>
                </a:lnTo>
                <a:lnTo>
                  <a:pt x="65094" y="30660"/>
                </a:lnTo>
                <a:lnTo>
                  <a:pt x="64905" y="28301"/>
                </a:lnTo>
                <a:lnTo>
                  <a:pt x="64811" y="25849"/>
                </a:lnTo>
                <a:lnTo>
                  <a:pt x="64716" y="23302"/>
                </a:lnTo>
                <a:lnTo>
                  <a:pt x="64622" y="20849"/>
                </a:lnTo>
                <a:lnTo>
                  <a:pt x="64811" y="22075"/>
                </a:lnTo>
                <a:lnTo>
                  <a:pt x="64811" y="20754"/>
                </a:lnTo>
                <a:lnTo>
                  <a:pt x="64811" y="18962"/>
                </a:lnTo>
                <a:lnTo>
                  <a:pt x="64811" y="18868"/>
                </a:lnTo>
                <a:lnTo>
                  <a:pt x="64716" y="17358"/>
                </a:lnTo>
                <a:lnTo>
                  <a:pt x="64811" y="18113"/>
                </a:lnTo>
                <a:lnTo>
                  <a:pt x="64999" y="16981"/>
                </a:lnTo>
                <a:lnTo>
                  <a:pt x="64905" y="15755"/>
                </a:lnTo>
                <a:lnTo>
                  <a:pt x="64811" y="14528"/>
                </a:lnTo>
                <a:lnTo>
                  <a:pt x="64716" y="13396"/>
                </a:lnTo>
                <a:lnTo>
                  <a:pt x="64622" y="13679"/>
                </a:lnTo>
                <a:lnTo>
                  <a:pt x="64551" y="13679"/>
                </a:lnTo>
                <a:lnTo>
                  <a:pt x="64622" y="13962"/>
                </a:lnTo>
                <a:lnTo>
                  <a:pt x="64716" y="15000"/>
                </a:lnTo>
                <a:lnTo>
                  <a:pt x="64528" y="14623"/>
                </a:lnTo>
                <a:lnTo>
                  <a:pt x="64528" y="15094"/>
                </a:lnTo>
                <a:lnTo>
                  <a:pt x="64339" y="12736"/>
                </a:lnTo>
                <a:lnTo>
                  <a:pt x="64150" y="11698"/>
                </a:lnTo>
                <a:lnTo>
                  <a:pt x="64056" y="11604"/>
                </a:lnTo>
                <a:lnTo>
                  <a:pt x="64056" y="11226"/>
                </a:lnTo>
                <a:lnTo>
                  <a:pt x="64245" y="10566"/>
                </a:lnTo>
                <a:lnTo>
                  <a:pt x="64245" y="9811"/>
                </a:lnTo>
                <a:lnTo>
                  <a:pt x="64245" y="9560"/>
                </a:lnTo>
                <a:lnTo>
                  <a:pt x="64433" y="10189"/>
                </a:lnTo>
                <a:lnTo>
                  <a:pt x="64622" y="11604"/>
                </a:lnTo>
                <a:lnTo>
                  <a:pt x="64811" y="13019"/>
                </a:lnTo>
                <a:lnTo>
                  <a:pt x="64905" y="14151"/>
                </a:lnTo>
                <a:lnTo>
                  <a:pt x="64905" y="12830"/>
                </a:lnTo>
                <a:lnTo>
                  <a:pt x="64811" y="11698"/>
                </a:lnTo>
                <a:lnTo>
                  <a:pt x="64528" y="9340"/>
                </a:lnTo>
                <a:lnTo>
                  <a:pt x="64433" y="9528"/>
                </a:lnTo>
                <a:lnTo>
                  <a:pt x="64433" y="9340"/>
                </a:lnTo>
                <a:lnTo>
                  <a:pt x="64245" y="8585"/>
                </a:lnTo>
                <a:lnTo>
                  <a:pt x="64150" y="7264"/>
                </a:lnTo>
                <a:lnTo>
                  <a:pt x="64056" y="9434"/>
                </a:lnTo>
                <a:lnTo>
                  <a:pt x="63773" y="8868"/>
                </a:lnTo>
                <a:lnTo>
                  <a:pt x="63679" y="7925"/>
                </a:lnTo>
                <a:lnTo>
                  <a:pt x="63584" y="6792"/>
                </a:lnTo>
                <a:lnTo>
                  <a:pt x="63490" y="5566"/>
                </a:lnTo>
                <a:lnTo>
                  <a:pt x="63490" y="1227"/>
                </a:lnTo>
                <a:lnTo>
                  <a:pt x="63490" y="661"/>
                </a:lnTo>
                <a:lnTo>
                  <a:pt x="63396" y="566"/>
                </a:lnTo>
                <a:lnTo>
                  <a:pt x="63207" y="378"/>
                </a:lnTo>
                <a:lnTo>
                  <a:pt x="62641" y="189"/>
                </a:lnTo>
                <a:lnTo>
                  <a:pt x="61792" y="95"/>
                </a:lnTo>
                <a:lnTo>
                  <a:pt x="608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✘"/>
              <a:defRPr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" type="body"/>
          </p:nvPr>
        </p:nvSpPr>
        <p:spPr>
          <a:xfrm>
            <a:off x="457200" y="1507925"/>
            <a:ext cx="39945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✘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11"/>
          <p:cNvSpPr txBox="1"/>
          <p:nvPr>
            <p:ph idx="2" type="body"/>
          </p:nvPr>
        </p:nvSpPr>
        <p:spPr>
          <a:xfrm>
            <a:off x="4692275" y="1507925"/>
            <a:ext cx="39945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✘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" type="body"/>
          </p:nvPr>
        </p:nvSpPr>
        <p:spPr>
          <a:xfrm>
            <a:off x="457200" y="1507925"/>
            <a:ext cx="26319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✘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0" name="Google Shape;40;p12"/>
          <p:cNvSpPr txBox="1"/>
          <p:nvPr>
            <p:ph idx="2" type="body"/>
          </p:nvPr>
        </p:nvSpPr>
        <p:spPr>
          <a:xfrm>
            <a:off x="3223964" y="1507925"/>
            <a:ext cx="26319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✘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1" name="Google Shape;41;p12"/>
          <p:cNvSpPr txBox="1"/>
          <p:nvPr>
            <p:ph idx="3" type="body"/>
          </p:nvPr>
        </p:nvSpPr>
        <p:spPr>
          <a:xfrm>
            <a:off x="5990727" y="1507925"/>
            <a:ext cx="26319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✘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2" name="Google Shape;42;p12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/>
          <p:nvPr/>
        </p:nvSpPr>
        <p:spPr>
          <a:xfrm>
            <a:off x="274320" y="240030"/>
            <a:ext cx="8572500" cy="4663440"/>
          </a:xfrm>
          <a:prstGeom prst="rect">
            <a:avLst/>
          </a:prstGeom>
          <a:solidFill>
            <a:srgbClr val="FFF3F3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6"/>
          <p:cNvSpPr txBox="1"/>
          <p:nvPr>
            <p:ph type="title"/>
          </p:nvPr>
        </p:nvSpPr>
        <p:spPr>
          <a:xfrm>
            <a:off x="628650" y="591422"/>
            <a:ext cx="7886700" cy="8175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1"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" type="body"/>
          </p:nvPr>
        </p:nvSpPr>
        <p:spPr>
          <a:xfrm>
            <a:off x="628650" y="1608512"/>
            <a:ext cx="7886700" cy="28221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1050">
                <a:solidFill>
                  <a:srgbClr val="100F5E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1" type="ftr"/>
          </p:nvPr>
        </p:nvSpPr>
        <p:spPr>
          <a:xfrm>
            <a:off x="628650" y="4530139"/>
            <a:ext cx="7886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56" name="Google Shape;56;p16"/>
          <p:cNvCxnSpPr/>
          <p:nvPr/>
        </p:nvCxnSpPr>
        <p:spPr>
          <a:xfrm>
            <a:off x="2240756" y="4637592"/>
            <a:ext cx="6274595" cy="0"/>
          </a:xfrm>
          <a:prstGeom prst="straightConnector1">
            <a:avLst/>
          </a:prstGeom>
          <a:noFill/>
          <a:ln cap="flat" cmpd="sng" w="19050">
            <a:solidFill>
              <a:srgbClr val="FF2E2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7" name="Google Shape;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8650" y="4530139"/>
            <a:ext cx="1407752" cy="2395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6"/>
          <p:cNvCxnSpPr/>
          <p:nvPr/>
        </p:nvCxnSpPr>
        <p:spPr>
          <a:xfrm>
            <a:off x="2240756" y="4716267"/>
            <a:ext cx="6274595" cy="0"/>
          </a:xfrm>
          <a:prstGeom prst="straightConnector1">
            <a:avLst/>
          </a:prstGeom>
          <a:noFill/>
          <a:ln cap="flat" cmpd="sng" w="19050">
            <a:solidFill>
              <a:srgbClr val="FF2E2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b="0" i="0" sz="26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✘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b="0" i="0" sz="2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/>
        </p:nvSpPr>
        <p:spPr>
          <a:xfrm>
            <a:off x="685800" y="1991813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alter Turncoat"/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JavaScript</a:t>
            </a:r>
            <a:endParaRPr b="0" i="0" sz="6000" u="none" cap="none" strike="noStrike">
              <a:solidFill>
                <a:schemeClr val="lt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alter Turncoat"/>
              <a:buNone/>
            </a:pPr>
            <a:r>
              <a:rPr b="0" i="0" lang="en-US" sz="3200" u="none" cap="none" strike="noStrike">
                <a:solidFill>
                  <a:srgbClr val="FFA63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 </a:t>
            </a:r>
            <a:r>
              <a:rPr b="0" i="0" lang="en-US" sz="60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 </a:t>
            </a:r>
            <a:endParaRPr b="0" i="0" sz="6000" u="none" cap="none" strike="noStrike">
              <a:solidFill>
                <a:schemeClr val="lt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grpSp>
        <p:nvGrpSpPr>
          <p:cNvPr id="64" name="Google Shape;64;p1"/>
          <p:cNvGrpSpPr/>
          <p:nvPr/>
        </p:nvGrpSpPr>
        <p:grpSpPr>
          <a:xfrm rot="2194107">
            <a:off x="1460376" y="2378779"/>
            <a:ext cx="1014485" cy="642684"/>
            <a:chOff x="238125" y="1918825"/>
            <a:chExt cx="1042450" cy="660400"/>
          </a:xfrm>
        </p:grpSpPr>
        <p:sp>
          <p:nvSpPr>
            <p:cNvPr id="65" name="Google Shape;65;p1"/>
            <p:cNvSpPr/>
            <p:nvPr/>
          </p:nvSpPr>
          <p:spPr>
            <a:xfrm>
              <a:off x="238125" y="1918825"/>
              <a:ext cx="966975" cy="660400"/>
            </a:xfrm>
            <a:custGeom>
              <a:rect b="b" l="l" r="r" t="t"/>
              <a:pathLst>
                <a:path extrusionOk="0" h="26416" w="38679">
                  <a:moveTo>
                    <a:pt x="377" y="7642"/>
                  </a:moveTo>
                  <a:lnTo>
                    <a:pt x="377" y="7925"/>
                  </a:lnTo>
                  <a:lnTo>
                    <a:pt x="472" y="7642"/>
                  </a:lnTo>
                  <a:close/>
                  <a:moveTo>
                    <a:pt x="33584" y="19246"/>
                  </a:moveTo>
                  <a:lnTo>
                    <a:pt x="33396" y="19434"/>
                  </a:lnTo>
                  <a:lnTo>
                    <a:pt x="33396" y="19623"/>
                  </a:lnTo>
                  <a:lnTo>
                    <a:pt x="33584" y="19246"/>
                  </a:lnTo>
                  <a:close/>
                  <a:moveTo>
                    <a:pt x="24434" y="24151"/>
                  </a:moveTo>
                  <a:lnTo>
                    <a:pt x="24339" y="24245"/>
                  </a:lnTo>
                  <a:lnTo>
                    <a:pt x="24434" y="24340"/>
                  </a:lnTo>
                  <a:lnTo>
                    <a:pt x="24434" y="24245"/>
                  </a:lnTo>
                  <a:lnTo>
                    <a:pt x="24434" y="24151"/>
                  </a:lnTo>
                  <a:close/>
                  <a:moveTo>
                    <a:pt x="14717" y="24434"/>
                  </a:moveTo>
                  <a:lnTo>
                    <a:pt x="14764" y="24481"/>
                  </a:lnTo>
                  <a:lnTo>
                    <a:pt x="14764" y="24481"/>
                  </a:lnTo>
                  <a:lnTo>
                    <a:pt x="14811" y="24434"/>
                  </a:lnTo>
                  <a:close/>
                  <a:moveTo>
                    <a:pt x="2924" y="1"/>
                  </a:moveTo>
                  <a:lnTo>
                    <a:pt x="2641" y="95"/>
                  </a:lnTo>
                  <a:lnTo>
                    <a:pt x="2547" y="378"/>
                  </a:lnTo>
                  <a:lnTo>
                    <a:pt x="2547" y="189"/>
                  </a:lnTo>
                  <a:lnTo>
                    <a:pt x="2453" y="378"/>
                  </a:lnTo>
                  <a:lnTo>
                    <a:pt x="2358" y="567"/>
                  </a:lnTo>
                  <a:lnTo>
                    <a:pt x="2453" y="944"/>
                  </a:lnTo>
                  <a:lnTo>
                    <a:pt x="2358" y="850"/>
                  </a:lnTo>
                  <a:lnTo>
                    <a:pt x="2170" y="944"/>
                  </a:lnTo>
                  <a:lnTo>
                    <a:pt x="2358" y="944"/>
                  </a:lnTo>
                  <a:lnTo>
                    <a:pt x="2453" y="1133"/>
                  </a:lnTo>
                  <a:lnTo>
                    <a:pt x="2264" y="1227"/>
                  </a:lnTo>
                  <a:lnTo>
                    <a:pt x="2170" y="1227"/>
                  </a:lnTo>
                  <a:lnTo>
                    <a:pt x="2170" y="1604"/>
                  </a:lnTo>
                  <a:lnTo>
                    <a:pt x="2075" y="1887"/>
                  </a:lnTo>
                  <a:lnTo>
                    <a:pt x="1792" y="2453"/>
                  </a:lnTo>
                  <a:lnTo>
                    <a:pt x="1415" y="3019"/>
                  </a:lnTo>
                  <a:lnTo>
                    <a:pt x="1321" y="3397"/>
                  </a:lnTo>
                  <a:lnTo>
                    <a:pt x="1321" y="3680"/>
                  </a:lnTo>
                  <a:lnTo>
                    <a:pt x="1226" y="3774"/>
                  </a:lnTo>
                  <a:lnTo>
                    <a:pt x="1226" y="3963"/>
                  </a:lnTo>
                  <a:lnTo>
                    <a:pt x="1321" y="4529"/>
                  </a:lnTo>
                  <a:lnTo>
                    <a:pt x="1226" y="4529"/>
                  </a:lnTo>
                  <a:lnTo>
                    <a:pt x="1132" y="4435"/>
                  </a:lnTo>
                  <a:lnTo>
                    <a:pt x="1038" y="4340"/>
                  </a:lnTo>
                  <a:lnTo>
                    <a:pt x="943" y="4340"/>
                  </a:lnTo>
                  <a:lnTo>
                    <a:pt x="1038" y="4435"/>
                  </a:lnTo>
                  <a:lnTo>
                    <a:pt x="1132" y="4623"/>
                  </a:lnTo>
                  <a:lnTo>
                    <a:pt x="1038" y="4812"/>
                  </a:lnTo>
                  <a:lnTo>
                    <a:pt x="849" y="4906"/>
                  </a:lnTo>
                  <a:lnTo>
                    <a:pt x="943" y="4906"/>
                  </a:lnTo>
                  <a:lnTo>
                    <a:pt x="943" y="5001"/>
                  </a:lnTo>
                  <a:lnTo>
                    <a:pt x="943" y="5189"/>
                  </a:lnTo>
                  <a:lnTo>
                    <a:pt x="755" y="5284"/>
                  </a:lnTo>
                  <a:lnTo>
                    <a:pt x="566" y="5378"/>
                  </a:lnTo>
                  <a:lnTo>
                    <a:pt x="566" y="5472"/>
                  </a:lnTo>
                  <a:lnTo>
                    <a:pt x="755" y="5567"/>
                  </a:lnTo>
                  <a:lnTo>
                    <a:pt x="849" y="5661"/>
                  </a:lnTo>
                  <a:lnTo>
                    <a:pt x="755" y="5755"/>
                  </a:lnTo>
                  <a:lnTo>
                    <a:pt x="472" y="5755"/>
                  </a:lnTo>
                  <a:lnTo>
                    <a:pt x="566" y="6604"/>
                  </a:lnTo>
                  <a:lnTo>
                    <a:pt x="566" y="7076"/>
                  </a:lnTo>
                  <a:lnTo>
                    <a:pt x="566" y="7265"/>
                  </a:lnTo>
                  <a:lnTo>
                    <a:pt x="755" y="7265"/>
                  </a:lnTo>
                  <a:lnTo>
                    <a:pt x="849" y="7359"/>
                  </a:lnTo>
                  <a:lnTo>
                    <a:pt x="849" y="7453"/>
                  </a:lnTo>
                  <a:lnTo>
                    <a:pt x="755" y="7548"/>
                  </a:lnTo>
                  <a:lnTo>
                    <a:pt x="566" y="7453"/>
                  </a:lnTo>
                  <a:lnTo>
                    <a:pt x="566" y="7736"/>
                  </a:lnTo>
                  <a:lnTo>
                    <a:pt x="566" y="8114"/>
                  </a:lnTo>
                  <a:lnTo>
                    <a:pt x="472" y="8019"/>
                  </a:lnTo>
                  <a:lnTo>
                    <a:pt x="472" y="7925"/>
                  </a:lnTo>
                  <a:lnTo>
                    <a:pt x="472" y="7831"/>
                  </a:lnTo>
                  <a:lnTo>
                    <a:pt x="377" y="7925"/>
                  </a:lnTo>
                  <a:lnTo>
                    <a:pt x="377" y="8680"/>
                  </a:lnTo>
                  <a:lnTo>
                    <a:pt x="283" y="8868"/>
                  </a:lnTo>
                  <a:lnTo>
                    <a:pt x="189" y="8963"/>
                  </a:lnTo>
                  <a:lnTo>
                    <a:pt x="94" y="8963"/>
                  </a:lnTo>
                  <a:lnTo>
                    <a:pt x="0" y="9151"/>
                  </a:lnTo>
                  <a:lnTo>
                    <a:pt x="94" y="9340"/>
                  </a:lnTo>
                  <a:lnTo>
                    <a:pt x="189" y="9434"/>
                  </a:lnTo>
                  <a:lnTo>
                    <a:pt x="283" y="9623"/>
                  </a:lnTo>
                  <a:lnTo>
                    <a:pt x="283" y="9812"/>
                  </a:lnTo>
                  <a:lnTo>
                    <a:pt x="94" y="9717"/>
                  </a:lnTo>
                  <a:lnTo>
                    <a:pt x="94" y="9906"/>
                  </a:lnTo>
                  <a:lnTo>
                    <a:pt x="189" y="10000"/>
                  </a:lnTo>
                  <a:lnTo>
                    <a:pt x="283" y="10095"/>
                  </a:lnTo>
                  <a:lnTo>
                    <a:pt x="283" y="10378"/>
                  </a:lnTo>
                  <a:lnTo>
                    <a:pt x="94" y="10095"/>
                  </a:lnTo>
                  <a:lnTo>
                    <a:pt x="94" y="10283"/>
                  </a:lnTo>
                  <a:lnTo>
                    <a:pt x="94" y="10566"/>
                  </a:lnTo>
                  <a:lnTo>
                    <a:pt x="94" y="11510"/>
                  </a:lnTo>
                  <a:lnTo>
                    <a:pt x="189" y="12453"/>
                  </a:lnTo>
                  <a:lnTo>
                    <a:pt x="377" y="13208"/>
                  </a:lnTo>
                  <a:lnTo>
                    <a:pt x="566" y="13680"/>
                  </a:lnTo>
                  <a:lnTo>
                    <a:pt x="849" y="14340"/>
                  </a:lnTo>
                  <a:lnTo>
                    <a:pt x="1132" y="14906"/>
                  </a:lnTo>
                  <a:lnTo>
                    <a:pt x="1226" y="15189"/>
                  </a:lnTo>
                  <a:lnTo>
                    <a:pt x="1132" y="15378"/>
                  </a:lnTo>
                  <a:lnTo>
                    <a:pt x="1321" y="15944"/>
                  </a:lnTo>
                  <a:lnTo>
                    <a:pt x="1698" y="16510"/>
                  </a:lnTo>
                  <a:lnTo>
                    <a:pt x="2453" y="17736"/>
                  </a:lnTo>
                  <a:lnTo>
                    <a:pt x="3019" y="18491"/>
                  </a:lnTo>
                  <a:lnTo>
                    <a:pt x="3679" y="19057"/>
                  </a:lnTo>
                  <a:lnTo>
                    <a:pt x="3491" y="19246"/>
                  </a:lnTo>
                  <a:lnTo>
                    <a:pt x="3774" y="19434"/>
                  </a:lnTo>
                  <a:lnTo>
                    <a:pt x="3868" y="19434"/>
                  </a:lnTo>
                  <a:lnTo>
                    <a:pt x="4151" y="19623"/>
                  </a:lnTo>
                  <a:lnTo>
                    <a:pt x="4245" y="19906"/>
                  </a:lnTo>
                  <a:lnTo>
                    <a:pt x="4434" y="20189"/>
                  </a:lnTo>
                  <a:lnTo>
                    <a:pt x="4717" y="20378"/>
                  </a:lnTo>
                  <a:lnTo>
                    <a:pt x="4623" y="20472"/>
                  </a:lnTo>
                  <a:lnTo>
                    <a:pt x="4717" y="20472"/>
                  </a:lnTo>
                  <a:lnTo>
                    <a:pt x="4811" y="20566"/>
                  </a:lnTo>
                  <a:lnTo>
                    <a:pt x="5566" y="21321"/>
                  </a:lnTo>
                  <a:lnTo>
                    <a:pt x="5849" y="21604"/>
                  </a:lnTo>
                  <a:lnTo>
                    <a:pt x="6415" y="22076"/>
                  </a:lnTo>
                  <a:lnTo>
                    <a:pt x="6415" y="21887"/>
                  </a:lnTo>
                  <a:lnTo>
                    <a:pt x="6604" y="21793"/>
                  </a:lnTo>
                  <a:lnTo>
                    <a:pt x="6604" y="21793"/>
                  </a:lnTo>
                  <a:lnTo>
                    <a:pt x="6509" y="21981"/>
                  </a:lnTo>
                  <a:lnTo>
                    <a:pt x="6604" y="21887"/>
                  </a:lnTo>
                  <a:lnTo>
                    <a:pt x="6698" y="21887"/>
                  </a:lnTo>
                  <a:lnTo>
                    <a:pt x="6698" y="22076"/>
                  </a:lnTo>
                  <a:lnTo>
                    <a:pt x="6509" y="22076"/>
                  </a:lnTo>
                  <a:lnTo>
                    <a:pt x="7075" y="22547"/>
                  </a:lnTo>
                  <a:lnTo>
                    <a:pt x="7924" y="23113"/>
                  </a:lnTo>
                  <a:lnTo>
                    <a:pt x="8773" y="23585"/>
                  </a:lnTo>
                  <a:lnTo>
                    <a:pt x="9245" y="23679"/>
                  </a:lnTo>
                  <a:lnTo>
                    <a:pt x="9622" y="23679"/>
                  </a:lnTo>
                  <a:lnTo>
                    <a:pt x="9528" y="23868"/>
                  </a:lnTo>
                  <a:lnTo>
                    <a:pt x="9622" y="23962"/>
                  </a:lnTo>
                  <a:lnTo>
                    <a:pt x="10094" y="24151"/>
                  </a:lnTo>
                  <a:lnTo>
                    <a:pt x="10660" y="24151"/>
                  </a:lnTo>
                  <a:lnTo>
                    <a:pt x="11226" y="24340"/>
                  </a:lnTo>
                  <a:lnTo>
                    <a:pt x="11981" y="24811"/>
                  </a:lnTo>
                  <a:lnTo>
                    <a:pt x="13113" y="25377"/>
                  </a:lnTo>
                  <a:lnTo>
                    <a:pt x="13490" y="25377"/>
                  </a:lnTo>
                  <a:lnTo>
                    <a:pt x="13868" y="25472"/>
                  </a:lnTo>
                  <a:lnTo>
                    <a:pt x="14811" y="25660"/>
                  </a:lnTo>
                  <a:lnTo>
                    <a:pt x="16320" y="26226"/>
                  </a:lnTo>
                  <a:lnTo>
                    <a:pt x="16415" y="26132"/>
                  </a:lnTo>
                  <a:lnTo>
                    <a:pt x="16604" y="26038"/>
                  </a:lnTo>
                  <a:lnTo>
                    <a:pt x="17264" y="26132"/>
                  </a:lnTo>
                  <a:lnTo>
                    <a:pt x="18490" y="26321"/>
                  </a:lnTo>
                  <a:lnTo>
                    <a:pt x="19056" y="26415"/>
                  </a:lnTo>
                  <a:lnTo>
                    <a:pt x="19811" y="26415"/>
                  </a:lnTo>
                  <a:lnTo>
                    <a:pt x="19905" y="26226"/>
                  </a:lnTo>
                  <a:lnTo>
                    <a:pt x="20094" y="26132"/>
                  </a:lnTo>
                  <a:lnTo>
                    <a:pt x="20283" y="26132"/>
                  </a:lnTo>
                  <a:lnTo>
                    <a:pt x="20188" y="26321"/>
                  </a:lnTo>
                  <a:lnTo>
                    <a:pt x="20754" y="26226"/>
                  </a:lnTo>
                  <a:lnTo>
                    <a:pt x="21415" y="26132"/>
                  </a:lnTo>
                  <a:lnTo>
                    <a:pt x="21981" y="26038"/>
                  </a:lnTo>
                  <a:lnTo>
                    <a:pt x="22641" y="25849"/>
                  </a:lnTo>
                  <a:lnTo>
                    <a:pt x="22641" y="25943"/>
                  </a:lnTo>
                  <a:lnTo>
                    <a:pt x="23113" y="25943"/>
                  </a:lnTo>
                  <a:lnTo>
                    <a:pt x="23679" y="25849"/>
                  </a:lnTo>
                  <a:lnTo>
                    <a:pt x="24151" y="25566"/>
                  </a:lnTo>
                  <a:lnTo>
                    <a:pt x="24811" y="25283"/>
                  </a:lnTo>
                  <a:lnTo>
                    <a:pt x="25943" y="24906"/>
                  </a:lnTo>
                  <a:lnTo>
                    <a:pt x="26603" y="24717"/>
                  </a:lnTo>
                  <a:lnTo>
                    <a:pt x="27358" y="24340"/>
                  </a:lnTo>
                  <a:lnTo>
                    <a:pt x="28113" y="23962"/>
                  </a:lnTo>
                  <a:lnTo>
                    <a:pt x="28867" y="23396"/>
                  </a:lnTo>
                  <a:lnTo>
                    <a:pt x="28867" y="23491"/>
                  </a:lnTo>
                  <a:lnTo>
                    <a:pt x="28773" y="23585"/>
                  </a:lnTo>
                  <a:lnTo>
                    <a:pt x="28679" y="23679"/>
                  </a:lnTo>
                  <a:lnTo>
                    <a:pt x="28490" y="23868"/>
                  </a:lnTo>
                  <a:lnTo>
                    <a:pt x="28396" y="23868"/>
                  </a:lnTo>
                  <a:lnTo>
                    <a:pt x="28490" y="23962"/>
                  </a:lnTo>
                  <a:lnTo>
                    <a:pt x="29056" y="23302"/>
                  </a:lnTo>
                  <a:lnTo>
                    <a:pt x="29433" y="23113"/>
                  </a:lnTo>
                  <a:lnTo>
                    <a:pt x="29528" y="23113"/>
                  </a:lnTo>
                  <a:lnTo>
                    <a:pt x="29528" y="23208"/>
                  </a:lnTo>
                  <a:lnTo>
                    <a:pt x="30094" y="22736"/>
                  </a:lnTo>
                  <a:lnTo>
                    <a:pt x="30377" y="22547"/>
                  </a:lnTo>
                  <a:lnTo>
                    <a:pt x="30660" y="22264"/>
                  </a:lnTo>
                  <a:lnTo>
                    <a:pt x="30754" y="22264"/>
                  </a:lnTo>
                  <a:lnTo>
                    <a:pt x="30754" y="22170"/>
                  </a:lnTo>
                  <a:lnTo>
                    <a:pt x="30754" y="21981"/>
                  </a:lnTo>
                  <a:lnTo>
                    <a:pt x="30754" y="21793"/>
                  </a:lnTo>
                  <a:lnTo>
                    <a:pt x="31132" y="21793"/>
                  </a:lnTo>
                  <a:lnTo>
                    <a:pt x="31226" y="21981"/>
                  </a:lnTo>
                  <a:lnTo>
                    <a:pt x="31415" y="21604"/>
                  </a:lnTo>
                  <a:lnTo>
                    <a:pt x="31509" y="21510"/>
                  </a:lnTo>
                  <a:lnTo>
                    <a:pt x="31603" y="21510"/>
                  </a:lnTo>
                  <a:lnTo>
                    <a:pt x="31698" y="21227"/>
                  </a:lnTo>
                  <a:lnTo>
                    <a:pt x="31886" y="21038"/>
                  </a:lnTo>
                  <a:lnTo>
                    <a:pt x="32264" y="20566"/>
                  </a:lnTo>
                  <a:lnTo>
                    <a:pt x="33207" y="20000"/>
                  </a:lnTo>
                  <a:lnTo>
                    <a:pt x="33018" y="20000"/>
                  </a:lnTo>
                  <a:lnTo>
                    <a:pt x="33396" y="19434"/>
                  </a:lnTo>
                  <a:lnTo>
                    <a:pt x="33584" y="18963"/>
                  </a:lnTo>
                  <a:lnTo>
                    <a:pt x="33679" y="18679"/>
                  </a:lnTo>
                  <a:lnTo>
                    <a:pt x="33962" y="18491"/>
                  </a:lnTo>
                  <a:lnTo>
                    <a:pt x="34150" y="18679"/>
                  </a:lnTo>
                  <a:lnTo>
                    <a:pt x="34339" y="18019"/>
                  </a:lnTo>
                  <a:lnTo>
                    <a:pt x="34433" y="18113"/>
                  </a:lnTo>
                  <a:lnTo>
                    <a:pt x="34528" y="18019"/>
                  </a:lnTo>
                  <a:lnTo>
                    <a:pt x="34622" y="17736"/>
                  </a:lnTo>
                  <a:lnTo>
                    <a:pt x="34716" y="17642"/>
                  </a:lnTo>
                  <a:lnTo>
                    <a:pt x="34905" y="17359"/>
                  </a:lnTo>
                  <a:lnTo>
                    <a:pt x="35282" y="16887"/>
                  </a:lnTo>
                  <a:lnTo>
                    <a:pt x="35282" y="16981"/>
                  </a:lnTo>
                  <a:lnTo>
                    <a:pt x="35282" y="17076"/>
                  </a:lnTo>
                  <a:lnTo>
                    <a:pt x="35282" y="17170"/>
                  </a:lnTo>
                  <a:lnTo>
                    <a:pt x="35377" y="17170"/>
                  </a:lnTo>
                  <a:lnTo>
                    <a:pt x="35565" y="16510"/>
                  </a:lnTo>
                  <a:lnTo>
                    <a:pt x="35754" y="16132"/>
                  </a:lnTo>
                  <a:lnTo>
                    <a:pt x="35943" y="15755"/>
                  </a:lnTo>
                  <a:lnTo>
                    <a:pt x="36226" y="15189"/>
                  </a:lnTo>
                  <a:lnTo>
                    <a:pt x="36698" y="14340"/>
                  </a:lnTo>
                  <a:lnTo>
                    <a:pt x="37075" y="13114"/>
                  </a:lnTo>
                  <a:lnTo>
                    <a:pt x="37358" y="12359"/>
                  </a:lnTo>
                  <a:lnTo>
                    <a:pt x="37452" y="12170"/>
                  </a:lnTo>
                  <a:lnTo>
                    <a:pt x="37641" y="11887"/>
                  </a:lnTo>
                  <a:lnTo>
                    <a:pt x="37641" y="11982"/>
                  </a:lnTo>
                  <a:lnTo>
                    <a:pt x="37641" y="12076"/>
                  </a:lnTo>
                  <a:lnTo>
                    <a:pt x="37735" y="11604"/>
                  </a:lnTo>
                  <a:lnTo>
                    <a:pt x="37547" y="11699"/>
                  </a:lnTo>
                  <a:lnTo>
                    <a:pt x="37452" y="11416"/>
                  </a:lnTo>
                  <a:lnTo>
                    <a:pt x="37547" y="11416"/>
                  </a:lnTo>
                  <a:lnTo>
                    <a:pt x="37641" y="11321"/>
                  </a:lnTo>
                  <a:lnTo>
                    <a:pt x="37735" y="11321"/>
                  </a:lnTo>
                  <a:lnTo>
                    <a:pt x="37735" y="11227"/>
                  </a:lnTo>
                  <a:lnTo>
                    <a:pt x="37641" y="10944"/>
                  </a:lnTo>
                  <a:lnTo>
                    <a:pt x="37735" y="10472"/>
                  </a:lnTo>
                  <a:lnTo>
                    <a:pt x="37924" y="10661"/>
                  </a:lnTo>
                  <a:lnTo>
                    <a:pt x="37830" y="10378"/>
                  </a:lnTo>
                  <a:lnTo>
                    <a:pt x="37924" y="10095"/>
                  </a:lnTo>
                  <a:lnTo>
                    <a:pt x="37924" y="10283"/>
                  </a:lnTo>
                  <a:lnTo>
                    <a:pt x="38018" y="10283"/>
                  </a:lnTo>
                  <a:lnTo>
                    <a:pt x="38207" y="9906"/>
                  </a:lnTo>
                  <a:lnTo>
                    <a:pt x="38301" y="9812"/>
                  </a:lnTo>
                  <a:lnTo>
                    <a:pt x="38113" y="9623"/>
                  </a:lnTo>
                  <a:lnTo>
                    <a:pt x="38113" y="9434"/>
                  </a:lnTo>
                  <a:lnTo>
                    <a:pt x="38113" y="9246"/>
                  </a:lnTo>
                  <a:lnTo>
                    <a:pt x="38018" y="8963"/>
                  </a:lnTo>
                  <a:lnTo>
                    <a:pt x="38207" y="9151"/>
                  </a:lnTo>
                  <a:lnTo>
                    <a:pt x="38301" y="9057"/>
                  </a:lnTo>
                  <a:lnTo>
                    <a:pt x="38490" y="8680"/>
                  </a:lnTo>
                  <a:lnTo>
                    <a:pt x="38679" y="8302"/>
                  </a:lnTo>
                  <a:lnTo>
                    <a:pt x="38490" y="8302"/>
                  </a:lnTo>
                  <a:lnTo>
                    <a:pt x="38490" y="8114"/>
                  </a:lnTo>
                  <a:lnTo>
                    <a:pt x="38490" y="7831"/>
                  </a:lnTo>
                  <a:lnTo>
                    <a:pt x="38584" y="7642"/>
                  </a:lnTo>
                  <a:lnTo>
                    <a:pt x="38584" y="7359"/>
                  </a:lnTo>
                  <a:lnTo>
                    <a:pt x="38396" y="6793"/>
                  </a:lnTo>
                  <a:lnTo>
                    <a:pt x="38207" y="6321"/>
                  </a:lnTo>
                  <a:lnTo>
                    <a:pt x="38301" y="6321"/>
                  </a:lnTo>
                  <a:lnTo>
                    <a:pt x="38396" y="6416"/>
                  </a:lnTo>
                  <a:lnTo>
                    <a:pt x="38396" y="6133"/>
                  </a:lnTo>
                  <a:lnTo>
                    <a:pt x="38490" y="5850"/>
                  </a:lnTo>
                  <a:lnTo>
                    <a:pt x="38490" y="5567"/>
                  </a:lnTo>
                  <a:lnTo>
                    <a:pt x="38584" y="5567"/>
                  </a:lnTo>
                  <a:lnTo>
                    <a:pt x="38679" y="5661"/>
                  </a:lnTo>
                  <a:lnTo>
                    <a:pt x="38490" y="5189"/>
                  </a:lnTo>
                  <a:lnTo>
                    <a:pt x="38679" y="5284"/>
                  </a:lnTo>
                  <a:lnTo>
                    <a:pt x="38584" y="5001"/>
                  </a:lnTo>
                  <a:lnTo>
                    <a:pt x="38490" y="5095"/>
                  </a:lnTo>
                  <a:lnTo>
                    <a:pt x="38396" y="5095"/>
                  </a:lnTo>
                  <a:lnTo>
                    <a:pt x="38396" y="5001"/>
                  </a:lnTo>
                  <a:lnTo>
                    <a:pt x="38301" y="5095"/>
                  </a:lnTo>
                  <a:lnTo>
                    <a:pt x="38207" y="5189"/>
                  </a:lnTo>
                  <a:lnTo>
                    <a:pt x="38301" y="5378"/>
                  </a:lnTo>
                  <a:lnTo>
                    <a:pt x="38396" y="5755"/>
                  </a:lnTo>
                  <a:lnTo>
                    <a:pt x="38396" y="5755"/>
                  </a:lnTo>
                  <a:lnTo>
                    <a:pt x="38207" y="5661"/>
                  </a:lnTo>
                  <a:lnTo>
                    <a:pt x="38396" y="5944"/>
                  </a:lnTo>
                  <a:lnTo>
                    <a:pt x="38207" y="6038"/>
                  </a:lnTo>
                  <a:lnTo>
                    <a:pt x="38113" y="5944"/>
                  </a:lnTo>
                  <a:lnTo>
                    <a:pt x="38113" y="6038"/>
                  </a:lnTo>
                  <a:lnTo>
                    <a:pt x="38113" y="6133"/>
                  </a:lnTo>
                  <a:lnTo>
                    <a:pt x="38113" y="6416"/>
                  </a:lnTo>
                  <a:lnTo>
                    <a:pt x="38018" y="6416"/>
                  </a:lnTo>
                  <a:lnTo>
                    <a:pt x="38018" y="6887"/>
                  </a:lnTo>
                  <a:lnTo>
                    <a:pt x="38018" y="7076"/>
                  </a:lnTo>
                  <a:lnTo>
                    <a:pt x="38113" y="7170"/>
                  </a:lnTo>
                  <a:lnTo>
                    <a:pt x="38207" y="7170"/>
                  </a:lnTo>
                  <a:lnTo>
                    <a:pt x="38301" y="7359"/>
                  </a:lnTo>
                  <a:lnTo>
                    <a:pt x="37830" y="7548"/>
                  </a:lnTo>
                  <a:lnTo>
                    <a:pt x="38018" y="7642"/>
                  </a:lnTo>
                  <a:lnTo>
                    <a:pt x="38113" y="8019"/>
                  </a:lnTo>
                  <a:lnTo>
                    <a:pt x="38113" y="8302"/>
                  </a:lnTo>
                  <a:lnTo>
                    <a:pt x="38018" y="8397"/>
                  </a:lnTo>
                  <a:lnTo>
                    <a:pt x="37830" y="8397"/>
                  </a:lnTo>
                  <a:lnTo>
                    <a:pt x="37924" y="8585"/>
                  </a:lnTo>
                  <a:lnTo>
                    <a:pt x="38018" y="8774"/>
                  </a:lnTo>
                  <a:lnTo>
                    <a:pt x="37924" y="8963"/>
                  </a:lnTo>
                  <a:lnTo>
                    <a:pt x="37830" y="8774"/>
                  </a:lnTo>
                  <a:lnTo>
                    <a:pt x="37641" y="8868"/>
                  </a:lnTo>
                  <a:lnTo>
                    <a:pt x="37735" y="8963"/>
                  </a:lnTo>
                  <a:lnTo>
                    <a:pt x="37735" y="9246"/>
                  </a:lnTo>
                  <a:lnTo>
                    <a:pt x="37641" y="9812"/>
                  </a:lnTo>
                  <a:lnTo>
                    <a:pt x="37358" y="10378"/>
                  </a:lnTo>
                  <a:lnTo>
                    <a:pt x="37169" y="10755"/>
                  </a:lnTo>
                  <a:lnTo>
                    <a:pt x="37358" y="11038"/>
                  </a:lnTo>
                  <a:lnTo>
                    <a:pt x="37264" y="11321"/>
                  </a:lnTo>
                  <a:lnTo>
                    <a:pt x="37075" y="11227"/>
                  </a:lnTo>
                  <a:lnTo>
                    <a:pt x="37075" y="11321"/>
                  </a:lnTo>
                  <a:lnTo>
                    <a:pt x="37075" y="11604"/>
                  </a:lnTo>
                  <a:lnTo>
                    <a:pt x="36981" y="11510"/>
                  </a:lnTo>
                  <a:lnTo>
                    <a:pt x="36886" y="11887"/>
                  </a:lnTo>
                  <a:lnTo>
                    <a:pt x="36792" y="12265"/>
                  </a:lnTo>
                  <a:lnTo>
                    <a:pt x="36886" y="12359"/>
                  </a:lnTo>
                  <a:lnTo>
                    <a:pt x="37169" y="12359"/>
                  </a:lnTo>
                  <a:lnTo>
                    <a:pt x="37264" y="12548"/>
                  </a:lnTo>
                  <a:lnTo>
                    <a:pt x="37075" y="12453"/>
                  </a:lnTo>
                  <a:lnTo>
                    <a:pt x="36981" y="12548"/>
                  </a:lnTo>
                  <a:lnTo>
                    <a:pt x="36886" y="12359"/>
                  </a:lnTo>
                  <a:lnTo>
                    <a:pt x="36981" y="12642"/>
                  </a:lnTo>
                  <a:lnTo>
                    <a:pt x="36981" y="12642"/>
                  </a:lnTo>
                  <a:lnTo>
                    <a:pt x="36886" y="12548"/>
                  </a:lnTo>
                  <a:lnTo>
                    <a:pt x="36792" y="12453"/>
                  </a:lnTo>
                  <a:lnTo>
                    <a:pt x="36414" y="13114"/>
                  </a:lnTo>
                  <a:lnTo>
                    <a:pt x="36320" y="13491"/>
                  </a:lnTo>
                  <a:lnTo>
                    <a:pt x="36320" y="13868"/>
                  </a:lnTo>
                  <a:lnTo>
                    <a:pt x="35754" y="15095"/>
                  </a:lnTo>
                  <a:lnTo>
                    <a:pt x="35377" y="15755"/>
                  </a:lnTo>
                  <a:lnTo>
                    <a:pt x="34999" y="16227"/>
                  </a:lnTo>
                  <a:lnTo>
                    <a:pt x="34999" y="16038"/>
                  </a:lnTo>
                  <a:lnTo>
                    <a:pt x="34716" y="16321"/>
                  </a:lnTo>
                  <a:lnTo>
                    <a:pt x="34528" y="16698"/>
                  </a:lnTo>
                  <a:lnTo>
                    <a:pt x="34528" y="16698"/>
                  </a:lnTo>
                  <a:lnTo>
                    <a:pt x="34716" y="16604"/>
                  </a:lnTo>
                  <a:lnTo>
                    <a:pt x="34150" y="17170"/>
                  </a:lnTo>
                  <a:lnTo>
                    <a:pt x="33584" y="17736"/>
                  </a:lnTo>
                  <a:lnTo>
                    <a:pt x="33679" y="17830"/>
                  </a:lnTo>
                  <a:lnTo>
                    <a:pt x="33773" y="17736"/>
                  </a:lnTo>
                  <a:lnTo>
                    <a:pt x="33867" y="17736"/>
                  </a:lnTo>
                  <a:lnTo>
                    <a:pt x="33867" y="17830"/>
                  </a:lnTo>
                  <a:lnTo>
                    <a:pt x="33679" y="17925"/>
                  </a:lnTo>
                  <a:lnTo>
                    <a:pt x="33490" y="18019"/>
                  </a:lnTo>
                  <a:lnTo>
                    <a:pt x="33396" y="18113"/>
                  </a:lnTo>
                  <a:lnTo>
                    <a:pt x="33207" y="18208"/>
                  </a:lnTo>
                  <a:lnTo>
                    <a:pt x="33113" y="18585"/>
                  </a:lnTo>
                  <a:lnTo>
                    <a:pt x="33207" y="18679"/>
                  </a:lnTo>
                  <a:lnTo>
                    <a:pt x="33207" y="18774"/>
                  </a:lnTo>
                  <a:lnTo>
                    <a:pt x="33018" y="18963"/>
                  </a:lnTo>
                  <a:lnTo>
                    <a:pt x="32924" y="18963"/>
                  </a:lnTo>
                  <a:lnTo>
                    <a:pt x="32924" y="18868"/>
                  </a:lnTo>
                  <a:lnTo>
                    <a:pt x="32924" y="18679"/>
                  </a:lnTo>
                  <a:lnTo>
                    <a:pt x="32735" y="18868"/>
                  </a:lnTo>
                  <a:lnTo>
                    <a:pt x="32641" y="18963"/>
                  </a:lnTo>
                  <a:lnTo>
                    <a:pt x="32547" y="18963"/>
                  </a:lnTo>
                  <a:lnTo>
                    <a:pt x="32547" y="19057"/>
                  </a:lnTo>
                  <a:lnTo>
                    <a:pt x="32735" y="18963"/>
                  </a:lnTo>
                  <a:lnTo>
                    <a:pt x="32735" y="18963"/>
                  </a:lnTo>
                  <a:lnTo>
                    <a:pt x="32075" y="19717"/>
                  </a:lnTo>
                  <a:lnTo>
                    <a:pt x="31698" y="20000"/>
                  </a:lnTo>
                  <a:lnTo>
                    <a:pt x="31603" y="20000"/>
                  </a:lnTo>
                  <a:lnTo>
                    <a:pt x="31603" y="19906"/>
                  </a:lnTo>
                  <a:lnTo>
                    <a:pt x="31320" y="20095"/>
                  </a:lnTo>
                  <a:lnTo>
                    <a:pt x="31037" y="20283"/>
                  </a:lnTo>
                  <a:lnTo>
                    <a:pt x="31132" y="20095"/>
                  </a:lnTo>
                  <a:lnTo>
                    <a:pt x="30943" y="20283"/>
                  </a:lnTo>
                  <a:lnTo>
                    <a:pt x="31132" y="20378"/>
                  </a:lnTo>
                  <a:lnTo>
                    <a:pt x="31037" y="20661"/>
                  </a:lnTo>
                  <a:lnTo>
                    <a:pt x="30849" y="20849"/>
                  </a:lnTo>
                  <a:lnTo>
                    <a:pt x="30754" y="20944"/>
                  </a:lnTo>
                  <a:lnTo>
                    <a:pt x="30660" y="20849"/>
                  </a:lnTo>
                  <a:lnTo>
                    <a:pt x="30849" y="20755"/>
                  </a:lnTo>
                  <a:lnTo>
                    <a:pt x="30754" y="20755"/>
                  </a:lnTo>
                  <a:lnTo>
                    <a:pt x="30754" y="20661"/>
                  </a:lnTo>
                  <a:lnTo>
                    <a:pt x="30754" y="20566"/>
                  </a:lnTo>
                  <a:lnTo>
                    <a:pt x="30660" y="20661"/>
                  </a:lnTo>
                  <a:lnTo>
                    <a:pt x="30471" y="20849"/>
                  </a:lnTo>
                  <a:lnTo>
                    <a:pt x="30094" y="21038"/>
                  </a:lnTo>
                  <a:lnTo>
                    <a:pt x="30188" y="21038"/>
                  </a:lnTo>
                  <a:lnTo>
                    <a:pt x="30188" y="21227"/>
                  </a:lnTo>
                  <a:lnTo>
                    <a:pt x="29905" y="21604"/>
                  </a:lnTo>
                  <a:lnTo>
                    <a:pt x="30188" y="21415"/>
                  </a:lnTo>
                  <a:lnTo>
                    <a:pt x="29905" y="21793"/>
                  </a:lnTo>
                  <a:lnTo>
                    <a:pt x="29905" y="21698"/>
                  </a:lnTo>
                  <a:lnTo>
                    <a:pt x="29811" y="21793"/>
                  </a:lnTo>
                  <a:lnTo>
                    <a:pt x="29716" y="21887"/>
                  </a:lnTo>
                  <a:lnTo>
                    <a:pt x="29339" y="21981"/>
                  </a:lnTo>
                  <a:lnTo>
                    <a:pt x="28867" y="21981"/>
                  </a:lnTo>
                  <a:lnTo>
                    <a:pt x="28773" y="22076"/>
                  </a:lnTo>
                  <a:lnTo>
                    <a:pt x="28584" y="22170"/>
                  </a:lnTo>
                  <a:lnTo>
                    <a:pt x="28679" y="22264"/>
                  </a:lnTo>
                  <a:lnTo>
                    <a:pt x="28679" y="22453"/>
                  </a:lnTo>
                  <a:lnTo>
                    <a:pt x="28962" y="22076"/>
                  </a:lnTo>
                  <a:lnTo>
                    <a:pt x="28867" y="22453"/>
                  </a:lnTo>
                  <a:lnTo>
                    <a:pt x="29150" y="22264"/>
                  </a:lnTo>
                  <a:lnTo>
                    <a:pt x="29150" y="22359"/>
                  </a:lnTo>
                  <a:lnTo>
                    <a:pt x="28679" y="22642"/>
                  </a:lnTo>
                  <a:lnTo>
                    <a:pt x="28490" y="22547"/>
                  </a:lnTo>
                  <a:lnTo>
                    <a:pt x="28396" y="22453"/>
                  </a:lnTo>
                  <a:lnTo>
                    <a:pt x="28301" y="22453"/>
                  </a:lnTo>
                  <a:lnTo>
                    <a:pt x="28207" y="22547"/>
                  </a:lnTo>
                  <a:lnTo>
                    <a:pt x="27924" y="22736"/>
                  </a:lnTo>
                  <a:lnTo>
                    <a:pt x="27641" y="22925"/>
                  </a:lnTo>
                  <a:lnTo>
                    <a:pt x="27735" y="22925"/>
                  </a:lnTo>
                  <a:lnTo>
                    <a:pt x="26886" y="23491"/>
                  </a:lnTo>
                  <a:lnTo>
                    <a:pt x="26132" y="23962"/>
                  </a:lnTo>
                  <a:lnTo>
                    <a:pt x="26132" y="23774"/>
                  </a:lnTo>
                  <a:lnTo>
                    <a:pt x="26226" y="23585"/>
                  </a:lnTo>
                  <a:lnTo>
                    <a:pt x="25754" y="23868"/>
                  </a:lnTo>
                  <a:lnTo>
                    <a:pt x="25471" y="24151"/>
                  </a:lnTo>
                  <a:lnTo>
                    <a:pt x="25377" y="24245"/>
                  </a:lnTo>
                  <a:lnTo>
                    <a:pt x="25471" y="24340"/>
                  </a:lnTo>
                  <a:lnTo>
                    <a:pt x="25188" y="24245"/>
                  </a:lnTo>
                  <a:lnTo>
                    <a:pt x="24905" y="24245"/>
                  </a:lnTo>
                  <a:lnTo>
                    <a:pt x="24434" y="24340"/>
                  </a:lnTo>
                  <a:lnTo>
                    <a:pt x="23585" y="24811"/>
                  </a:lnTo>
                  <a:lnTo>
                    <a:pt x="23207" y="24906"/>
                  </a:lnTo>
                  <a:lnTo>
                    <a:pt x="22924" y="25000"/>
                  </a:lnTo>
                  <a:lnTo>
                    <a:pt x="22830" y="24906"/>
                  </a:lnTo>
                  <a:lnTo>
                    <a:pt x="22924" y="24811"/>
                  </a:lnTo>
                  <a:lnTo>
                    <a:pt x="22830" y="24717"/>
                  </a:lnTo>
                  <a:lnTo>
                    <a:pt x="21886" y="24717"/>
                  </a:lnTo>
                  <a:lnTo>
                    <a:pt x="21509" y="24906"/>
                  </a:lnTo>
                  <a:lnTo>
                    <a:pt x="21037" y="25189"/>
                  </a:lnTo>
                  <a:lnTo>
                    <a:pt x="20660" y="25283"/>
                  </a:lnTo>
                  <a:lnTo>
                    <a:pt x="20754" y="25189"/>
                  </a:lnTo>
                  <a:lnTo>
                    <a:pt x="20754" y="25094"/>
                  </a:lnTo>
                  <a:lnTo>
                    <a:pt x="20471" y="25283"/>
                  </a:lnTo>
                  <a:lnTo>
                    <a:pt x="20377" y="25377"/>
                  </a:lnTo>
                  <a:lnTo>
                    <a:pt x="20188" y="25094"/>
                  </a:lnTo>
                  <a:lnTo>
                    <a:pt x="20471" y="25094"/>
                  </a:lnTo>
                  <a:lnTo>
                    <a:pt x="20094" y="25000"/>
                  </a:lnTo>
                  <a:lnTo>
                    <a:pt x="19339" y="25094"/>
                  </a:lnTo>
                  <a:lnTo>
                    <a:pt x="18019" y="25377"/>
                  </a:lnTo>
                  <a:lnTo>
                    <a:pt x="18019" y="25377"/>
                  </a:lnTo>
                  <a:lnTo>
                    <a:pt x="18679" y="25000"/>
                  </a:lnTo>
                  <a:lnTo>
                    <a:pt x="18396" y="25000"/>
                  </a:lnTo>
                  <a:lnTo>
                    <a:pt x="18113" y="25094"/>
                  </a:lnTo>
                  <a:lnTo>
                    <a:pt x="17830" y="25094"/>
                  </a:lnTo>
                  <a:lnTo>
                    <a:pt x="17075" y="25000"/>
                  </a:lnTo>
                  <a:lnTo>
                    <a:pt x="15943" y="24717"/>
                  </a:lnTo>
                  <a:lnTo>
                    <a:pt x="15094" y="24623"/>
                  </a:lnTo>
                  <a:lnTo>
                    <a:pt x="14811" y="24528"/>
                  </a:lnTo>
                  <a:lnTo>
                    <a:pt x="14764" y="24481"/>
                  </a:lnTo>
                  <a:lnTo>
                    <a:pt x="14764" y="24481"/>
                  </a:lnTo>
                  <a:lnTo>
                    <a:pt x="14717" y="24528"/>
                  </a:lnTo>
                  <a:lnTo>
                    <a:pt x="14339" y="24340"/>
                  </a:lnTo>
                  <a:lnTo>
                    <a:pt x="13868" y="24057"/>
                  </a:lnTo>
                  <a:lnTo>
                    <a:pt x="13868" y="24057"/>
                  </a:lnTo>
                  <a:lnTo>
                    <a:pt x="14056" y="24245"/>
                  </a:lnTo>
                  <a:lnTo>
                    <a:pt x="13868" y="24245"/>
                  </a:lnTo>
                  <a:lnTo>
                    <a:pt x="13679" y="24151"/>
                  </a:lnTo>
                  <a:lnTo>
                    <a:pt x="13585" y="23962"/>
                  </a:lnTo>
                  <a:lnTo>
                    <a:pt x="13396" y="23962"/>
                  </a:lnTo>
                  <a:lnTo>
                    <a:pt x="13490" y="23868"/>
                  </a:lnTo>
                  <a:lnTo>
                    <a:pt x="12924" y="23868"/>
                  </a:lnTo>
                  <a:lnTo>
                    <a:pt x="12170" y="23679"/>
                  </a:lnTo>
                  <a:lnTo>
                    <a:pt x="11509" y="23491"/>
                  </a:lnTo>
                  <a:lnTo>
                    <a:pt x="11226" y="23302"/>
                  </a:lnTo>
                  <a:lnTo>
                    <a:pt x="11132" y="23113"/>
                  </a:lnTo>
                  <a:lnTo>
                    <a:pt x="10755" y="23113"/>
                  </a:lnTo>
                  <a:lnTo>
                    <a:pt x="10472" y="22925"/>
                  </a:lnTo>
                  <a:lnTo>
                    <a:pt x="10566" y="22925"/>
                  </a:lnTo>
                  <a:lnTo>
                    <a:pt x="10094" y="22736"/>
                  </a:lnTo>
                  <a:lnTo>
                    <a:pt x="9717" y="22642"/>
                  </a:lnTo>
                  <a:lnTo>
                    <a:pt x="9339" y="22642"/>
                  </a:lnTo>
                  <a:lnTo>
                    <a:pt x="9339" y="22453"/>
                  </a:lnTo>
                  <a:lnTo>
                    <a:pt x="9339" y="22264"/>
                  </a:lnTo>
                  <a:lnTo>
                    <a:pt x="9056" y="21981"/>
                  </a:lnTo>
                  <a:lnTo>
                    <a:pt x="7924" y="21321"/>
                  </a:lnTo>
                  <a:lnTo>
                    <a:pt x="7453" y="21038"/>
                  </a:lnTo>
                  <a:lnTo>
                    <a:pt x="6887" y="20566"/>
                  </a:lnTo>
                  <a:lnTo>
                    <a:pt x="6132" y="19906"/>
                  </a:lnTo>
                  <a:lnTo>
                    <a:pt x="5755" y="19717"/>
                  </a:lnTo>
                  <a:lnTo>
                    <a:pt x="5660" y="19623"/>
                  </a:lnTo>
                  <a:lnTo>
                    <a:pt x="5472" y="19623"/>
                  </a:lnTo>
                  <a:lnTo>
                    <a:pt x="5283" y="19246"/>
                  </a:lnTo>
                  <a:lnTo>
                    <a:pt x="4906" y="18774"/>
                  </a:lnTo>
                  <a:lnTo>
                    <a:pt x="4528" y="18302"/>
                  </a:lnTo>
                  <a:lnTo>
                    <a:pt x="4151" y="18019"/>
                  </a:lnTo>
                  <a:lnTo>
                    <a:pt x="4151" y="17736"/>
                  </a:lnTo>
                  <a:lnTo>
                    <a:pt x="4057" y="17547"/>
                  </a:lnTo>
                  <a:lnTo>
                    <a:pt x="3679" y="17076"/>
                  </a:lnTo>
                  <a:lnTo>
                    <a:pt x="3868" y="17076"/>
                  </a:lnTo>
                  <a:lnTo>
                    <a:pt x="3113" y="16887"/>
                  </a:lnTo>
                  <a:lnTo>
                    <a:pt x="3207" y="16604"/>
                  </a:lnTo>
                  <a:lnTo>
                    <a:pt x="3113" y="16227"/>
                  </a:lnTo>
                  <a:lnTo>
                    <a:pt x="2924" y="15849"/>
                  </a:lnTo>
                  <a:lnTo>
                    <a:pt x="2641" y="15661"/>
                  </a:lnTo>
                  <a:lnTo>
                    <a:pt x="2736" y="15566"/>
                  </a:lnTo>
                  <a:lnTo>
                    <a:pt x="2641" y="15472"/>
                  </a:lnTo>
                  <a:lnTo>
                    <a:pt x="2453" y="15095"/>
                  </a:lnTo>
                  <a:lnTo>
                    <a:pt x="1981" y="14529"/>
                  </a:lnTo>
                  <a:lnTo>
                    <a:pt x="2170" y="14434"/>
                  </a:lnTo>
                  <a:lnTo>
                    <a:pt x="1981" y="14340"/>
                  </a:lnTo>
                  <a:lnTo>
                    <a:pt x="1887" y="14246"/>
                  </a:lnTo>
                  <a:lnTo>
                    <a:pt x="1792" y="14151"/>
                  </a:lnTo>
                  <a:lnTo>
                    <a:pt x="1604" y="13680"/>
                  </a:lnTo>
                  <a:lnTo>
                    <a:pt x="1698" y="13774"/>
                  </a:lnTo>
                  <a:lnTo>
                    <a:pt x="1698" y="13774"/>
                  </a:lnTo>
                  <a:lnTo>
                    <a:pt x="1509" y="13302"/>
                  </a:lnTo>
                  <a:lnTo>
                    <a:pt x="1321" y="12831"/>
                  </a:lnTo>
                  <a:lnTo>
                    <a:pt x="1226" y="12453"/>
                  </a:lnTo>
                  <a:lnTo>
                    <a:pt x="1226" y="12170"/>
                  </a:lnTo>
                  <a:lnTo>
                    <a:pt x="1321" y="11982"/>
                  </a:lnTo>
                  <a:lnTo>
                    <a:pt x="1415" y="12453"/>
                  </a:lnTo>
                  <a:lnTo>
                    <a:pt x="1509" y="12359"/>
                  </a:lnTo>
                  <a:lnTo>
                    <a:pt x="1792" y="12359"/>
                  </a:lnTo>
                  <a:lnTo>
                    <a:pt x="1604" y="12170"/>
                  </a:lnTo>
                  <a:lnTo>
                    <a:pt x="1604" y="11887"/>
                  </a:lnTo>
                  <a:lnTo>
                    <a:pt x="1509" y="11227"/>
                  </a:lnTo>
                  <a:lnTo>
                    <a:pt x="1415" y="11132"/>
                  </a:lnTo>
                  <a:lnTo>
                    <a:pt x="1415" y="10944"/>
                  </a:lnTo>
                  <a:lnTo>
                    <a:pt x="1321" y="10849"/>
                  </a:lnTo>
                  <a:lnTo>
                    <a:pt x="1226" y="10849"/>
                  </a:lnTo>
                  <a:lnTo>
                    <a:pt x="1226" y="11038"/>
                  </a:lnTo>
                  <a:lnTo>
                    <a:pt x="1321" y="11321"/>
                  </a:lnTo>
                  <a:lnTo>
                    <a:pt x="1132" y="11227"/>
                  </a:lnTo>
                  <a:lnTo>
                    <a:pt x="1132" y="11132"/>
                  </a:lnTo>
                  <a:lnTo>
                    <a:pt x="1132" y="11038"/>
                  </a:lnTo>
                  <a:lnTo>
                    <a:pt x="943" y="10849"/>
                  </a:lnTo>
                  <a:lnTo>
                    <a:pt x="1038" y="10661"/>
                  </a:lnTo>
                  <a:lnTo>
                    <a:pt x="1132" y="10378"/>
                  </a:lnTo>
                  <a:lnTo>
                    <a:pt x="1226" y="9812"/>
                  </a:lnTo>
                  <a:lnTo>
                    <a:pt x="1132" y="9340"/>
                  </a:lnTo>
                  <a:lnTo>
                    <a:pt x="1132" y="9151"/>
                  </a:lnTo>
                  <a:lnTo>
                    <a:pt x="1226" y="9057"/>
                  </a:lnTo>
                  <a:lnTo>
                    <a:pt x="1226" y="8491"/>
                  </a:lnTo>
                  <a:lnTo>
                    <a:pt x="1321" y="7831"/>
                  </a:lnTo>
                  <a:lnTo>
                    <a:pt x="1604" y="6416"/>
                  </a:lnTo>
                  <a:lnTo>
                    <a:pt x="1981" y="4906"/>
                  </a:lnTo>
                  <a:lnTo>
                    <a:pt x="2453" y="3302"/>
                  </a:lnTo>
                  <a:lnTo>
                    <a:pt x="2736" y="2359"/>
                  </a:lnTo>
                  <a:lnTo>
                    <a:pt x="2924" y="1887"/>
                  </a:lnTo>
                  <a:lnTo>
                    <a:pt x="3019" y="1416"/>
                  </a:lnTo>
                  <a:lnTo>
                    <a:pt x="3302" y="1133"/>
                  </a:lnTo>
                  <a:lnTo>
                    <a:pt x="3491" y="755"/>
                  </a:lnTo>
                  <a:lnTo>
                    <a:pt x="3585" y="567"/>
                  </a:lnTo>
                  <a:lnTo>
                    <a:pt x="3585" y="472"/>
                  </a:lnTo>
                  <a:lnTo>
                    <a:pt x="3491" y="378"/>
                  </a:lnTo>
                  <a:lnTo>
                    <a:pt x="3302" y="284"/>
                  </a:lnTo>
                  <a:lnTo>
                    <a:pt x="3207" y="95"/>
                  </a:lnTo>
                  <a:lnTo>
                    <a:pt x="31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1091875" y="1951850"/>
              <a:ext cx="188700" cy="136800"/>
            </a:xfrm>
            <a:custGeom>
              <a:rect b="b" l="l" r="r" t="t"/>
              <a:pathLst>
                <a:path extrusionOk="0" h="5472" w="7548">
                  <a:moveTo>
                    <a:pt x="5000" y="0"/>
                  </a:moveTo>
                  <a:lnTo>
                    <a:pt x="4812" y="95"/>
                  </a:lnTo>
                  <a:lnTo>
                    <a:pt x="4717" y="95"/>
                  </a:lnTo>
                  <a:lnTo>
                    <a:pt x="4340" y="472"/>
                  </a:lnTo>
                  <a:lnTo>
                    <a:pt x="4057" y="566"/>
                  </a:lnTo>
                  <a:lnTo>
                    <a:pt x="3774" y="566"/>
                  </a:lnTo>
                  <a:lnTo>
                    <a:pt x="3397" y="378"/>
                  </a:lnTo>
                  <a:lnTo>
                    <a:pt x="3208" y="944"/>
                  </a:lnTo>
                  <a:lnTo>
                    <a:pt x="2548" y="1887"/>
                  </a:lnTo>
                  <a:lnTo>
                    <a:pt x="2170" y="2359"/>
                  </a:lnTo>
                  <a:lnTo>
                    <a:pt x="1793" y="2736"/>
                  </a:lnTo>
                  <a:lnTo>
                    <a:pt x="1415" y="2925"/>
                  </a:lnTo>
                  <a:lnTo>
                    <a:pt x="1321" y="2925"/>
                  </a:lnTo>
                  <a:lnTo>
                    <a:pt x="1227" y="2831"/>
                  </a:lnTo>
                  <a:lnTo>
                    <a:pt x="1321" y="3114"/>
                  </a:lnTo>
                  <a:lnTo>
                    <a:pt x="1132" y="3114"/>
                  </a:lnTo>
                  <a:lnTo>
                    <a:pt x="1227" y="3302"/>
                  </a:lnTo>
                  <a:lnTo>
                    <a:pt x="1227" y="3208"/>
                  </a:lnTo>
                  <a:lnTo>
                    <a:pt x="1321" y="3302"/>
                  </a:lnTo>
                  <a:lnTo>
                    <a:pt x="1510" y="3491"/>
                  </a:lnTo>
                  <a:lnTo>
                    <a:pt x="1321" y="3397"/>
                  </a:lnTo>
                  <a:lnTo>
                    <a:pt x="1132" y="3491"/>
                  </a:lnTo>
                  <a:lnTo>
                    <a:pt x="755" y="3963"/>
                  </a:lnTo>
                  <a:lnTo>
                    <a:pt x="472" y="4529"/>
                  </a:lnTo>
                  <a:lnTo>
                    <a:pt x="283" y="4623"/>
                  </a:lnTo>
                  <a:lnTo>
                    <a:pt x="0" y="4623"/>
                  </a:lnTo>
                  <a:lnTo>
                    <a:pt x="378" y="5095"/>
                  </a:lnTo>
                  <a:lnTo>
                    <a:pt x="944" y="5472"/>
                  </a:lnTo>
                  <a:lnTo>
                    <a:pt x="849" y="5378"/>
                  </a:lnTo>
                  <a:lnTo>
                    <a:pt x="944" y="5283"/>
                  </a:lnTo>
                  <a:lnTo>
                    <a:pt x="1132" y="5189"/>
                  </a:lnTo>
                  <a:lnTo>
                    <a:pt x="1321" y="5000"/>
                  </a:lnTo>
                  <a:lnTo>
                    <a:pt x="1321" y="4812"/>
                  </a:lnTo>
                  <a:lnTo>
                    <a:pt x="1227" y="4623"/>
                  </a:lnTo>
                  <a:lnTo>
                    <a:pt x="1227" y="4623"/>
                  </a:lnTo>
                  <a:lnTo>
                    <a:pt x="1510" y="4812"/>
                  </a:lnTo>
                  <a:lnTo>
                    <a:pt x="1415" y="4717"/>
                  </a:lnTo>
                  <a:lnTo>
                    <a:pt x="1415" y="4717"/>
                  </a:lnTo>
                  <a:lnTo>
                    <a:pt x="1604" y="4812"/>
                  </a:lnTo>
                  <a:lnTo>
                    <a:pt x="1698" y="4906"/>
                  </a:lnTo>
                  <a:lnTo>
                    <a:pt x="1604" y="4717"/>
                  </a:lnTo>
                  <a:lnTo>
                    <a:pt x="1415" y="4151"/>
                  </a:lnTo>
                  <a:lnTo>
                    <a:pt x="1510" y="4340"/>
                  </a:lnTo>
                  <a:lnTo>
                    <a:pt x="1887" y="4529"/>
                  </a:lnTo>
                  <a:lnTo>
                    <a:pt x="4812" y="1321"/>
                  </a:lnTo>
                  <a:lnTo>
                    <a:pt x="4812" y="1415"/>
                  </a:lnTo>
                  <a:lnTo>
                    <a:pt x="4812" y="1510"/>
                  </a:lnTo>
                  <a:lnTo>
                    <a:pt x="5095" y="1510"/>
                  </a:lnTo>
                  <a:lnTo>
                    <a:pt x="5000" y="1604"/>
                  </a:lnTo>
                  <a:lnTo>
                    <a:pt x="5000" y="1698"/>
                  </a:lnTo>
                  <a:lnTo>
                    <a:pt x="5189" y="1981"/>
                  </a:lnTo>
                  <a:lnTo>
                    <a:pt x="5472" y="2264"/>
                  </a:lnTo>
                  <a:lnTo>
                    <a:pt x="5661" y="2264"/>
                  </a:lnTo>
                  <a:lnTo>
                    <a:pt x="5944" y="2170"/>
                  </a:lnTo>
                  <a:lnTo>
                    <a:pt x="5661" y="2359"/>
                  </a:lnTo>
                  <a:lnTo>
                    <a:pt x="5566" y="2453"/>
                  </a:lnTo>
                  <a:lnTo>
                    <a:pt x="5566" y="2642"/>
                  </a:lnTo>
                  <a:lnTo>
                    <a:pt x="5661" y="2736"/>
                  </a:lnTo>
                  <a:lnTo>
                    <a:pt x="5944" y="2831"/>
                  </a:lnTo>
                  <a:lnTo>
                    <a:pt x="6132" y="2831"/>
                  </a:lnTo>
                  <a:lnTo>
                    <a:pt x="6227" y="3114"/>
                  </a:lnTo>
                  <a:lnTo>
                    <a:pt x="6415" y="3585"/>
                  </a:lnTo>
                  <a:lnTo>
                    <a:pt x="6698" y="4057"/>
                  </a:lnTo>
                  <a:lnTo>
                    <a:pt x="6887" y="4151"/>
                  </a:lnTo>
                  <a:lnTo>
                    <a:pt x="7076" y="4151"/>
                  </a:lnTo>
                  <a:lnTo>
                    <a:pt x="6887" y="4340"/>
                  </a:lnTo>
                  <a:lnTo>
                    <a:pt x="6793" y="4434"/>
                  </a:lnTo>
                  <a:lnTo>
                    <a:pt x="6887" y="4529"/>
                  </a:lnTo>
                  <a:lnTo>
                    <a:pt x="7076" y="4717"/>
                  </a:lnTo>
                  <a:lnTo>
                    <a:pt x="7453" y="4812"/>
                  </a:lnTo>
                  <a:lnTo>
                    <a:pt x="7264" y="5000"/>
                  </a:lnTo>
                  <a:lnTo>
                    <a:pt x="7076" y="5095"/>
                  </a:lnTo>
                  <a:lnTo>
                    <a:pt x="7359" y="5095"/>
                  </a:lnTo>
                  <a:lnTo>
                    <a:pt x="7547" y="4717"/>
                  </a:lnTo>
                  <a:lnTo>
                    <a:pt x="7453" y="4623"/>
                  </a:lnTo>
                  <a:lnTo>
                    <a:pt x="7264" y="4717"/>
                  </a:lnTo>
                  <a:lnTo>
                    <a:pt x="7453" y="4434"/>
                  </a:lnTo>
                  <a:lnTo>
                    <a:pt x="7453" y="4340"/>
                  </a:lnTo>
                  <a:lnTo>
                    <a:pt x="7453" y="4151"/>
                  </a:lnTo>
                  <a:lnTo>
                    <a:pt x="7170" y="3963"/>
                  </a:lnTo>
                  <a:lnTo>
                    <a:pt x="6793" y="3868"/>
                  </a:lnTo>
                  <a:lnTo>
                    <a:pt x="6981" y="3774"/>
                  </a:lnTo>
                  <a:lnTo>
                    <a:pt x="7264" y="3585"/>
                  </a:lnTo>
                  <a:lnTo>
                    <a:pt x="6981" y="3114"/>
                  </a:lnTo>
                  <a:lnTo>
                    <a:pt x="6698" y="2831"/>
                  </a:lnTo>
                  <a:lnTo>
                    <a:pt x="6415" y="2642"/>
                  </a:lnTo>
                  <a:lnTo>
                    <a:pt x="6604" y="2264"/>
                  </a:lnTo>
                  <a:lnTo>
                    <a:pt x="6887" y="1981"/>
                  </a:lnTo>
                  <a:lnTo>
                    <a:pt x="6415" y="2076"/>
                  </a:lnTo>
                  <a:lnTo>
                    <a:pt x="6604" y="1887"/>
                  </a:lnTo>
                  <a:lnTo>
                    <a:pt x="6227" y="1887"/>
                  </a:lnTo>
                  <a:lnTo>
                    <a:pt x="6415" y="1698"/>
                  </a:lnTo>
                  <a:lnTo>
                    <a:pt x="6510" y="1604"/>
                  </a:lnTo>
                  <a:lnTo>
                    <a:pt x="6510" y="1510"/>
                  </a:lnTo>
                  <a:lnTo>
                    <a:pt x="6227" y="1604"/>
                  </a:lnTo>
                  <a:lnTo>
                    <a:pt x="6132" y="1793"/>
                  </a:lnTo>
                  <a:lnTo>
                    <a:pt x="6132" y="1510"/>
                  </a:lnTo>
                  <a:lnTo>
                    <a:pt x="6038" y="1321"/>
                  </a:lnTo>
                  <a:lnTo>
                    <a:pt x="5755" y="944"/>
                  </a:lnTo>
                  <a:lnTo>
                    <a:pt x="5283" y="566"/>
                  </a:lnTo>
                  <a:lnTo>
                    <a:pt x="5095" y="283"/>
                  </a:lnTo>
                  <a:lnTo>
                    <a:pt x="5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1"/>
          <p:cNvGrpSpPr/>
          <p:nvPr/>
        </p:nvGrpSpPr>
        <p:grpSpPr>
          <a:xfrm rot="-9269861">
            <a:off x="6165721" y="1346512"/>
            <a:ext cx="750220" cy="664172"/>
            <a:chOff x="1113100" y="2199475"/>
            <a:chExt cx="801900" cy="709925"/>
          </a:xfrm>
        </p:grpSpPr>
        <p:sp>
          <p:nvSpPr>
            <p:cNvPr id="68" name="Google Shape;68;p1"/>
            <p:cNvSpPr/>
            <p:nvPr/>
          </p:nvSpPr>
          <p:spPr>
            <a:xfrm>
              <a:off x="1113100" y="2291450"/>
              <a:ext cx="735850" cy="617950"/>
            </a:xfrm>
            <a:custGeom>
              <a:rect b="b" l="l" r="r" t="t"/>
              <a:pathLst>
                <a:path extrusionOk="0" h="24718" w="29434">
                  <a:moveTo>
                    <a:pt x="26604" y="13869"/>
                  </a:moveTo>
                  <a:lnTo>
                    <a:pt x="26509" y="13963"/>
                  </a:lnTo>
                  <a:lnTo>
                    <a:pt x="26509" y="14057"/>
                  </a:lnTo>
                  <a:lnTo>
                    <a:pt x="26604" y="14246"/>
                  </a:lnTo>
                  <a:lnTo>
                    <a:pt x="26604" y="13869"/>
                  </a:lnTo>
                  <a:close/>
                  <a:moveTo>
                    <a:pt x="7925" y="23397"/>
                  </a:moveTo>
                  <a:lnTo>
                    <a:pt x="8302" y="23491"/>
                  </a:lnTo>
                  <a:lnTo>
                    <a:pt x="8113" y="23491"/>
                  </a:lnTo>
                  <a:lnTo>
                    <a:pt x="7925" y="23397"/>
                  </a:lnTo>
                  <a:close/>
                  <a:moveTo>
                    <a:pt x="28962" y="1"/>
                  </a:moveTo>
                  <a:lnTo>
                    <a:pt x="28962" y="95"/>
                  </a:lnTo>
                  <a:lnTo>
                    <a:pt x="28774" y="284"/>
                  </a:lnTo>
                  <a:lnTo>
                    <a:pt x="28868" y="284"/>
                  </a:lnTo>
                  <a:lnTo>
                    <a:pt x="28868" y="567"/>
                  </a:lnTo>
                  <a:lnTo>
                    <a:pt x="28679" y="567"/>
                  </a:lnTo>
                  <a:lnTo>
                    <a:pt x="28868" y="661"/>
                  </a:lnTo>
                  <a:lnTo>
                    <a:pt x="28679" y="850"/>
                  </a:lnTo>
                  <a:lnTo>
                    <a:pt x="28679" y="1039"/>
                  </a:lnTo>
                  <a:lnTo>
                    <a:pt x="28585" y="1039"/>
                  </a:lnTo>
                  <a:lnTo>
                    <a:pt x="28491" y="1227"/>
                  </a:lnTo>
                  <a:lnTo>
                    <a:pt x="28679" y="1416"/>
                  </a:lnTo>
                  <a:lnTo>
                    <a:pt x="28962" y="1605"/>
                  </a:lnTo>
                  <a:lnTo>
                    <a:pt x="28585" y="1793"/>
                  </a:lnTo>
                  <a:lnTo>
                    <a:pt x="28868" y="1982"/>
                  </a:lnTo>
                  <a:lnTo>
                    <a:pt x="28962" y="2171"/>
                  </a:lnTo>
                  <a:lnTo>
                    <a:pt x="28868" y="2265"/>
                  </a:lnTo>
                  <a:lnTo>
                    <a:pt x="28774" y="2359"/>
                  </a:lnTo>
                  <a:lnTo>
                    <a:pt x="28868" y="2359"/>
                  </a:lnTo>
                  <a:lnTo>
                    <a:pt x="28774" y="2454"/>
                  </a:lnTo>
                  <a:lnTo>
                    <a:pt x="28868" y="2548"/>
                  </a:lnTo>
                  <a:lnTo>
                    <a:pt x="28868" y="2642"/>
                  </a:lnTo>
                  <a:lnTo>
                    <a:pt x="28585" y="2642"/>
                  </a:lnTo>
                  <a:lnTo>
                    <a:pt x="28679" y="2737"/>
                  </a:lnTo>
                  <a:lnTo>
                    <a:pt x="28774" y="2831"/>
                  </a:lnTo>
                  <a:lnTo>
                    <a:pt x="28774" y="3303"/>
                  </a:lnTo>
                  <a:lnTo>
                    <a:pt x="28679" y="3680"/>
                  </a:lnTo>
                  <a:lnTo>
                    <a:pt x="28585" y="3963"/>
                  </a:lnTo>
                  <a:lnTo>
                    <a:pt x="28774" y="4058"/>
                  </a:lnTo>
                  <a:lnTo>
                    <a:pt x="28774" y="4341"/>
                  </a:lnTo>
                  <a:lnTo>
                    <a:pt x="28585" y="4246"/>
                  </a:lnTo>
                  <a:lnTo>
                    <a:pt x="28585" y="4341"/>
                  </a:lnTo>
                  <a:lnTo>
                    <a:pt x="28679" y="4435"/>
                  </a:lnTo>
                  <a:lnTo>
                    <a:pt x="28491" y="4435"/>
                  </a:lnTo>
                  <a:lnTo>
                    <a:pt x="28585" y="4718"/>
                  </a:lnTo>
                  <a:lnTo>
                    <a:pt x="28491" y="5001"/>
                  </a:lnTo>
                  <a:lnTo>
                    <a:pt x="28774" y="4907"/>
                  </a:lnTo>
                  <a:lnTo>
                    <a:pt x="29057" y="5095"/>
                  </a:lnTo>
                  <a:lnTo>
                    <a:pt x="29057" y="5095"/>
                  </a:lnTo>
                  <a:lnTo>
                    <a:pt x="28774" y="5001"/>
                  </a:lnTo>
                  <a:lnTo>
                    <a:pt x="28679" y="5001"/>
                  </a:lnTo>
                  <a:lnTo>
                    <a:pt x="28774" y="5095"/>
                  </a:lnTo>
                  <a:lnTo>
                    <a:pt x="28585" y="5095"/>
                  </a:lnTo>
                  <a:lnTo>
                    <a:pt x="28396" y="5567"/>
                  </a:lnTo>
                  <a:lnTo>
                    <a:pt x="28396" y="5756"/>
                  </a:lnTo>
                  <a:lnTo>
                    <a:pt x="28585" y="6039"/>
                  </a:lnTo>
                  <a:lnTo>
                    <a:pt x="28396" y="6982"/>
                  </a:lnTo>
                  <a:lnTo>
                    <a:pt x="28302" y="7359"/>
                  </a:lnTo>
                  <a:lnTo>
                    <a:pt x="28113" y="7737"/>
                  </a:lnTo>
                  <a:lnTo>
                    <a:pt x="28113" y="7642"/>
                  </a:lnTo>
                  <a:lnTo>
                    <a:pt x="28113" y="7548"/>
                  </a:lnTo>
                  <a:lnTo>
                    <a:pt x="27830" y="8114"/>
                  </a:lnTo>
                  <a:lnTo>
                    <a:pt x="27830" y="8114"/>
                  </a:lnTo>
                  <a:lnTo>
                    <a:pt x="27924" y="8020"/>
                  </a:lnTo>
                  <a:lnTo>
                    <a:pt x="27453" y="8963"/>
                  </a:lnTo>
                  <a:lnTo>
                    <a:pt x="27736" y="8963"/>
                  </a:lnTo>
                  <a:lnTo>
                    <a:pt x="27547" y="9246"/>
                  </a:lnTo>
                  <a:lnTo>
                    <a:pt x="27547" y="9435"/>
                  </a:lnTo>
                  <a:lnTo>
                    <a:pt x="27641" y="9529"/>
                  </a:lnTo>
                  <a:lnTo>
                    <a:pt x="27641" y="9812"/>
                  </a:lnTo>
                  <a:lnTo>
                    <a:pt x="27547" y="9906"/>
                  </a:lnTo>
                  <a:lnTo>
                    <a:pt x="27453" y="9906"/>
                  </a:lnTo>
                  <a:lnTo>
                    <a:pt x="27358" y="9718"/>
                  </a:lnTo>
                  <a:lnTo>
                    <a:pt x="27264" y="9812"/>
                  </a:lnTo>
                  <a:lnTo>
                    <a:pt x="27075" y="9906"/>
                  </a:lnTo>
                  <a:lnTo>
                    <a:pt x="27170" y="10001"/>
                  </a:lnTo>
                  <a:lnTo>
                    <a:pt x="27075" y="10095"/>
                  </a:lnTo>
                  <a:lnTo>
                    <a:pt x="27075" y="10284"/>
                  </a:lnTo>
                  <a:lnTo>
                    <a:pt x="27170" y="10472"/>
                  </a:lnTo>
                  <a:lnTo>
                    <a:pt x="27170" y="10755"/>
                  </a:lnTo>
                  <a:lnTo>
                    <a:pt x="26792" y="10755"/>
                  </a:lnTo>
                  <a:lnTo>
                    <a:pt x="26698" y="10661"/>
                  </a:lnTo>
                  <a:lnTo>
                    <a:pt x="26698" y="10850"/>
                  </a:lnTo>
                  <a:lnTo>
                    <a:pt x="26604" y="10944"/>
                  </a:lnTo>
                  <a:lnTo>
                    <a:pt x="26415" y="10944"/>
                  </a:lnTo>
                  <a:lnTo>
                    <a:pt x="26415" y="11038"/>
                  </a:lnTo>
                  <a:lnTo>
                    <a:pt x="26509" y="11038"/>
                  </a:lnTo>
                  <a:lnTo>
                    <a:pt x="26604" y="11133"/>
                  </a:lnTo>
                  <a:lnTo>
                    <a:pt x="26604" y="11321"/>
                  </a:lnTo>
                  <a:lnTo>
                    <a:pt x="26604" y="11510"/>
                  </a:lnTo>
                  <a:lnTo>
                    <a:pt x="26509" y="11510"/>
                  </a:lnTo>
                  <a:lnTo>
                    <a:pt x="26509" y="11416"/>
                  </a:lnTo>
                  <a:lnTo>
                    <a:pt x="26415" y="11416"/>
                  </a:lnTo>
                  <a:lnTo>
                    <a:pt x="26415" y="11321"/>
                  </a:lnTo>
                  <a:lnTo>
                    <a:pt x="26321" y="11793"/>
                  </a:lnTo>
                  <a:lnTo>
                    <a:pt x="26226" y="11699"/>
                  </a:lnTo>
                  <a:lnTo>
                    <a:pt x="26132" y="11793"/>
                  </a:lnTo>
                  <a:lnTo>
                    <a:pt x="26226" y="11793"/>
                  </a:lnTo>
                  <a:lnTo>
                    <a:pt x="26321" y="12076"/>
                  </a:lnTo>
                  <a:lnTo>
                    <a:pt x="26415" y="12359"/>
                  </a:lnTo>
                  <a:lnTo>
                    <a:pt x="26038" y="12548"/>
                  </a:lnTo>
                  <a:lnTo>
                    <a:pt x="25755" y="12737"/>
                  </a:lnTo>
                  <a:lnTo>
                    <a:pt x="25660" y="12925"/>
                  </a:lnTo>
                  <a:lnTo>
                    <a:pt x="25755" y="12925"/>
                  </a:lnTo>
                  <a:lnTo>
                    <a:pt x="25755" y="13020"/>
                  </a:lnTo>
                  <a:lnTo>
                    <a:pt x="25849" y="12737"/>
                  </a:lnTo>
                  <a:lnTo>
                    <a:pt x="25943" y="13020"/>
                  </a:lnTo>
                  <a:lnTo>
                    <a:pt x="26038" y="12831"/>
                  </a:lnTo>
                  <a:lnTo>
                    <a:pt x="26132" y="12925"/>
                  </a:lnTo>
                  <a:lnTo>
                    <a:pt x="25943" y="13208"/>
                  </a:lnTo>
                  <a:lnTo>
                    <a:pt x="25660" y="13114"/>
                  </a:lnTo>
                  <a:lnTo>
                    <a:pt x="25472" y="13208"/>
                  </a:lnTo>
                  <a:lnTo>
                    <a:pt x="25377" y="13397"/>
                  </a:lnTo>
                  <a:lnTo>
                    <a:pt x="25283" y="13869"/>
                  </a:lnTo>
                  <a:lnTo>
                    <a:pt x="25189" y="14435"/>
                  </a:lnTo>
                  <a:lnTo>
                    <a:pt x="25094" y="14623"/>
                  </a:lnTo>
                  <a:lnTo>
                    <a:pt x="25000" y="14812"/>
                  </a:lnTo>
                  <a:lnTo>
                    <a:pt x="24906" y="14718"/>
                  </a:lnTo>
                  <a:lnTo>
                    <a:pt x="24811" y="14529"/>
                  </a:lnTo>
                  <a:lnTo>
                    <a:pt x="24717" y="14906"/>
                  </a:lnTo>
                  <a:lnTo>
                    <a:pt x="24717" y="15189"/>
                  </a:lnTo>
                  <a:lnTo>
                    <a:pt x="24717" y="15284"/>
                  </a:lnTo>
                  <a:lnTo>
                    <a:pt x="24811" y="15284"/>
                  </a:lnTo>
                  <a:lnTo>
                    <a:pt x="24528" y="15378"/>
                  </a:lnTo>
                  <a:lnTo>
                    <a:pt x="24340" y="15472"/>
                  </a:lnTo>
                  <a:lnTo>
                    <a:pt x="24057" y="15944"/>
                  </a:lnTo>
                  <a:lnTo>
                    <a:pt x="23962" y="16416"/>
                  </a:lnTo>
                  <a:lnTo>
                    <a:pt x="23774" y="16699"/>
                  </a:lnTo>
                  <a:lnTo>
                    <a:pt x="23396" y="16699"/>
                  </a:lnTo>
                  <a:lnTo>
                    <a:pt x="23208" y="16982"/>
                  </a:lnTo>
                  <a:lnTo>
                    <a:pt x="23019" y="17359"/>
                  </a:lnTo>
                  <a:lnTo>
                    <a:pt x="22830" y="17831"/>
                  </a:lnTo>
                  <a:lnTo>
                    <a:pt x="22830" y="17736"/>
                  </a:lnTo>
                  <a:lnTo>
                    <a:pt x="22736" y="17642"/>
                  </a:lnTo>
                  <a:lnTo>
                    <a:pt x="22736" y="17642"/>
                  </a:lnTo>
                  <a:lnTo>
                    <a:pt x="22830" y="17925"/>
                  </a:lnTo>
                  <a:lnTo>
                    <a:pt x="22453" y="17925"/>
                  </a:lnTo>
                  <a:lnTo>
                    <a:pt x="22547" y="17736"/>
                  </a:lnTo>
                  <a:lnTo>
                    <a:pt x="22453" y="17736"/>
                  </a:lnTo>
                  <a:lnTo>
                    <a:pt x="22359" y="17831"/>
                  </a:lnTo>
                  <a:lnTo>
                    <a:pt x="22264" y="18208"/>
                  </a:lnTo>
                  <a:lnTo>
                    <a:pt x="22170" y="18491"/>
                  </a:lnTo>
                  <a:lnTo>
                    <a:pt x="22076" y="18585"/>
                  </a:lnTo>
                  <a:lnTo>
                    <a:pt x="21887" y="18585"/>
                  </a:lnTo>
                  <a:lnTo>
                    <a:pt x="21698" y="19152"/>
                  </a:lnTo>
                  <a:lnTo>
                    <a:pt x="21604" y="18869"/>
                  </a:lnTo>
                  <a:lnTo>
                    <a:pt x="21604" y="19057"/>
                  </a:lnTo>
                  <a:lnTo>
                    <a:pt x="21415" y="19152"/>
                  </a:lnTo>
                  <a:lnTo>
                    <a:pt x="20943" y="19529"/>
                  </a:lnTo>
                  <a:lnTo>
                    <a:pt x="20377" y="19812"/>
                  </a:lnTo>
                  <a:lnTo>
                    <a:pt x="19906" y="20095"/>
                  </a:lnTo>
                  <a:lnTo>
                    <a:pt x="20094" y="20189"/>
                  </a:lnTo>
                  <a:lnTo>
                    <a:pt x="20189" y="20284"/>
                  </a:lnTo>
                  <a:lnTo>
                    <a:pt x="19906" y="20378"/>
                  </a:lnTo>
                  <a:lnTo>
                    <a:pt x="19906" y="20284"/>
                  </a:lnTo>
                  <a:lnTo>
                    <a:pt x="19811" y="20189"/>
                  </a:lnTo>
                  <a:lnTo>
                    <a:pt x="19811" y="20284"/>
                  </a:lnTo>
                  <a:lnTo>
                    <a:pt x="19811" y="20378"/>
                  </a:lnTo>
                  <a:lnTo>
                    <a:pt x="19245" y="20284"/>
                  </a:lnTo>
                  <a:lnTo>
                    <a:pt x="19340" y="20378"/>
                  </a:lnTo>
                  <a:lnTo>
                    <a:pt x="19245" y="20472"/>
                  </a:lnTo>
                  <a:lnTo>
                    <a:pt x="19434" y="20567"/>
                  </a:lnTo>
                  <a:lnTo>
                    <a:pt x="19340" y="20661"/>
                  </a:lnTo>
                  <a:lnTo>
                    <a:pt x="18962" y="20661"/>
                  </a:lnTo>
                  <a:lnTo>
                    <a:pt x="18585" y="21038"/>
                  </a:lnTo>
                  <a:lnTo>
                    <a:pt x="18113" y="21416"/>
                  </a:lnTo>
                  <a:lnTo>
                    <a:pt x="17736" y="21699"/>
                  </a:lnTo>
                  <a:lnTo>
                    <a:pt x="17359" y="21793"/>
                  </a:lnTo>
                  <a:lnTo>
                    <a:pt x="17076" y="22076"/>
                  </a:lnTo>
                  <a:lnTo>
                    <a:pt x="16793" y="22359"/>
                  </a:lnTo>
                  <a:lnTo>
                    <a:pt x="16698" y="22265"/>
                  </a:lnTo>
                  <a:lnTo>
                    <a:pt x="16604" y="22170"/>
                  </a:lnTo>
                  <a:lnTo>
                    <a:pt x="16321" y="22170"/>
                  </a:lnTo>
                  <a:lnTo>
                    <a:pt x="15849" y="22453"/>
                  </a:lnTo>
                  <a:lnTo>
                    <a:pt x="14340" y="22831"/>
                  </a:lnTo>
                  <a:lnTo>
                    <a:pt x="14340" y="22925"/>
                  </a:lnTo>
                  <a:lnTo>
                    <a:pt x="14340" y="23019"/>
                  </a:lnTo>
                  <a:lnTo>
                    <a:pt x="14245" y="23114"/>
                  </a:lnTo>
                  <a:lnTo>
                    <a:pt x="14057" y="23019"/>
                  </a:lnTo>
                  <a:lnTo>
                    <a:pt x="13962" y="22925"/>
                  </a:lnTo>
                  <a:lnTo>
                    <a:pt x="13774" y="22925"/>
                  </a:lnTo>
                  <a:lnTo>
                    <a:pt x="13774" y="23208"/>
                  </a:lnTo>
                  <a:lnTo>
                    <a:pt x="13491" y="23114"/>
                  </a:lnTo>
                  <a:lnTo>
                    <a:pt x="13113" y="23114"/>
                  </a:lnTo>
                  <a:lnTo>
                    <a:pt x="12642" y="23208"/>
                  </a:lnTo>
                  <a:lnTo>
                    <a:pt x="12453" y="23302"/>
                  </a:lnTo>
                  <a:lnTo>
                    <a:pt x="12076" y="23208"/>
                  </a:lnTo>
                  <a:lnTo>
                    <a:pt x="11793" y="23114"/>
                  </a:lnTo>
                  <a:lnTo>
                    <a:pt x="11510" y="23585"/>
                  </a:lnTo>
                  <a:lnTo>
                    <a:pt x="11321" y="23397"/>
                  </a:lnTo>
                  <a:lnTo>
                    <a:pt x="11132" y="23302"/>
                  </a:lnTo>
                  <a:lnTo>
                    <a:pt x="10849" y="23302"/>
                  </a:lnTo>
                  <a:lnTo>
                    <a:pt x="10566" y="23397"/>
                  </a:lnTo>
                  <a:lnTo>
                    <a:pt x="10566" y="23302"/>
                  </a:lnTo>
                  <a:lnTo>
                    <a:pt x="10189" y="23302"/>
                  </a:lnTo>
                  <a:lnTo>
                    <a:pt x="9717" y="23491"/>
                  </a:lnTo>
                  <a:lnTo>
                    <a:pt x="9717" y="23302"/>
                  </a:lnTo>
                  <a:lnTo>
                    <a:pt x="9623" y="23491"/>
                  </a:lnTo>
                  <a:lnTo>
                    <a:pt x="9434" y="23680"/>
                  </a:lnTo>
                  <a:lnTo>
                    <a:pt x="9340" y="23585"/>
                  </a:lnTo>
                  <a:lnTo>
                    <a:pt x="9434" y="23585"/>
                  </a:lnTo>
                  <a:lnTo>
                    <a:pt x="9340" y="23491"/>
                  </a:lnTo>
                  <a:lnTo>
                    <a:pt x="9246" y="23491"/>
                  </a:lnTo>
                  <a:lnTo>
                    <a:pt x="9246" y="23585"/>
                  </a:lnTo>
                  <a:lnTo>
                    <a:pt x="9151" y="23491"/>
                  </a:lnTo>
                  <a:lnTo>
                    <a:pt x="8868" y="23680"/>
                  </a:lnTo>
                  <a:lnTo>
                    <a:pt x="8774" y="23680"/>
                  </a:lnTo>
                  <a:lnTo>
                    <a:pt x="8680" y="23491"/>
                  </a:lnTo>
                  <a:lnTo>
                    <a:pt x="8585" y="23585"/>
                  </a:lnTo>
                  <a:lnTo>
                    <a:pt x="8491" y="23585"/>
                  </a:lnTo>
                  <a:lnTo>
                    <a:pt x="8397" y="23491"/>
                  </a:lnTo>
                  <a:lnTo>
                    <a:pt x="8302" y="23491"/>
                  </a:lnTo>
                  <a:lnTo>
                    <a:pt x="8208" y="23302"/>
                  </a:lnTo>
                  <a:lnTo>
                    <a:pt x="8302" y="23114"/>
                  </a:lnTo>
                  <a:lnTo>
                    <a:pt x="8302" y="23114"/>
                  </a:lnTo>
                  <a:lnTo>
                    <a:pt x="8019" y="23208"/>
                  </a:lnTo>
                  <a:lnTo>
                    <a:pt x="7642" y="23208"/>
                  </a:lnTo>
                  <a:lnTo>
                    <a:pt x="7359" y="23302"/>
                  </a:lnTo>
                  <a:lnTo>
                    <a:pt x="7264" y="23302"/>
                  </a:lnTo>
                  <a:lnTo>
                    <a:pt x="7264" y="23397"/>
                  </a:lnTo>
                  <a:lnTo>
                    <a:pt x="7547" y="23397"/>
                  </a:lnTo>
                  <a:lnTo>
                    <a:pt x="7453" y="23491"/>
                  </a:lnTo>
                  <a:lnTo>
                    <a:pt x="7359" y="23491"/>
                  </a:lnTo>
                  <a:lnTo>
                    <a:pt x="7170" y="23680"/>
                  </a:lnTo>
                  <a:lnTo>
                    <a:pt x="6981" y="23397"/>
                  </a:lnTo>
                  <a:lnTo>
                    <a:pt x="6698" y="23208"/>
                  </a:lnTo>
                  <a:lnTo>
                    <a:pt x="6604" y="23114"/>
                  </a:lnTo>
                  <a:lnTo>
                    <a:pt x="6415" y="23208"/>
                  </a:lnTo>
                  <a:lnTo>
                    <a:pt x="6227" y="23302"/>
                  </a:lnTo>
                  <a:lnTo>
                    <a:pt x="6132" y="23491"/>
                  </a:lnTo>
                  <a:lnTo>
                    <a:pt x="6038" y="23491"/>
                  </a:lnTo>
                  <a:lnTo>
                    <a:pt x="6038" y="23397"/>
                  </a:lnTo>
                  <a:lnTo>
                    <a:pt x="6132" y="23208"/>
                  </a:lnTo>
                  <a:lnTo>
                    <a:pt x="5849" y="23302"/>
                  </a:lnTo>
                  <a:lnTo>
                    <a:pt x="5661" y="23397"/>
                  </a:lnTo>
                  <a:lnTo>
                    <a:pt x="5095" y="23208"/>
                  </a:lnTo>
                  <a:lnTo>
                    <a:pt x="4057" y="23019"/>
                  </a:lnTo>
                  <a:lnTo>
                    <a:pt x="2925" y="22831"/>
                  </a:lnTo>
                  <a:lnTo>
                    <a:pt x="2265" y="22831"/>
                  </a:lnTo>
                  <a:lnTo>
                    <a:pt x="2265" y="22642"/>
                  </a:lnTo>
                  <a:lnTo>
                    <a:pt x="1887" y="22642"/>
                  </a:lnTo>
                  <a:lnTo>
                    <a:pt x="1510" y="22548"/>
                  </a:lnTo>
                  <a:lnTo>
                    <a:pt x="944" y="22076"/>
                  </a:lnTo>
                  <a:lnTo>
                    <a:pt x="944" y="21887"/>
                  </a:lnTo>
                  <a:lnTo>
                    <a:pt x="1038" y="21699"/>
                  </a:lnTo>
                  <a:lnTo>
                    <a:pt x="755" y="21699"/>
                  </a:lnTo>
                  <a:lnTo>
                    <a:pt x="472" y="21793"/>
                  </a:lnTo>
                  <a:lnTo>
                    <a:pt x="95" y="22076"/>
                  </a:lnTo>
                  <a:lnTo>
                    <a:pt x="0" y="22265"/>
                  </a:lnTo>
                  <a:lnTo>
                    <a:pt x="0" y="22359"/>
                  </a:lnTo>
                  <a:lnTo>
                    <a:pt x="283" y="22453"/>
                  </a:lnTo>
                  <a:lnTo>
                    <a:pt x="189" y="22548"/>
                  </a:lnTo>
                  <a:lnTo>
                    <a:pt x="95" y="22453"/>
                  </a:lnTo>
                  <a:lnTo>
                    <a:pt x="95" y="22642"/>
                  </a:lnTo>
                  <a:lnTo>
                    <a:pt x="283" y="22642"/>
                  </a:lnTo>
                  <a:lnTo>
                    <a:pt x="566" y="22736"/>
                  </a:lnTo>
                  <a:lnTo>
                    <a:pt x="472" y="22831"/>
                  </a:lnTo>
                  <a:lnTo>
                    <a:pt x="472" y="22925"/>
                  </a:lnTo>
                  <a:lnTo>
                    <a:pt x="661" y="22736"/>
                  </a:lnTo>
                  <a:lnTo>
                    <a:pt x="755" y="22925"/>
                  </a:lnTo>
                  <a:lnTo>
                    <a:pt x="755" y="23019"/>
                  </a:lnTo>
                  <a:lnTo>
                    <a:pt x="661" y="23019"/>
                  </a:lnTo>
                  <a:lnTo>
                    <a:pt x="944" y="23114"/>
                  </a:lnTo>
                  <a:lnTo>
                    <a:pt x="1132" y="23208"/>
                  </a:lnTo>
                  <a:lnTo>
                    <a:pt x="1604" y="23397"/>
                  </a:lnTo>
                  <a:lnTo>
                    <a:pt x="1510" y="23491"/>
                  </a:lnTo>
                  <a:lnTo>
                    <a:pt x="1510" y="23585"/>
                  </a:lnTo>
                  <a:lnTo>
                    <a:pt x="1793" y="23680"/>
                  </a:lnTo>
                  <a:lnTo>
                    <a:pt x="2170" y="23774"/>
                  </a:lnTo>
                  <a:lnTo>
                    <a:pt x="2453" y="23774"/>
                  </a:lnTo>
                  <a:lnTo>
                    <a:pt x="2359" y="23868"/>
                  </a:lnTo>
                  <a:lnTo>
                    <a:pt x="2642" y="24057"/>
                  </a:lnTo>
                  <a:lnTo>
                    <a:pt x="2736" y="23868"/>
                  </a:lnTo>
                  <a:lnTo>
                    <a:pt x="3019" y="23680"/>
                  </a:lnTo>
                  <a:lnTo>
                    <a:pt x="2925" y="23963"/>
                  </a:lnTo>
                  <a:lnTo>
                    <a:pt x="2831" y="24151"/>
                  </a:lnTo>
                  <a:lnTo>
                    <a:pt x="3114" y="23868"/>
                  </a:lnTo>
                  <a:lnTo>
                    <a:pt x="3208" y="24151"/>
                  </a:lnTo>
                  <a:lnTo>
                    <a:pt x="3302" y="23963"/>
                  </a:lnTo>
                  <a:lnTo>
                    <a:pt x="3491" y="24057"/>
                  </a:lnTo>
                  <a:lnTo>
                    <a:pt x="3585" y="24340"/>
                  </a:lnTo>
                  <a:lnTo>
                    <a:pt x="3680" y="24246"/>
                  </a:lnTo>
                  <a:lnTo>
                    <a:pt x="3774" y="24057"/>
                  </a:lnTo>
                  <a:lnTo>
                    <a:pt x="3868" y="24151"/>
                  </a:lnTo>
                  <a:lnTo>
                    <a:pt x="3868" y="24340"/>
                  </a:lnTo>
                  <a:lnTo>
                    <a:pt x="4434" y="24151"/>
                  </a:lnTo>
                  <a:lnTo>
                    <a:pt x="4717" y="24057"/>
                  </a:lnTo>
                  <a:lnTo>
                    <a:pt x="4812" y="24151"/>
                  </a:lnTo>
                  <a:lnTo>
                    <a:pt x="4812" y="23868"/>
                  </a:lnTo>
                  <a:lnTo>
                    <a:pt x="5000" y="23774"/>
                  </a:lnTo>
                  <a:lnTo>
                    <a:pt x="5000" y="23868"/>
                  </a:lnTo>
                  <a:lnTo>
                    <a:pt x="4906" y="24057"/>
                  </a:lnTo>
                  <a:lnTo>
                    <a:pt x="5095" y="23963"/>
                  </a:lnTo>
                  <a:lnTo>
                    <a:pt x="5378" y="23963"/>
                  </a:lnTo>
                  <a:lnTo>
                    <a:pt x="5378" y="24151"/>
                  </a:lnTo>
                  <a:lnTo>
                    <a:pt x="5000" y="24151"/>
                  </a:lnTo>
                  <a:lnTo>
                    <a:pt x="5095" y="24246"/>
                  </a:lnTo>
                  <a:lnTo>
                    <a:pt x="5000" y="24246"/>
                  </a:lnTo>
                  <a:lnTo>
                    <a:pt x="5000" y="24434"/>
                  </a:lnTo>
                  <a:lnTo>
                    <a:pt x="5378" y="24434"/>
                  </a:lnTo>
                  <a:lnTo>
                    <a:pt x="5566" y="24246"/>
                  </a:lnTo>
                  <a:lnTo>
                    <a:pt x="5944" y="24340"/>
                  </a:lnTo>
                  <a:lnTo>
                    <a:pt x="6415" y="24340"/>
                  </a:lnTo>
                  <a:lnTo>
                    <a:pt x="6321" y="24434"/>
                  </a:lnTo>
                  <a:lnTo>
                    <a:pt x="6510" y="24434"/>
                  </a:lnTo>
                  <a:lnTo>
                    <a:pt x="6604" y="24340"/>
                  </a:lnTo>
                  <a:lnTo>
                    <a:pt x="6604" y="24246"/>
                  </a:lnTo>
                  <a:lnTo>
                    <a:pt x="6793" y="24340"/>
                  </a:lnTo>
                  <a:lnTo>
                    <a:pt x="6604" y="24434"/>
                  </a:lnTo>
                  <a:lnTo>
                    <a:pt x="6793" y="24434"/>
                  </a:lnTo>
                  <a:lnTo>
                    <a:pt x="6887" y="24340"/>
                  </a:lnTo>
                  <a:lnTo>
                    <a:pt x="6981" y="24434"/>
                  </a:lnTo>
                  <a:lnTo>
                    <a:pt x="7264" y="24434"/>
                  </a:lnTo>
                  <a:lnTo>
                    <a:pt x="7925" y="24623"/>
                  </a:lnTo>
                  <a:lnTo>
                    <a:pt x="8680" y="24623"/>
                  </a:lnTo>
                  <a:lnTo>
                    <a:pt x="9057" y="24529"/>
                  </a:lnTo>
                  <a:lnTo>
                    <a:pt x="9529" y="24529"/>
                  </a:lnTo>
                  <a:lnTo>
                    <a:pt x="10000" y="24623"/>
                  </a:lnTo>
                  <a:lnTo>
                    <a:pt x="10566" y="24717"/>
                  </a:lnTo>
                  <a:lnTo>
                    <a:pt x="11415" y="24623"/>
                  </a:lnTo>
                  <a:lnTo>
                    <a:pt x="12359" y="24529"/>
                  </a:lnTo>
                  <a:lnTo>
                    <a:pt x="12830" y="24340"/>
                  </a:lnTo>
                  <a:lnTo>
                    <a:pt x="12925" y="24529"/>
                  </a:lnTo>
                  <a:lnTo>
                    <a:pt x="13019" y="24340"/>
                  </a:lnTo>
                  <a:lnTo>
                    <a:pt x="13113" y="24529"/>
                  </a:lnTo>
                  <a:lnTo>
                    <a:pt x="13208" y="24434"/>
                  </a:lnTo>
                  <a:lnTo>
                    <a:pt x="13113" y="24340"/>
                  </a:lnTo>
                  <a:lnTo>
                    <a:pt x="13962" y="24340"/>
                  </a:lnTo>
                  <a:lnTo>
                    <a:pt x="13962" y="24434"/>
                  </a:lnTo>
                  <a:lnTo>
                    <a:pt x="13962" y="24529"/>
                  </a:lnTo>
                  <a:lnTo>
                    <a:pt x="14717" y="24246"/>
                  </a:lnTo>
                  <a:lnTo>
                    <a:pt x="15566" y="24057"/>
                  </a:lnTo>
                  <a:lnTo>
                    <a:pt x="15378" y="23963"/>
                  </a:lnTo>
                  <a:lnTo>
                    <a:pt x="15472" y="23868"/>
                  </a:lnTo>
                  <a:lnTo>
                    <a:pt x="15566" y="23963"/>
                  </a:lnTo>
                  <a:lnTo>
                    <a:pt x="15472" y="23774"/>
                  </a:lnTo>
                  <a:lnTo>
                    <a:pt x="15661" y="23868"/>
                  </a:lnTo>
                  <a:lnTo>
                    <a:pt x="15566" y="24057"/>
                  </a:lnTo>
                  <a:lnTo>
                    <a:pt x="16038" y="23963"/>
                  </a:lnTo>
                  <a:lnTo>
                    <a:pt x="16698" y="23680"/>
                  </a:lnTo>
                  <a:lnTo>
                    <a:pt x="17264" y="23397"/>
                  </a:lnTo>
                  <a:lnTo>
                    <a:pt x="17453" y="23208"/>
                  </a:lnTo>
                  <a:lnTo>
                    <a:pt x="17547" y="23019"/>
                  </a:lnTo>
                  <a:lnTo>
                    <a:pt x="17736" y="23114"/>
                  </a:lnTo>
                  <a:lnTo>
                    <a:pt x="17830" y="23114"/>
                  </a:lnTo>
                  <a:lnTo>
                    <a:pt x="18019" y="23019"/>
                  </a:lnTo>
                  <a:lnTo>
                    <a:pt x="18208" y="22736"/>
                  </a:lnTo>
                  <a:lnTo>
                    <a:pt x="18302" y="22548"/>
                  </a:lnTo>
                  <a:lnTo>
                    <a:pt x="18868" y="22359"/>
                  </a:lnTo>
                  <a:lnTo>
                    <a:pt x="19623" y="22076"/>
                  </a:lnTo>
                  <a:lnTo>
                    <a:pt x="20189" y="21699"/>
                  </a:lnTo>
                  <a:lnTo>
                    <a:pt x="20849" y="21227"/>
                  </a:lnTo>
                  <a:lnTo>
                    <a:pt x="21321" y="20755"/>
                  </a:lnTo>
                  <a:lnTo>
                    <a:pt x="21510" y="20472"/>
                  </a:lnTo>
                  <a:lnTo>
                    <a:pt x="22170" y="19906"/>
                  </a:lnTo>
                  <a:lnTo>
                    <a:pt x="22736" y="19435"/>
                  </a:lnTo>
                  <a:lnTo>
                    <a:pt x="23113" y="18963"/>
                  </a:lnTo>
                  <a:lnTo>
                    <a:pt x="23302" y="18585"/>
                  </a:lnTo>
                  <a:lnTo>
                    <a:pt x="23396" y="18774"/>
                  </a:lnTo>
                  <a:lnTo>
                    <a:pt x="23585" y="18397"/>
                  </a:lnTo>
                  <a:lnTo>
                    <a:pt x="23774" y="18114"/>
                  </a:lnTo>
                  <a:lnTo>
                    <a:pt x="24057" y="17736"/>
                  </a:lnTo>
                  <a:lnTo>
                    <a:pt x="24245" y="17453"/>
                  </a:lnTo>
                  <a:lnTo>
                    <a:pt x="24340" y="17453"/>
                  </a:lnTo>
                  <a:lnTo>
                    <a:pt x="24434" y="17359"/>
                  </a:lnTo>
                  <a:lnTo>
                    <a:pt x="24623" y="16982"/>
                  </a:lnTo>
                  <a:lnTo>
                    <a:pt x="25189" y="16227"/>
                  </a:lnTo>
                  <a:lnTo>
                    <a:pt x="25566" y="15661"/>
                  </a:lnTo>
                  <a:lnTo>
                    <a:pt x="25943" y="15189"/>
                  </a:lnTo>
                  <a:lnTo>
                    <a:pt x="26226" y="14529"/>
                  </a:lnTo>
                  <a:lnTo>
                    <a:pt x="26509" y="13680"/>
                  </a:lnTo>
                  <a:lnTo>
                    <a:pt x="26604" y="13869"/>
                  </a:lnTo>
                  <a:lnTo>
                    <a:pt x="26604" y="13586"/>
                  </a:lnTo>
                  <a:lnTo>
                    <a:pt x="26698" y="13303"/>
                  </a:lnTo>
                  <a:lnTo>
                    <a:pt x="26792" y="13303"/>
                  </a:lnTo>
                  <a:lnTo>
                    <a:pt x="26887" y="13397"/>
                  </a:lnTo>
                  <a:lnTo>
                    <a:pt x="27170" y="12831"/>
                  </a:lnTo>
                  <a:lnTo>
                    <a:pt x="27264" y="12548"/>
                  </a:lnTo>
                  <a:lnTo>
                    <a:pt x="27264" y="12454"/>
                  </a:lnTo>
                  <a:lnTo>
                    <a:pt x="26981" y="12076"/>
                  </a:lnTo>
                  <a:lnTo>
                    <a:pt x="27075" y="12171"/>
                  </a:lnTo>
                  <a:lnTo>
                    <a:pt x="27170" y="12076"/>
                  </a:lnTo>
                  <a:lnTo>
                    <a:pt x="27358" y="12076"/>
                  </a:lnTo>
                  <a:lnTo>
                    <a:pt x="27453" y="12171"/>
                  </a:lnTo>
                  <a:lnTo>
                    <a:pt x="27453" y="11982"/>
                  </a:lnTo>
                  <a:lnTo>
                    <a:pt x="27547" y="11793"/>
                  </a:lnTo>
                  <a:lnTo>
                    <a:pt x="27641" y="11793"/>
                  </a:lnTo>
                  <a:lnTo>
                    <a:pt x="27547" y="11510"/>
                  </a:lnTo>
                  <a:lnTo>
                    <a:pt x="27641" y="11133"/>
                  </a:lnTo>
                  <a:lnTo>
                    <a:pt x="27830" y="10755"/>
                  </a:lnTo>
                  <a:lnTo>
                    <a:pt x="27924" y="10661"/>
                  </a:lnTo>
                  <a:lnTo>
                    <a:pt x="28113" y="10661"/>
                  </a:lnTo>
                  <a:lnTo>
                    <a:pt x="28019" y="10378"/>
                  </a:lnTo>
                  <a:lnTo>
                    <a:pt x="28019" y="10284"/>
                  </a:lnTo>
                  <a:lnTo>
                    <a:pt x="28019" y="10095"/>
                  </a:lnTo>
                  <a:lnTo>
                    <a:pt x="28113" y="10284"/>
                  </a:lnTo>
                  <a:lnTo>
                    <a:pt x="28208" y="10001"/>
                  </a:lnTo>
                  <a:lnTo>
                    <a:pt x="28019" y="10001"/>
                  </a:lnTo>
                  <a:lnTo>
                    <a:pt x="27924" y="9906"/>
                  </a:lnTo>
                  <a:lnTo>
                    <a:pt x="28113" y="9718"/>
                  </a:lnTo>
                  <a:lnTo>
                    <a:pt x="28208" y="9718"/>
                  </a:lnTo>
                  <a:lnTo>
                    <a:pt x="28113" y="9529"/>
                  </a:lnTo>
                  <a:lnTo>
                    <a:pt x="28396" y="9529"/>
                  </a:lnTo>
                  <a:lnTo>
                    <a:pt x="28302" y="9057"/>
                  </a:lnTo>
                  <a:lnTo>
                    <a:pt x="28396" y="9057"/>
                  </a:lnTo>
                  <a:lnTo>
                    <a:pt x="28396" y="8963"/>
                  </a:lnTo>
                  <a:lnTo>
                    <a:pt x="28396" y="8774"/>
                  </a:lnTo>
                  <a:lnTo>
                    <a:pt x="28491" y="8491"/>
                  </a:lnTo>
                  <a:lnTo>
                    <a:pt x="28585" y="8114"/>
                  </a:lnTo>
                  <a:lnTo>
                    <a:pt x="28774" y="8303"/>
                  </a:lnTo>
                  <a:lnTo>
                    <a:pt x="28962" y="7454"/>
                  </a:lnTo>
                  <a:lnTo>
                    <a:pt x="29057" y="6699"/>
                  </a:lnTo>
                  <a:lnTo>
                    <a:pt x="29245" y="5661"/>
                  </a:lnTo>
                  <a:lnTo>
                    <a:pt x="29340" y="4718"/>
                  </a:lnTo>
                  <a:lnTo>
                    <a:pt x="29340" y="4341"/>
                  </a:lnTo>
                  <a:lnTo>
                    <a:pt x="29057" y="4435"/>
                  </a:lnTo>
                  <a:lnTo>
                    <a:pt x="28962" y="4435"/>
                  </a:lnTo>
                  <a:lnTo>
                    <a:pt x="28962" y="4246"/>
                  </a:lnTo>
                  <a:lnTo>
                    <a:pt x="29151" y="4341"/>
                  </a:lnTo>
                  <a:lnTo>
                    <a:pt x="29245" y="4152"/>
                  </a:lnTo>
                  <a:lnTo>
                    <a:pt x="29151" y="4152"/>
                  </a:lnTo>
                  <a:lnTo>
                    <a:pt x="29057" y="3963"/>
                  </a:lnTo>
                  <a:lnTo>
                    <a:pt x="28962" y="3680"/>
                  </a:lnTo>
                  <a:lnTo>
                    <a:pt x="28962" y="3680"/>
                  </a:lnTo>
                  <a:lnTo>
                    <a:pt x="29245" y="3774"/>
                  </a:lnTo>
                  <a:lnTo>
                    <a:pt x="29057" y="3586"/>
                  </a:lnTo>
                  <a:lnTo>
                    <a:pt x="29057" y="3397"/>
                  </a:lnTo>
                  <a:lnTo>
                    <a:pt x="29245" y="3586"/>
                  </a:lnTo>
                  <a:lnTo>
                    <a:pt x="29245" y="3491"/>
                  </a:lnTo>
                  <a:lnTo>
                    <a:pt x="29434" y="3114"/>
                  </a:lnTo>
                  <a:lnTo>
                    <a:pt x="29245" y="2925"/>
                  </a:lnTo>
                  <a:lnTo>
                    <a:pt x="28962" y="2642"/>
                  </a:lnTo>
                  <a:lnTo>
                    <a:pt x="28962" y="2642"/>
                  </a:lnTo>
                  <a:lnTo>
                    <a:pt x="29245" y="2831"/>
                  </a:lnTo>
                  <a:lnTo>
                    <a:pt x="29340" y="2737"/>
                  </a:lnTo>
                  <a:lnTo>
                    <a:pt x="29434" y="2359"/>
                  </a:lnTo>
                  <a:lnTo>
                    <a:pt x="29434" y="2265"/>
                  </a:lnTo>
                  <a:lnTo>
                    <a:pt x="29434" y="2171"/>
                  </a:lnTo>
                  <a:lnTo>
                    <a:pt x="29340" y="2171"/>
                  </a:lnTo>
                  <a:lnTo>
                    <a:pt x="28774" y="944"/>
                  </a:lnTo>
                  <a:lnTo>
                    <a:pt x="28962" y="661"/>
                  </a:lnTo>
                  <a:lnTo>
                    <a:pt x="29057" y="473"/>
                  </a:lnTo>
                  <a:lnTo>
                    <a:pt x="29151" y="473"/>
                  </a:lnTo>
                  <a:lnTo>
                    <a:pt x="28868" y="190"/>
                  </a:lnTo>
                  <a:lnTo>
                    <a:pt x="29057" y="190"/>
                  </a:lnTo>
                  <a:lnTo>
                    <a:pt x="289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1745175" y="2199475"/>
              <a:ext cx="169825" cy="162775"/>
            </a:xfrm>
            <a:custGeom>
              <a:rect b="b" l="l" r="r" t="t"/>
              <a:pathLst>
                <a:path extrusionOk="0" h="6511" w="6793">
                  <a:moveTo>
                    <a:pt x="1038" y="6416"/>
                  </a:moveTo>
                  <a:lnTo>
                    <a:pt x="1038" y="6463"/>
                  </a:lnTo>
                  <a:lnTo>
                    <a:pt x="1038" y="6463"/>
                  </a:lnTo>
                  <a:lnTo>
                    <a:pt x="943" y="6416"/>
                  </a:lnTo>
                  <a:close/>
                  <a:moveTo>
                    <a:pt x="2641" y="1"/>
                  </a:moveTo>
                  <a:lnTo>
                    <a:pt x="2641" y="190"/>
                  </a:lnTo>
                  <a:lnTo>
                    <a:pt x="2641" y="473"/>
                  </a:lnTo>
                  <a:lnTo>
                    <a:pt x="2641" y="567"/>
                  </a:lnTo>
                  <a:lnTo>
                    <a:pt x="2547" y="284"/>
                  </a:lnTo>
                  <a:lnTo>
                    <a:pt x="2547" y="756"/>
                  </a:lnTo>
                  <a:lnTo>
                    <a:pt x="2453" y="284"/>
                  </a:lnTo>
                  <a:lnTo>
                    <a:pt x="2453" y="473"/>
                  </a:lnTo>
                  <a:lnTo>
                    <a:pt x="2453" y="661"/>
                  </a:lnTo>
                  <a:lnTo>
                    <a:pt x="2075" y="1227"/>
                  </a:lnTo>
                  <a:lnTo>
                    <a:pt x="1509" y="2171"/>
                  </a:lnTo>
                  <a:lnTo>
                    <a:pt x="849" y="3114"/>
                  </a:lnTo>
                  <a:lnTo>
                    <a:pt x="377" y="3774"/>
                  </a:lnTo>
                  <a:lnTo>
                    <a:pt x="283" y="4152"/>
                  </a:lnTo>
                  <a:lnTo>
                    <a:pt x="472" y="4246"/>
                  </a:lnTo>
                  <a:lnTo>
                    <a:pt x="472" y="4340"/>
                  </a:lnTo>
                  <a:lnTo>
                    <a:pt x="377" y="4435"/>
                  </a:lnTo>
                  <a:lnTo>
                    <a:pt x="283" y="4435"/>
                  </a:lnTo>
                  <a:lnTo>
                    <a:pt x="566" y="4529"/>
                  </a:lnTo>
                  <a:lnTo>
                    <a:pt x="472" y="4435"/>
                  </a:lnTo>
                  <a:lnTo>
                    <a:pt x="566" y="4435"/>
                  </a:lnTo>
                  <a:lnTo>
                    <a:pt x="849" y="4623"/>
                  </a:lnTo>
                  <a:lnTo>
                    <a:pt x="566" y="4623"/>
                  </a:lnTo>
                  <a:lnTo>
                    <a:pt x="472" y="4812"/>
                  </a:lnTo>
                  <a:lnTo>
                    <a:pt x="377" y="5284"/>
                  </a:lnTo>
                  <a:lnTo>
                    <a:pt x="283" y="5944"/>
                  </a:lnTo>
                  <a:lnTo>
                    <a:pt x="189" y="6133"/>
                  </a:lnTo>
                  <a:lnTo>
                    <a:pt x="0" y="6227"/>
                  </a:lnTo>
                  <a:lnTo>
                    <a:pt x="566" y="6416"/>
                  </a:lnTo>
                  <a:lnTo>
                    <a:pt x="1038" y="6494"/>
                  </a:lnTo>
                  <a:lnTo>
                    <a:pt x="1038" y="6494"/>
                  </a:lnTo>
                  <a:lnTo>
                    <a:pt x="1038" y="6510"/>
                  </a:lnTo>
                  <a:lnTo>
                    <a:pt x="1051" y="6497"/>
                  </a:lnTo>
                  <a:lnTo>
                    <a:pt x="1051" y="6497"/>
                  </a:lnTo>
                  <a:lnTo>
                    <a:pt x="1132" y="6510"/>
                  </a:lnTo>
                  <a:lnTo>
                    <a:pt x="1069" y="6479"/>
                  </a:lnTo>
                  <a:lnTo>
                    <a:pt x="1069" y="6479"/>
                  </a:lnTo>
                  <a:lnTo>
                    <a:pt x="1132" y="6416"/>
                  </a:lnTo>
                  <a:lnTo>
                    <a:pt x="1226" y="6133"/>
                  </a:lnTo>
                  <a:lnTo>
                    <a:pt x="1226" y="5944"/>
                  </a:lnTo>
                  <a:lnTo>
                    <a:pt x="1038" y="5755"/>
                  </a:lnTo>
                  <a:lnTo>
                    <a:pt x="1415" y="5755"/>
                  </a:lnTo>
                  <a:lnTo>
                    <a:pt x="1321" y="5661"/>
                  </a:lnTo>
                  <a:lnTo>
                    <a:pt x="1415" y="5661"/>
                  </a:lnTo>
                  <a:lnTo>
                    <a:pt x="1604" y="5755"/>
                  </a:lnTo>
                  <a:lnTo>
                    <a:pt x="1415" y="5567"/>
                  </a:lnTo>
                  <a:lnTo>
                    <a:pt x="1038" y="5189"/>
                  </a:lnTo>
                  <a:lnTo>
                    <a:pt x="1226" y="5284"/>
                  </a:lnTo>
                  <a:lnTo>
                    <a:pt x="1604" y="5378"/>
                  </a:lnTo>
                  <a:lnTo>
                    <a:pt x="2264" y="3491"/>
                  </a:lnTo>
                  <a:lnTo>
                    <a:pt x="3019" y="1605"/>
                  </a:lnTo>
                  <a:lnTo>
                    <a:pt x="3019" y="1888"/>
                  </a:lnTo>
                  <a:lnTo>
                    <a:pt x="3113" y="1699"/>
                  </a:lnTo>
                  <a:lnTo>
                    <a:pt x="3113" y="1888"/>
                  </a:lnTo>
                  <a:lnTo>
                    <a:pt x="3302" y="1699"/>
                  </a:lnTo>
                  <a:lnTo>
                    <a:pt x="3208" y="1888"/>
                  </a:lnTo>
                  <a:lnTo>
                    <a:pt x="3302" y="1982"/>
                  </a:lnTo>
                  <a:lnTo>
                    <a:pt x="3585" y="2076"/>
                  </a:lnTo>
                  <a:lnTo>
                    <a:pt x="3962" y="2171"/>
                  </a:lnTo>
                  <a:lnTo>
                    <a:pt x="4340" y="1982"/>
                  </a:lnTo>
                  <a:lnTo>
                    <a:pt x="4151" y="2171"/>
                  </a:lnTo>
                  <a:lnTo>
                    <a:pt x="4151" y="2359"/>
                  </a:lnTo>
                  <a:lnTo>
                    <a:pt x="4151" y="2454"/>
                  </a:lnTo>
                  <a:lnTo>
                    <a:pt x="4245" y="2548"/>
                  </a:lnTo>
                  <a:lnTo>
                    <a:pt x="4623" y="2548"/>
                  </a:lnTo>
                  <a:lnTo>
                    <a:pt x="4811" y="2359"/>
                  </a:lnTo>
                  <a:lnTo>
                    <a:pt x="5000" y="2642"/>
                  </a:lnTo>
                  <a:lnTo>
                    <a:pt x="5283" y="3020"/>
                  </a:lnTo>
                  <a:lnTo>
                    <a:pt x="5755" y="3208"/>
                  </a:lnTo>
                  <a:lnTo>
                    <a:pt x="6132" y="3208"/>
                  </a:lnTo>
                  <a:lnTo>
                    <a:pt x="6038" y="3397"/>
                  </a:lnTo>
                  <a:lnTo>
                    <a:pt x="6038" y="3586"/>
                  </a:lnTo>
                  <a:lnTo>
                    <a:pt x="6132" y="3680"/>
                  </a:lnTo>
                  <a:lnTo>
                    <a:pt x="6321" y="3680"/>
                  </a:lnTo>
                  <a:lnTo>
                    <a:pt x="6698" y="3586"/>
                  </a:lnTo>
                  <a:lnTo>
                    <a:pt x="6698" y="3869"/>
                  </a:lnTo>
                  <a:lnTo>
                    <a:pt x="6509" y="3963"/>
                  </a:lnTo>
                  <a:lnTo>
                    <a:pt x="6509" y="3963"/>
                  </a:lnTo>
                  <a:lnTo>
                    <a:pt x="6792" y="3869"/>
                  </a:lnTo>
                  <a:lnTo>
                    <a:pt x="6792" y="3491"/>
                  </a:lnTo>
                  <a:lnTo>
                    <a:pt x="6698" y="3397"/>
                  </a:lnTo>
                  <a:lnTo>
                    <a:pt x="6509" y="3586"/>
                  </a:lnTo>
                  <a:lnTo>
                    <a:pt x="6509" y="3586"/>
                  </a:lnTo>
                  <a:lnTo>
                    <a:pt x="6604" y="3303"/>
                  </a:lnTo>
                  <a:lnTo>
                    <a:pt x="6604" y="3114"/>
                  </a:lnTo>
                  <a:lnTo>
                    <a:pt x="6509" y="3020"/>
                  </a:lnTo>
                  <a:lnTo>
                    <a:pt x="6226" y="3020"/>
                  </a:lnTo>
                  <a:lnTo>
                    <a:pt x="5849" y="3114"/>
                  </a:lnTo>
                  <a:lnTo>
                    <a:pt x="5849" y="3114"/>
                  </a:lnTo>
                  <a:lnTo>
                    <a:pt x="5943" y="2831"/>
                  </a:lnTo>
                  <a:lnTo>
                    <a:pt x="5943" y="2925"/>
                  </a:lnTo>
                  <a:lnTo>
                    <a:pt x="6132" y="2548"/>
                  </a:lnTo>
                  <a:lnTo>
                    <a:pt x="5660" y="2359"/>
                  </a:lnTo>
                  <a:lnTo>
                    <a:pt x="5283" y="2171"/>
                  </a:lnTo>
                  <a:lnTo>
                    <a:pt x="4906" y="2171"/>
                  </a:lnTo>
                  <a:lnTo>
                    <a:pt x="4906" y="1699"/>
                  </a:lnTo>
                  <a:lnTo>
                    <a:pt x="5094" y="1322"/>
                  </a:lnTo>
                  <a:lnTo>
                    <a:pt x="4717" y="1605"/>
                  </a:lnTo>
                  <a:lnTo>
                    <a:pt x="4811" y="1322"/>
                  </a:lnTo>
                  <a:lnTo>
                    <a:pt x="4811" y="1322"/>
                  </a:lnTo>
                  <a:lnTo>
                    <a:pt x="4717" y="1416"/>
                  </a:lnTo>
                  <a:lnTo>
                    <a:pt x="4434" y="1605"/>
                  </a:lnTo>
                  <a:lnTo>
                    <a:pt x="4623" y="1322"/>
                  </a:lnTo>
                  <a:lnTo>
                    <a:pt x="4623" y="1227"/>
                  </a:lnTo>
                  <a:lnTo>
                    <a:pt x="4528" y="1133"/>
                  </a:lnTo>
                  <a:lnTo>
                    <a:pt x="4340" y="1322"/>
                  </a:lnTo>
                  <a:lnTo>
                    <a:pt x="4340" y="1510"/>
                  </a:lnTo>
                  <a:lnTo>
                    <a:pt x="4245" y="1322"/>
                  </a:lnTo>
                  <a:lnTo>
                    <a:pt x="4151" y="1227"/>
                  </a:lnTo>
                  <a:lnTo>
                    <a:pt x="3868" y="944"/>
                  </a:lnTo>
                  <a:lnTo>
                    <a:pt x="3208" y="567"/>
                  </a:lnTo>
                  <a:lnTo>
                    <a:pt x="2925" y="378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1"/>
          <p:cNvSpPr/>
          <p:nvPr/>
        </p:nvSpPr>
        <p:spPr>
          <a:xfrm>
            <a:off x="2497627" y="2497075"/>
            <a:ext cx="1442481" cy="102978"/>
          </a:xfrm>
          <a:custGeom>
            <a:rect b="b" l="l" r="r" t="t"/>
            <a:pathLst>
              <a:path extrusionOk="0" h="2831" w="27831">
                <a:moveTo>
                  <a:pt x="27264" y="944"/>
                </a:moveTo>
                <a:lnTo>
                  <a:pt x="27359" y="1086"/>
                </a:lnTo>
                <a:lnTo>
                  <a:pt x="27359" y="944"/>
                </a:lnTo>
                <a:close/>
                <a:moveTo>
                  <a:pt x="27359" y="1086"/>
                </a:moveTo>
                <a:lnTo>
                  <a:pt x="27359" y="1133"/>
                </a:lnTo>
                <a:lnTo>
                  <a:pt x="27372" y="1106"/>
                </a:lnTo>
                <a:lnTo>
                  <a:pt x="27372" y="1106"/>
                </a:lnTo>
                <a:lnTo>
                  <a:pt x="27359" y="1086"/>
                </a:lnTo>
                <a:close/>
                <a:moveTo>
                  <a:pt x="27453" y="944"/>
                </a:moveTo>
                <a:lnTo>
                  <a:pt x="27372" y="1106"/>
                </a:lnTo>
                <a:lnTo>
                  <a:pt x="27372" y="1106"/>
                </a:lnTo>
                <a:lnTo>
                  <a:pt x="27453" y="1227"/>
                </a:lnTo>
                <a:lnTo>
                  <a:pt x="27453" y="944"/>
                </a:lnTo>
                <a:close/>
                <a:moveTo>
                  <a:pt x="27642" y="1039"/>
                </a:moveTo>
                <a:lnTo>
                  <a:pt x="27453" y="1227"/>
                </a:lnTo>
                <a:lnTo>
                  <a:pt x="27453" y="1322"/>
                </a:lnTo>
                <a:lnTo>
                  <a:pt x="27453" y="1416"/>
                </a:lnTo>
                <a:lnTo>
                  <a:pt x="27830" y="1416"/>
                </a:lnTo>
                <a:lnTo>
                  <a:pt x="27830" y="1227"/>
                </a:lnTo>
                <a:lnTo>
                  <a:pt x="27736" y="1322"/>
                </a:lnTo>
                <a:lnTo>
                  <a:pt x="27736" y="1227"/>
                </a:lnTo>
                <a:lnTo>
                  <a:pt x="27736" y="1133"/>
                </a:lnTo>
                <a:lnTo>
                  <a:pt x="27642" y="1039"/>
                </a:lnTo>
                <a:close/>
                <a:moveTo>
                  <a:pt x="20189" y="1"/>
                </a:moveTo>
                <a:lnTo>
                  <a:pt x="20095" y="190"/>
                </a:lnTo>
                <a:lnTo>
                  <a:pt x="20000" y="95"/>
                </a:lnTo>
                <a:lnTo>
                  <a:pt x="19906" y="284"/>
                </a:lnTo>
                <a:lnTo>
                  <a:pt x="19812" y="473"/>
                </a:lnTo>
                <a:lnTo>
                  <a:pt x="19529" y="284"/>
                </a:lnTo>
                <a:lnTo>
                  <a:pt x="19340" y="95"/>
                </a:lnTo>
                <a:lnTo>
                  <a:pt x="19246" y="95"/>
                </a:lnTo>
                <a:lnTo>
                  <a:pt x="19246" y="190"/>
                </a:lnTo>
                <a:lnTo>
                  <a:pt x="19151" y="378"/>
                </a:lnTo>
                <a:lnTo>
                  <a:pt x="19434" y="190"/>
                </a:lnTo>
                <a:lnTo>
                  <a:pt x="19246" y="473"/>
                </a:lnTo>
                <a:lnTo>
                  <a:pt x="19434" y="378"/>
                </a:lnTo>
                <a:lnTo>
                  <a:pt x="19434" y="567"/>
                </a:lnTo>
                <a:lnTo>
                  <a:pt x="19151" y="567"/>
                </a:lnTo>
                <a:lnTo>
                  <a:pt x="19151" y="190"/>
                </a:lnTo>
                <a:lnTo>
                  <a:pt x="19057" y="95"/>
                </a:lnTo>
                <a:lnTo>
                  <a:pt x="18963" y="95"/>
                </a:lnTo>
                <a:lnTo>
                  <a:pt x="18774" y="284"/>
                </a:lnTo>
                <a:lnTo>
                  <a:pt x="18680" y="473"/>
                </a:lnTo>
                <a:lnTo>
                  <a:pt x="18585" y="378"/>
                </a:lnTo>
                <a:lnTo>
                  <a:pt x="18491" y="190"/>
                </a:lnTo>
                <a:lnTo>
                  <a:pt x="18397" y="378"/>
                </a:lnTo>
                <a:lnTo>
                  <a:pt x="17925" y="567"/>
                </a:lnTo>
                <a:lnTo>
                  <a:pt x="18019" y="284"/>
                </a:lnTo>
                <a:lnTo>
                  <a:pt x="17831" y="378"/>
                </a:lnTo>
                <a:lnTo>
                  <a:pt x="17642" y="567"/>
                </a:lnTo>
                <a:lnTo>
                  <a:pt x="17642" y="661"/>
                </a:lnTo>
                <a:lnTo>
                  <a:pt x="17453" y="567"/>
                </a:lnTo>
                <a:lnTo>
                  <a:pt x="17170" y="473"/>
                </a:lnTo>
                <a:lnTo>
                  <a:pt x="16699" y="473"/>
                </a:lnTo>
                <a:lnTo>
                  <a:pt x="16699" y="567"/>
                </a:lnTo>
                <a:lnTo>
                  <a:pt x="16604" y="661"/>
                </a:lnTo>
                <a:lnTo>
                  <a:pt x="16416" y="378"/>
                </a:lnTo>
                <a:lnTo>
                  <a:pt x="16227" y="378"/>
                </a:lnTo>
                <a:lnTo>
                  <a:pt x="15661" y="661"/>
                </a:lnTo>
                <a:lnTo>
                  <a:pt x="15661" y="473"/>
                </a:lnTo>
                <a:lnTo>
                  <a:pt x="15567" y="756"/>
                </a:lnTo>
                <a:lnTo>
                  <a:pt x="15378" y="473"/>
                </a:lnTo>
                <a:lnTo>
                  <a:pt x="15567" y="473"/>
                </a:lnTo>
                <a:lnTo>
                  <a:pt x="15472" y="378"/>
                </a:lnTo>
                <a:lnTo>
                  <a:pt x="15378" y="378"/>
                </a:lnTo>
                <a:lnTo>
                  <a:pt x="15189" y="473"/>
                </a:lnTo>
                <a:lnTo>
                  <a:pt x="15000" y="756"/>
                </a:lnTo>
                <a:lnTo>
                  <a:pt x="14906" y="661"/>
                </a:lnTo>
                <a:lnTo>
                  <a:pt x="14812" y="473"/>
                </a:lnTo>
                <a:lnTo>
                  <a:pt x="14529" y="756"/>
                </a:lnTo>
                <a:lnTo>
                  <a:pt x="14623" y="567"/>
                </a:lnTo>
                <a:lnTo>
                  <a:pt x="14529" y="661"/>
                </a:lnTo>
                <a:lnTo>
                  <a:pt x="14340" y="756"/>
                </a:lnTo>
                <a:lnTo>
                  <a:pt x="14340" y="567"/>
                </a:lnTo>
                <a:lnTo>
                  <a:pt x="14246" y="473"/>
                </a:lnTo>
                <a:lnTo>
                  <a:pt x="13963" y="378"/>
                </a:lnTo>
                <a:lnTo>
                  <a:pt x="13585" y="284"/>
                </a:lnTo>
                <a:lnTo>
                  <a:pt x="13302" y="284"/>
                </a:lnTo>
                <a:lnTo>
                  <a:pt x="13302" y="378"/>
                </a:lnTo>
                <a:lnTo>
                  <a:pt x="13302" y="473"/>
                </a:lnTo>
                <a:lnTo>
                  <a:pt x="13208" y="473"/>
                </a:lnTo>
                <a:lnTo>
                  <a:pt x="13208" y="661"/>
                </a:lnTo>
                <a:lnTo>
                  <a:pt x="13114" y="661"/>
                </a:lnTo>
                <a:lnTo>
                  <a:pt x="13019" y="567"/>
                </a:lnTo>
                <a:lnTo>
                  <a:pt x="12925" y="378"/>
                </a:lnTo>
                <a:lnTo>
                  <a:pt x="12831" y="95"/>
                </a:lnTo>
                <a:lnTo>
                  <a:pt x="12831" y="378"/>
                </a:lnTo>
                <a:lnTo>
                  <a:pt x="12736" y="378"/>
                </a:lnTo>
                <a:lnTo>
                  <a:pt x="12642" y="284"/>
                </a:lnTo>
                <a:lnTo>
                  <a:pt x="12548" y="190"/>
                </a:lnTo>
                <a:lnTo>
                  <a:pt x="12265" y="190"/>
                </a:lnTo>
                <a:lnTo>
                  <a:pt x="12170" y="473"/>
                </a:lnTo>
                <a:lnTo>
                  <a:pt x="12076" y="378"/>
                </a:lnTo>
                <a:lnTo>
                  <a:pt x="11887" y="284"/>
                </a:lnTo>
                <a:lnTo>
                  <a:pt x="11510" y="378"/>
                </a:lnTo>
                <a:lnTo>
                  <a:pt x="10755" y="661"/>
                </a:lnTo>
                <a:lnTo>
                  <a:pt x="10661" y="473"/>
                </a:lnTo>
                <a:lnTo>
                  <a:pt x="10567" y="378"/>
                </a:lnTo>
                <a:lnTo>
                  <a:pt x="10095" y="378"/>
                </a:lnTo>
                <a:lnTo>
                  <a:pt x="9529" y="473"/>
                </a:lnTo>
                <a:lnTo>
                  <a:pt x="9340" y="473"/>
                </a:lnTo>
                <a:lnTo>
                  <a:pt x="9152" y="378"/>
                </a:lnTo>
                <a:lnTo>
                  <a:pt x="9152" y="473"/>
                </a:lnTo>
                <a:lnTo>
                  <a:pt x="9152" y="567"/>
                </a:lnTo>
                <a:lnTo>
                  <a:pt x="8963" y="661"/>
                </a:lnTo>
                <a:lnTo>
                  <a:pt x="8869" y="567"/>
                </a:lnTo>
                <a:lnTo>
                  <a:pt x="8680" y="473"/>
                </a:lnTo>
                <a:lnTo>
                  <a:pt x="8680" y="756"/>
                </a:lnTo>
                <a:lnTo>
                  <a:pt x="8491" y="661"/>
                </a:lnTo>
                <a:lnTo>
                  <a:pt x="8208" y="567"/>
                </a:lnTo>
                <a:lnTo>
                  <a:pt x="7925" y="661"/>
                </a:lnTo>
                <a:lnTo>
                  <a:pt x="7831" y="756"/>
                </a:lnTo>
                <a:lnTo>
                  <a:pt x="7548" y="567"/>
                </a:lnTo>
                <a:lnTo>
                  <a:pt x="7359" y="473"/>
                </a:lnTo>
                <a:lnTo>
                  <a:pt x="7170" y="944"/>
                </a:lnTo>
                <a:lnTo>
                  <a:pt x="6982" y="661"/>
                </a:lnTo>
                <a:lnTo>
                  <a:pt x="6793" y="661"/>
                </a:lnTo>
                <a:lnTo>
                  <a:pt x="6604" y="756"/>
                </a:lnTo>
                <a:lnTo>
                  <a:pt x="6510" y="661"/>
                </a:lnTo>
                <a:lnTo>
                  <a:pt x="6416" y="756"/>
                </a:lnTo>
                <a:lnTo>
                  <a:pt x="6038" y="944"/>
                </a:lnTo>
                <a:lnTo>
                  <a:pt x="6038" y="1039"/>
                </a:lnTo>
                <a:lnTo>
                  <a:pt x="5850" y="1133"/>
                </a:lnTo>
                <a:lnTo>
                  <a:pt x="5850" y="1039"/>
                </a:lnTo>
                <a:lnTo>
                  <a:pt x="5755" y="1039"/>
                </a:lnTo>
                <a:lnTo>
                  <a:pt x="5567" y="1227"/>
                </a:lnTo>
                <a:lnTo>
                  <a:pt x="5472" y="1227"/>
                </a:lnTo>
                <a:lnTo>
                  <a:pt x="5378" y="1039"/>
                </a:lnTo>
                <a:lnTo>
                  <a:pt x="5378" y="1133"/>
                </a:lnTo>
                <a:lnTo>
                  <a:pt x="5189" y="1227"/>
                </a:lnTo>
                <a:lnTo>
                  <a:pt x="5095" y="1133"/>
                </a:lnTo>
                <a:lnTo>
                  <a:pt x="4906" y="1039"/>
                </a:lnTo>
                <a:lnTo>
                  <a:pt x="5189" y="1039"/>
                </a:lnTo>
                <a:lnTo>
                  <a:pt x="5095" y="944"/>
                </a:lnTo>
                <a:lnTo>
                  <a:pt x="5095" y="756"/>
                </a:lnTo>
                <a:lnTo>
                  <a:pt x="5001" y="944"/>
                </a:lnTo>
                <a:lnTo>
                  <a:pt x="4529" y="944"/>
                </a:lnTo>
                <a:lnTo>
                  <a:pt x="4529" y="1133"/>
                </a:lnTo>
                <a:lnTo>
                  <a:pt x="4718" y="1133"/>
                </a:lnTo>
                <a:lnTo>
                  <a:pt x="4623" y="1227"/>
                </a:lnTo>
                <a:lnTo>
                  <a:pt x="4623" y="1133"/>
                </a:lnTo>
                <a:lnTo>
                  <a:pt x="4529" y="1416"/>
                </a:lnTo>
                <a:lnTo>
                  <a:pt x="4340" y="1227"/>
                </a:lnTo>
                <a:lnTo>
                  <a:pt x="4152" y="1039"/>
                </a:lnTo>
                <a:lnTo>
                  <a:pt x="3963" y="1039"/>
                </a:lnTo>
                <a:lnTo>
                  <a:pt x="3774" y="1416"/>
                </a:lnTo>
                <a:lnTo>
                  <a:pt x="3774" y="1322"/>
                </a:lnTo>
                <a:lnTo>
                  <a:pt x="3774" y="1227"/>
                </a:lnTo>
                <a:lnTo>
                  <a:pt x="3680" y="1322"/>
                </a:lnTo>
                <a:lnTo>
                  <a:pt x="3586" y="1510"/>
                </a:lnTo>
                <a:lnTo>
                  <a:pt x="3208" y="1416"/>
                </a:lnTo>
                <a:lnTo>
                  <a:pt x="2454" y="1416"/>
                </a:lnTo>
                <a:lnTo>
                  <a:pt x="1793" y="1510"/>
                </a:lnTo>
                <a:lnTo>
                  <a:pt x="1510" y="1605"/>
                </a:lnTo>
                <a:lnTo>
                  <a:pt x="1321" y="1699"/>
                </a:lnTo>
                <a:lnTo>
                  <a:pt x="1321" y="1605"/>
                </a:lnTo>
                <a:lnTo>
                  <a:pt x="1038" y="1699"/>
                </a:lnTo>
                <a:lnTo>
                  <a:pt x="755" y="1793"/>
                </a:lnTo>
                <a:lnTo>
                  <a:pt x="567" y="1793"/>
                </a:lnTo>
                <a:lnTo>
                  <a:pt x="378" y="1888"/>
                </a:lnTo>
                <a:lnTo>
                  <a:pt x="284" y="1699"/>
                </a:lnTo>
                <a:lnTo>
                  <a:pt x="95" y="1605"/>
                </a:lnTo>
                <a:lnTo>
                  <a:pt x="1" y="1793"/>
                </a:lnTo>
                <a:lnTo>
                  <a:pt x="1" y="2076"/>
                </a:lnTo>
                <a:lnTo>
                  <a:pt x="95" y="2548"/>
                </a:lnTo>
                <a:lnTo>
                  <a:pt x="189" y="2831"/>
                </a:lnTo>
                <a:lnTo>
                  <a:pt x="284" y="2737"/>
                </a:lnTo>
                <a:lnTo>
                  <a:pt x="472" y="2831"/>
                </a:lnTo>
                <a:lnTo>
                  <a:pt x="567" y="2548"/>
                </a:lnTo>
                <a:lnTo>
                  <a:pt x="661" y="2642"/>
                </a:lnTo>
                <a:lnTo>
                  <a:pt x="661" y="2737"/>
                </a:lnTo>
                <a:lnTo>
                  <a:pt x="755" y="2642"/>
                </a:lnTo>
                <a:lnTo>
                  <a:pt x="944" y="2548"/>
                </a:lnTo>
                <a:lnTo>
                  <a:pt x="1227" y="2548"/>
                </a:lnTo>
                <a:lnTo>
                  <a:pt x="1227" y="2642"/>
                </a:lnTo>
                <a:lnTo>
                  <a:pt x="1321" y="2737"/>
                </a:lnTo>
                <a:lnTo>
                  <a:pt x="1416" y="2831"/>
                </a:lnTo>
                <a:lnTo>
                  <a:pt x="1510" y="2642"/>
                </a:lnTo>
                <a:lnTo>
                  <a:pt x="1793" y="2548"/>
                </a:lnTo>
                <a:lnTo>
                  <a:pt x="1699" y="2642"/>
                </a:lnTo>
                <a:lnTo>
                  <a:pt x="1887" y="2737"/>
                </a:lnTo>
                <a:lnTo>
                  <a:pt x="1887" y="2454"/>
                </a:lnTo>
                <a:lnTo>
                  <a:pt x="1982" y="2265"/>
                </a:lnTo>
                <a:lnTo>
                  <a:pt x="2076" y="2737"/>
                </a:lnTo>
                <a:lnTo>
                  <a:pt x="2171" y="2359"/>
                </a:lnTo>
                <a:lnTo>
                  <a:pt x="2265" y="2642"/>
                </a:lnTo>
                <a:lnTo>
                  <a:pt x="2265" y="2548"/>
                </a:lnTo>
                <a:lnTo>
                  <a:pt x="2359" y="2454"/>
                </a:lnTo>
                <a:lnTo>
                  <a:pt x="2454" y="2548"/>
                </a:lnTo>
                <a:lnTo>
                  <a:pt x="2454" y="2737"/>
                </a:lnTo>
                <a:lnTo>
                  <a:pt x="2548" y="2548"/>
                </a:lnTo>
                <a:lnTo>
                  <a:pt x="2548" y="2454"/>
                </a:lnTo>
                <a:lnTo>
                  <a:pt x="2642" y="2548"/>
                </a:lnTo>
                <a:lnTo>
                  <a:pt x="2642" y="2642"/>
                </a:lnTo>
                <a:lnTo>
                  <a:pt x="2831" y="2454"/>
                </a:lnTo>
                <a:lnTo>
                  <a:pt x="3020" y="2454"/>
                </a:lnTo>
                <a:lnTo>
                  <a:pt x="3114" y="2265"/>
                </a:lnTo>
                <a:lnTo>
                  <a:pt x="3114" y="2076"/>
                </a:lnTo>
                <a:lnTo>
                  <a:pt x="3208" y="1982"/>
                </a:lnTo>
                <a:lnTo>
                  <a:pt x="3208" y="2076"/>
                </a:lnTo>
                <a:lnTo>
                  <a:pt x="3208" y="2265"/>
                </a:lnTo>
                <a:lnTo>
                  <a:pt x="3303" y="2076"/>
                </a:lnTo>
                <a:lnTo>
                  <a:pt x="3491" y="2076"/>
                </a:lnTo>
                <a:lnTo>
                  <a:pt x="3491" y="2171"/>
                </a:lnTo>
                <a:lnTo>
                  <a:pt x="3397" y="2265"/>
                </a:lnTo>
                <a:lnTo>
                  <a:pt x="3303" y="2359"/>
                </a:lnTo>
                <a:lnTo>
                  <a:pt x="3303" y="2548"/>
                </a:lnTo>
                <a:lnTo>
                  <a:pt x="3491" y="2548"/>
                </a:lnTo>
                <a:lnTo>
                  <a:pt x="3586" y="2454"/>
                </a:lnTo>
                <a:lnTo>
                  <a:pt x="3680" y="2265"/>
                </a:lnTo>
                <a:lnTo>
                  <a:pt x="4152" y="2265"/>
                </a:lnTo>
                <a:lnTo>
                  <a:pt x="4152" y="2359"/>
                </a:lnTo>
                <a:lnTo>
                  <a:pt x="4246" y="2171"/>
                </a:lnTo>
                <a:lnTo>
                  <a:pt x="4340" y="2171"/>
                </a:lnTo>
                <a:lnTo>
                  <a:pt x="4246" y="2265"/>
                </a:lnTo>
                <a:lnTo>
                  <a:pt x="5284" y="2265"/>
                </a:lnTo>
                <a:lnTo>
                  <a:pt x="5567" y="2171"/>
                </a:lnTo>
                <a:lnTo>
                  <a:pt x="5755" y="2171"/>
                </a:lnTo>
                <a:lnTo>
                  <a:pt x="5755" y="2076"/>
                </a:lnTo>
                <a:lnTo>
                  <a:pt x="6416" y="2076"/>
                </a:lnTo>
                <a:lnTo>
                  <a:pt x="6510" y="1888"/>
                </a:lnTo>
                <a:lnTo>
                  <a:pt x="6604" y="1888"/>
                </a:lnTo>
                <a:lnTo>
                  <a:pt x="7170" y="1982"/>
                </a:lnTo>
                <a:lnTo>
                  <a:pt x="7453" y="1888"/>
                </a:lnTo>
                <a:lnTo>
                  <a:pt x="7548" y="1888"/>
                </a:lnTo>
                <a:lnTo>
                  <a:pt x="7642" y="1699"/>
                </a:lnTo>
                <a:lnTo>
                  <a:pt x="7736" y="1888"/>
                </a:lnTo>
                <a:lnTo>
                  <a:pt x="7925" y="2076"/>
                </a:lnTo>
                <a:lnTo>
                  <a:pt x="8114" y="1793"/>
                </a:lnTo>
                <a:lnTo>
                  <a:pt x="8114" y="1982"/>
                </a:lnTo>
                <a:lnTo>
                  <a:pt x="8208" y="1793"/>
                </a:lnTo>
                <a:lnTo>
                  <a:pt x="8302" y="1982"/>
                </a:lnTo>
                <a:lnTo>
                  <a:pt x="8302" y="1888"/>
                </a:lnTo>
                <a:lnTo>
                  <a:pt x="8302" y="1793"/>
                </a:lnTo>
                <a:lnTo>
                  <a:pt x="8491" y="1793"/>
                </a:lnTo>
                <a:lnTo>
                  <a:pt x="8585" y="1888"/>
                </a:lnTo>
                <a:lnTo>
                  <a:pt x="8774" y="1793"/>
                </a:lnTo>
                <a:lnTo>
                  <a:pt x="8774" y="1982"/>
                </a:lnTo>
                <a:lnTo>
                  <a:pt x="8869" y="1888"/>
                </a:lnTo>
                <a:lnTo>
                  <a:pt x="9718" y="1888"/>
                </a:lnTo>
                <a:lnTo>
                  <a:pt x="9623" y="1793"/>
                </a:lnTo>
                <a:lnTo>
                  <a:pt x="9718" y="1605"/>
                </a:lnTo>
                <a:lnTo>
                  <a:pt x="9812" y="1699"/>
                </a:lnTo>
                <a:lnTo>
                  <a:pt x="9812" y="1793"/>
                </a:lnTo>
                <a:lnTo>
                  <a:pt x="9906" y="1888"/>
                </a:lnTo>
                <a:lnTo>
                  <a:pt x="10095" y="1982"/>
                </a:lnTo>
                <a:lnTo>
                  <a:pt x="10661" y="1793"/>
                </a:lnTo>
                <a:lnTo>
                  <a:pt x="11038" y="1510"/>
                </a:lnTo>
                <a:lnTo>
                  <a:pt x="11133" y="1699"/>
                </a:lnTo>
                <a:lnTo>
                  <a:pt x="11321" y="1699"/>
                </a:lnTo>
                <a:lnTo>
                  <a:pt x="11510" y="1605"/>
                </a:lnTo>
                <a:lnTo>
                  <a:pt x="11604" y="1416"/>
                </a:lnTo>
                <a:lnTo>
                  <a:pt x="11982" y="1605"/>
                </a:lnTo>
                <a:lnTo>
                  <a:pt x="12453" y="1699"/>
                </a:lnTo>
                <a:lnTo>
                  <a:pt x="12642" y="1510"/>
                </a:lnTo>
                <a:lnTo>
                  <a:pt x="12642" y="1699"/>
                </a:lnTo>
                <a:lnTo>
                  <a:pt x="12925" y="1510"/>
                </a:lnTo>
                <a:lnTo>
                  <a:pt x="13208" y="1510"/>
                </a:lnTo>
                <a:lnTo>
                  <a:pt x="14057" y="1699"/>
                </a:lnTo>
                <a:lnTo>
                  <a:pt x="14434" y="1793"/>
                </a:lnTo>
                <a:lnTo>
                  <a:pt x="14812" y="1793"/>
                </a:lnTo>
                <a:lnTo>
                  <a:pt x="15095" y="1699"/>
                </a:lnTo>
                <a:lnTo>
                  <a:pt x="15378" y="1510"/>
                </a:lnTo>
                <a:lnTo>
                  <a:pt x="15472" y="1416"/>
                </a:lnTo>
                <a:lnTo>
                  <a:pt x="15472" y="1510"/>
                </a:lnTo>
                <a:lnTo>
                  <a:pt x="15472" y="1699"/>
                </a:lnTo>
                <a:lnTo>
                  <a:pt x="16416" y="1510"/>
                </a:lnTo>
                <a:lnTo>
                  <a:pt x="16416" y="1605"/>
                </a:lnTo>
                <a:lnTo>
                  <a:pt x="16510" y="1605"/>
                </a:lnTo>
                <a:lnTo>
                  <a:pt x="16604" y="1510"/>
                </a:lnTo>
                <a:lnTo>
                  <a:pt x="17642" y="1510"/>
                </a:lnTo>
                <a:lnTo>
                  <a:pt x="17736" y="1605"/>
                </a:lnTo>
                <a:lnTo>
                  <a:pt x="17831" y="1605"/>
                </a:lnTo>
                <a:lnTo>
                  <a:pt x="18397" y="1510"/>
                </a:lnTo>
                <a:lnTo>
                  <a:pt x="19057" y="1322"/>
                </a:lnTo>
                <a:lnTo>
                  <a:pt x="18774" y="1605"/>
                </a:lnTo>
                <a:lnTo>
                  <a:pt x="19151" y="1322"/>
                </a:lnTo>
                <a:lnTo>
                  <a:pt x="19340" y="1322"/>
                </a:lnTo>
                <a:lnTo>
                  <a:pt x="19340" y="1510"/>
                </a:lnTo>
                <a:lnTo>
                  <a:pt x="19529" y="1416"/>
                </a:lnTo>
                <a:lnTo>
                  <a:pt x="19906" y="1416"/>
                </a:lnTo>
                <a:lnTo>
                  <a:pt x="20000" y="1322"/>
                </a:lnTo>
                <a:lnTo>
                  <a:pt x="20095" y="944"/>
                </a:lnTo>
                <a:lnTo>
                  <a:pt x="20095" y="1133"/>
                </a:lnTo>
                <a:lnTo>
                  <a:pt x="20189" y="1227"/>
                </a:lnTo>
                <a:lnTo>
                  <a:pt x="20189" y="1416"/>
                </a:lnTo>
                <a:lnTo>
                  <a:pt x="20283" y="1322"/>
                </a:lnTo>
                <a:lnTo>
                  <a:pt x="20378" y="1322"/>
                </a:lnTo>
                <a:lnTo>
                  <a:pt x="20378" y="1416"/>
                </a:lnTo>
                <a:lnTo>
                  <a:pt x="20661" y="1227"/>
                </a:lnTo>
                <a:lnTo>
                  <a:pt x="20944" y="1133"/>
                </a:lnTo>
                <a:lnTo>
                  <a:pt x="21038" y="1133"/>
                </a:lnTo>
                <a:lnTo>
                  <a:pt x="21132" y="1416"/>
                </a:lnTo>
                <a:lnTo>
                  <a:pt x="21604" y="1227"/>
                </a:lnTo>
                <a:lnTo>
                  <a:pt x="21510" y="1039"/>
                </a:lnTo>
                <a:lnTo>
                  <a:pt x="21510" y="944"/>
                </a:lnTo>
                <a:lnTo>
                  <a:pt x="21698" y="944"/>
                </a:lnTo>
                <a:lnTo>
                  <a:pt x="21604" y="1039"/>
                </a:lnTo>
                <a:lnTo>
                  <a:pt x="21982" y="1039"/>
                </a:lnTo>
                <a:lnTo>
                  <a:pt x="21887" y="1227"/>
                </a:lnTo>
                <a:lnTo>
                  <a:pt x="21887" y="1227"/>
                </a:lnTo>
                <a:lnTo>
                  <a:pt x="22170" y="1039"/>
                </a:lnTo>
                <a:lnTo>
                  <a:pt x="22265" y="1227"/>
                </a:lnTo>
                <a:lnTo>
                  <a:pt x="22265" y="1133"/>
                </a:lnTo>
                <a:lnTo>
                  <a:pt x="22265" y="1039"/>
                </a:lnTo>
                <a:lnTo>
                  <a:pt x="22548" y="1039"/>
                </a:lnTo>
                <a:lnTo>
                  <a:pt x="22642" y="1322"/>
                </a:lnTo>
                <a:lnTo>
                  <a:pt x="23019" y="1227"/>
                </a:lnTo>
                <a:lnTo>
                  <a:pt x="23208" y="1133"/>
                </a:lnTo>
                <a:lnTo>
                  <a:pt x="23302" y="1039"/>
                </a:lnTo>
                <a:lnTo>
                  <a:pt x="23397" y="1133"/>
                </a:lnTo>
                <a:lnTo>
                  <a:pt x="23397" y="1227"/>
                </a:lnTo>
                <a:lnTo>
                  <a:pt x="23680" y="1227"/>
                </a:lnTo>
                <a:lnTo>
                  <a:pt x="23868" y="1133"/>
                </a:lnTo>
                <a:lnTo>
                  <a:pt x="24057" y="1227"/>
                </a:lnTo>
                <a:lnTo>
                  <a:pt x="24246" y="1227"/>
                </a:lnTo>
                <a:lnTo>
                  <a:pt x="24246" y="1133"/>
                </a:lnTo>
                <a:lnTo>
                  <a:pt x="24529" y="1227"/>
                </a:lnTo>
                <a:lnTo>
                  <a:pt x="24906" y="1322"/>
                </a:lnTo>
                <a:lnTo>
                  <a:pt x="25179" y="1048"/>
                </a:lnTo>
                <a:lnTo>
                  <a:pt x="25095" y="1133"/>
                </a:lnTo>
                <a:lnTo>
                  <a:pt x="25189" y="1227"/>
                </a:lnTo>
                <a:lnTo>
                  <a:pt x="25189" y="1133"/>
                </a:lnTo>
                <a:lnTo>
                  <a:pt x="25283" y="1039"/>
                </a:lnTo>
                <a:lnTo>
                  <a:pt x="25378" y="944"/>
                </a:lnTo>
                <a:lnTo>
                  <a:pt x="25472" y="944"/>
                </a:lnTo>
                <a:lnTo>
                  <a:pt x="25472" y="1133"/>
                </a:lnTo>
                <a:lnTo>
                  <a:pt x="25566" y="1039"/>
                </a:lnTo>
                <a:lnTo>
                  <a:pt x="25661" y="1039"/>
                </a:lnTo>
                <a:lnTo>
                  <a:pt x="25566" y="1133"/>
                </a:lnTo>
                <a:lnTo>
                  <a:pt x="25661" y="1227"/>
                </a:lnTo>
                <a:lnTo>
                  <a:pt x="25849" y="1322"/>
                </a:lnTo>
                <a:lnTo>
                  <a:pt x="25944" y="1133"/>
                </a:lnTo>
                <a:lnTo>
                  <a:pt x="26132" y="1039"/>
                </a:lnTo>
                <a:lnTo>
                  <a:pt x="26132" y="1039"/>
                </a:lnTo>
                <a:lnTo>
                  <a:pt x="26038" y="1227"/>
                </a:lnTo>
                <a:lnTo>
                  <a:pt x="26132" y="1322"/>
                </a:lnTo>
                <a:lnTo>
                  <a:pt x="26321" y="1416"/>
                </a:lnTo>
                <a:lnTo>
                  <a:pt x="26415" y="1416"/>
                </a:lnTo>
                <a:lnTo>
                  <a:pt x="26887" y="1227"/>
                </a:lnTo>
                <a:lnTo>
                  <a:pt x="27264" y="944"/>
                </a:lnTo>
                <a:lnTo>
                  <a:pt x="27170" y="944"/>
                </a:lnTo>
                <a:lnTo>
                  <a:pt x="27264" y="850"/>
                </a:lnTo>
                <a:lnTo>
                  <a:pt x="26981" y="756"/>
                </a:lnTo>
                <a:lnTo>
                  <a:pt x="26887" y="944"/>
                </a:lnTo>
                <a:lnTo>
                  <a:pt x="26793" y="1133"/>
                </a:lnTo>
                <a:lnTo>
                  <a:pt x="26793" y="661"/>
                </a:lnTo>
                <a:lnTo>
                  <a:pt x="26604" y="944"/>
                </a:lnTo>
                <a:lnTo>
                  <a:pt x="26510" y="850"/>
                </a:lnTo>
                <a:lnTo>
                  <a:pt x="26415" y="756"/>
                </a:lnTo>
                <a:lnTo>
                  <a:pt x="26321" y="944"/>
                </a:lnTo>
                <a:lnTo>
                  <a:pt x="26227" y="661"/>
                </a:lnTo>
                <a:lnTo>
                  <a:pt x="26038" y="756"/>
                </a:lnTo>
                <a:lnTo>
                  <a:pt x="25849" y="661"/>
                </a:lnTo>
                <a:lnTo>
                  <a:pt x="25378" y="567"/>
                </a:lnTo>
                <a:lnTo>
                  <a:pt x="25283" y="661"/>
                </a:lnTo>
                <a:lnTo>
                  <a:pt x="25095" y="756"/>
                </a:lnTo>
                <a:lnTo>
                  <a:pt x="25189" y="473"/>
                </a:lnTo>
                <a:lnTo>
                  <a:pt x="25000" y="661"/>
                </a:lnTo>
                <a:lnTo>
                  <a:pt x="25000" y="661"/>
                </a:lnTo>
                <a:lnTo>
                  <a:pt x="25095" y="473"/>
                </a:lnTo>
                <a:lnTo>
                  <a:pt x="24906" y="567"/>
                </a:lnTo>
                <a:lnTo>
                  <a:pt x="24717" y="567"/>
                </a:lnTo>
                <a:lnTo>
                  <a:pt x="24717" y="756"/>
                </a:lnTo>
                <a:lnTo>
                  <a:pt x="24623" y="1039"/>
                </a:lnTo>
                <a:lnTo>
                  <a:pt x="24623" y="850"/>
                </a:lnTo>
                <a:lnTo>
                  <a:pt x="24717" y="661"/>
                </a:lnTo>
                <a:lnTo>
                  <a:pt x="24623" y="756"/>
                </a:lnTo>
                <a:lnTo>
                  <a:pt x="24623" y="661"/>
                </a:lnTo>
                <a:lnTo>
                  <a:pt x="24529" y="473"/>
                </a:lnTo>
                <a:lnTo>
                  <a:pt x="24529" y="661"/>
                </a:lnTo>
                <a:lnTo>
                  <a:pt x="24434" y="567"/>
                </a:lnTo>
                <a:lnTo>
                  <a:pt x="24340" y="378"/>
                </a:lnTo>
                <a:lnTo>
                  <a:pt x="24246" y="567"/>
                </a:lnTo>
                <a:lnTo>
                  <a:pt x="23963" y="567"/>
                </a:lnTo>
                <a:lnTo>
                  <a:pt x="23397" y="661"/>
                </a:lnTo>
                <a:lnTo>
                  <a:pt x="23114" y="661"/>
                </a:lnTo>
                <a:lnTo>
                  <a:pt x="22925" y="567"/>
                </a:lnTo>
                <a:lnTo>
                  <a:pt x="22925" y="473"/>
                </a:lnTo>
                <a:lnTo>
                  <a:pt x="23019" y="473"/>
                </a:lnTo>
                <a:lnTo>
                  <a:pt x="22642" y="378"/>
                </a:lnTo>
                <a:lnTo>
                  <a:pt x="22736" y="473"/>
                </a:lnTo>
                <a:lnTo>
                  <a:pt x="22548" y="473"/>
                </a:lnTo>
                <a:lnTo>
                  <a:pt x="22642" y="284"/>
                </a:lnTo>
                <a:lnTo>
                  <a:pt x="22548" y="190"/>
                </a:lnTo>
                <a:lnTo>
                  <a:pt x="22453" y="190"/>
                </a:lnTo>
                <a:lnTo>
                  <a:pt x="22359" y="284"/>
                </a:lnTo>
                <a:lnTo>
                  <a:pt x="22170" y="378"/>
                </a:lnTo>
                <a:lnTo>
                  <a:pt x="22076" y="284"/>
                </a:lnTo>
                <a:lnTo>
                  <a:pt x="22170" y="473"/>
                </a:lnTo>
                <a:lnTo>
                  <a:pt x="21887" y="190"/>
                </a:lnTo>
                <a:lnTo>
                  <a:pt x="21793" y="190"/>
                </a:lnTo>
                <a:lnTo>
                  <a:pt x="21698" y="378"/>
                </a:lnTo>
                <a:lnTo>
                  <a:pt x="21604" y="756"/>
                </a:lnTo>
                <a:lnTo>
                  <a:pt x="21415" y="661"/>
                </a:lnTo>
                <a:lnTo>
                  <a:pt x="21510" y="473"/>
                </a:lnTo>
                <a:lnTo>
                  <a:pt x="21604" y="284"/>
                </a:lnTo>
                <a:lnTo>
                  <a:pt x="21415" y="284"/>
                </a:lnTo>
                <a:lnTo>
                  <a:pt x="21415" y="190"/>
                </a:lnTo>
                <a:lnTo>
                  <a:pt x="21227" y="378"/>
                </a:lnTo>
                <a:lnTo>
                  <a:pt x="20944" y="567"/>
                </a:lnTo>
                <a:lnTo>
                  <a:pt x="20566" y="1"/>
                </a:lnTo>
                <a:lnTo>
                  <a:pt x="20472" y="95"/>
                </a:lnTo>
                <a:lnTo>
                  <a:pt x="20472" y="190"/>
                </a:lnTo>
                <a:lnTo>
                  <a:pt x="20472" y="378"/>
                </a:lnTo>
                <a:lnTo>
                  <a:pt x="20283" y="284"/>
                </a:lnTo>
                <a:lnTo>
                  <a:pt x="20283" y="190"/>
                </a:lnTo>
                <a:lnTo>
                  <a:pt x="20378" y="95"/>
                </a:lnTo>
                <a:lnTo>
                  <a:pt x="202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4153535" y="772795"/>
            <a:ext cx="836930" cy="814705"/>
          </a:xfrm>
          <a:custGeom>
            <a:rect b="b" l="l" r="r" t="t"/>
            <a:pathLst>
              <a:path extrusionOk="0" h="18250" w="18737">
                <a:moveTo>
                  <a:pt x="13554" y="3431"/>
                </a:moveTo>
                <a:lnTo>
                  <a:pt x="13748" y="3456"/>
                </a:lnTo>
                <a:lnTo>
                  <a:pt x="13919" y="3480"/>
                </a:lnTo>
                <a:lnTo>
                  <a:pt x="14308" y="3602"/>
                </a:lnTo>
                <a:lnTo>
                  <a:pt x="14478" y="3675"/>
                </a:lnTo>
                <a:lnTo>
                  <a:pt x="14624" y="3748"/>
                </a:lnTo>
                <a:lnTo>
                  <a:pt x="14746" y="3845"/>
                </a:lnTo>
                <a:lnTo>
                  <a:pt x="14843" y="3967"/>
                </a:lnTo>
                <a:lnTo>
                  <a:pt x="14941" y="4113"/>
                </a:lnTo>
                <a:lnTo>
                  <a:pt x="15038" y="4259"/>
                </a:lnTo>
                <a:lnTo>
                  <a:pt x="15111" y="4405"/>
                </a:lnTo>
                <a:lnTo>
                  <a:pt x="15160" y="4551"/>
                </a:lnTo>
                <a:lnTo>
                  <a:pt x="15184" y="4721"/>
                </a:lnTo>
                <a:lnTo>
                  <a:pt x="15208" y="4891"/>
                </a:lnTo>
                <a:lnTo>
                  <a:pt x="15233" y="5232"/>
                </a:lnTo>
                <a:lnTo>
                  <a:pt x="15160" y="5548"/>
                </a:lnTo>
                <a:lnTo>
                  <a:pt x="15111" y="5719"/>
                </a:lnTo>
                <a:lnTo>
                  <a:pt x="15062" y="5865"/>
                </a:lnTo>
                <a:lnTo>
                  <a:pt x="14916" y="6132"/>
                </a:lnTo>
                <a:lnTo>
                  <a:pt x="14722" y="6351"/>
                </a:lnTo>
                <a:lnTo>
                  <a:pt x="14527" y="6570"/>
                </a:lnTo>
                <a:lnTo>
                  <a:pt x="14284" y="6765"/>
                </a:lnTo>
                <a:lnTo>
                  <a:pt x="13821" y="7130"/>
                </a:lnTo>
                <a:lnTo>
                  <a:pt x="13602" y="7325"/>
                </a:lnTo>
                <a:lnTo>
                  <a:pt x="13408" y="7544"/>
                </a:lnTo>
                <a:lnTo>
                  <a:pt x="12678" y="6984"/>
                </a:lnTo>
                <a:lnTo>
                  <a:pt x="12313" y="6692"/>
                </a:lnTo>
                <a:lnTo>
                  <a:pt x="11948" y="6400"/>
                </a:lnTo>
                <a:lnTo>
                  <a:pt x="11631" y="6108"/>
                </a:lnTo>
                <a:lnTo>
                  <a:pt x="11315" y="5767"/>
                </a:lnTo>
                <a:lnTo>
                  <a:pt x="11023" y="5427"/>
                </a:lnTo>
                <a:lnTo>
                  <a:pt x="10755" y="5037"/>
                </a:lnTo>
                <a:lnTo>
                  <a:pt x="10877" y="4989"/>
                </a:lnTo>
                <a:lnTo>
                  <a:pt x="10999" y="4891"/>
                </a:lnTo>
                <a:lnTo>
                  <a:pt x="11242" y="4697"/>
                </a:lnTo>
                <a:lnTo>
                  <a:pt x="11461" y="4478"/>
                </a:lnTo>
                <a:lnTo>
                  <a:pt x="11656" y="4283"/>
                </a:lnTo>
                <a:lnTo>
                  <a:pt x="12191" y="3869"/>
                </a:lnTo>
                <a:lnTo>
                  <a:pt x="12483" y="3699"/>
                </a:lnTo>
                <a:lnTo>
                  <a:pt x="12775" y="3553"/>
                </a:lnTo>
                <a:lnTo>
                  <a:pt x="12970" y="3480"/>
                </a:lnTo>
                <a:lnTo>
                  <a:pt x="13164" y="3456"/>
                </a:lnTo>
                <a:lnTo>
                  <a:pt x="13359" y="3431"/>
                </a:lnTo>
                <a:close/>
                <a:moveTo>
                  <a:pt x="13529" y="2872"/>
                </a:moveTo>
                <a:lnTo>
                  <a:pt x="13335" y="2896"/>
                </a:lnTo>
                <a:lnTo>
                  <a:pt x="12945" y="2969"/>
                </a:lnTo>
                <a:lnTo>
                  <a:pt x="12556" y="3066"/>
                </a:lnTo>
                <a:lnTo>
                  <a:pt x="12191" y="3237"/>
                </a:lnTo>
                <a:lnTo>
                  <a:pt x="11850" y="3456"/>
                </a:lnTo>
                <a:lnTo>
                  <a:pt x="11607" y="3626"/>
                </a:lnTo>
                <a:lnTo>
                  <a:pt x="11388" y="3821"/>
                </a:lnTo>
                <a:lnTo>
                  <a:pt x="10950" y="4210"/>
                </a:lnTo>
                <a:lnTo>
                  <a:pt x="10658" y="4478"/>
                </a:lnTo>
                <a:lnTo>
                  <a:pt x="10512" y="4648"/>
                </a:lnTo>
                <a:lnTo>
                  <a:pt x="10464" y="4721"/>
                </a:lnTo>
                <a:lnTo>
                  <a:pt x="10464" y="4818"/>
                </a:lnTo>
                <a:lnTo>
                  <a:pt x="10366" y="4843"/>
                </a:lnTo>
                <a:lnTo>
                  <a:pt x="10293" y="4916"/>
                </a:lnTo>
                <a:lnTo>
                  <a:pt x="10245" y="4989"/>
                </a:lnTo>
                <a:lnTo>
                  <a:pt x="10269" y="5110"/>
                </a:lnTo>
                <a:lnTo>
                  <a:pt x="10366" y="5354"/>
                </a:lnTo>
                <a:lnTo>
                  <a:pt x="10488" y="5597"/>
                </a:lnTo>
                <a:lnTo>
                  <a:pt x="10610" y="5816"/>
                </a:lnTo>
                <a:lnTo>
                  <a:pt x="10780" y="6035"/>
                </a:lnTo>
                <a:lnTo>
                  <a:pt x="10950" y="6230"/>
                </a:lnTo>
                <a:lnTo>
                  <a:pt x="11120" y="6449"/>
                </a:lnTo>
                <a:lnTo>
                  <a:pt x="11534" y="6814"/>
                </a:lnTo>
                <a:lnTo>
                  <a:pt x="11972" y="7179"/>
                </a:lnTo>
                <a:lnTo>
                  <a:pt x="12410" y="7519"/>
                </a:lnTo>
                <a:lnTo>
                  <a:pt x="12848" y="7836"/>
                </a:lnTo>
                <a:lnTo>
                  <a:pt x="13262" y="8152"/>
                </a:lnTo>
                <a:lnTo>
                  <a:pt x="13335" y="8201"/>
                </a:lnTo>
                <a:lnTo>
                  <a:pt x="13432" y="8225"/>
                </a:lnTo>
                <a:lnTo>
                  <a:pt x="13505" y="8225"/>
                </a:lnTo>
                <a:lnTo>
                  <a:pt x="13602" y="8201"/>
                </a:lnTo>
                <a:lnTo>
                  <a:pt x="13651" y="8152"/>
                </a:lnTo>
                <a:lnTo>
                  <a:pt x="13724" y="8079"/>
                </a:lnTo>
                <a:lnTo>
                  <a:pt x="13748" y="8006"/>
                </a:lnTo>
                <a:lnTo>
                  <a:pt x="13748" y="7933"/>
                </a:lnTo>
                <a:lnTo>
                  <a:pt x="13943" y="7787"/>
                </a:lnTo>
                <a:lnTo>
                  <a:pt x="14089" y="7665"/>
                </a:lnTo>
                <a:lnTo>
                  <a:pt x="14722" y="7154"/>
                </a:lnTo>
                <a:lnTo>
                  <a:pt x="15014" y="6862"/>
                </a:lnTo>
                <a:lnTo>
                  <a:pt x="15281" y="6546"/>
                </a:lnTo>
                <a:lnTo>
                  <a:pt x="15500" y="6205"/>
                </a:lnTo>
                <a:lnTo>
                  <a:pt x="15598" y="6035"/>
                </a:lnTo>
                <a:lnTo>
                  <a:pt x="15671" y="5840"/>
                </a:lnTo>
                <a:lnTo>
                  <a:pt x="15719" y="5670"/>
                </a:lnTo>
                <a:lnTo>
                  <a:pt x="15768" y="5500"/>
                </a:lnTo>
                <a:lnTo>
                  <a:pt x="15792" y="5305"/>
                </a:lnTo>
                <a:lnTo>
                  <a:pt x="15792" y="5135"/>
                </a:lnTo>
                <a:lnTo>
                  <a:pt x="15768" y="4770"/>
                </a:lnTo>
                <a:lnTo>
                  <a:pt x="15695" y="4429"/>
                </a:lnTo>
                <a:lnTo>
                  <a:pt x="15549" y="4088"/>
                </a:lnTo>
                <a:lnTo>
                  <a:pt x="15379" y="3772"/>
                </a:lnTo>
                <a:lnTo>
                  <a:pt x="15257" y="3626"/>
                </a:lnTo>
                <a:lnTo>
                  <a:pt x="15135" y="3504"/>
                </a:lnTo>
                <a:lnTo>
                  <a:pt x="15014" y="3383"/>
                </a:lnTo>
                <a:lnTo>
                  <a:pt x="14868" y="3261"/>
                </a:lnTo>
                <a:lnTo>
                  <a:pt x="14697" y="3164"/>
                </a:lnTo>
                <a:lnTo>
                  <a:pt x="14503" y="3066"/>
                </a:lnTo>
                <a:lnTo>
                  <a:pt x="14332" y="2993"/>
                </a:lnTo>
                <a:lnTo>
                  <a:pt x="14138" y="2945"/>
                </a:lnTo>
                <a:lnTo>
                  <a:pt x="13943" y="2896"/>
                </a:lnTo>
                <a:lnTo>
                  <a:pt x="13724" y="2872"/>
                </a:lnTo>
                <a:close/>
                <a:moveTo>
                  <a:pt x="5597" y="6814"/>
                </a:moveTo>
                <a:lnTo>
                  <a:pt x="4283" y="8030"/>
                </a:lnTo>
                <a:lnTo>
                  <a:pt x="3675" y="8590"/>
                </a:lnTo>
                <a:lnTo>
                  <a:pt x="3602" y="8468"/>
                </a:lnTo>
                <a:lnTo>
                  <a:pt x="3504" y="8395"/>
                </a:lnTo>
                <a:lnTo>
                  <a:pt x="3285" y="8201"/>
                </a:lnTo>
                <a:lnTo>
                  <a:pt x="2969" y="7860"/>
                </a:lnTo>
                <a:lnTo>
                  <a:pt x="2677" y="7519"/>
                </a:lnTo>
                <a:lnTo>
                  <a:pt x="2410" y="7203"/>
                </a:lnTo>
                <a:lnTo>
                  <a:pt x="2264" y="7057"/>
                </a:lnTo>
                <a:lnTo>
                  <a:pt x="2093" y="6911"/>
                </a:lnTo>
                <a:lnTo>
                  <a:pt x="3821" y="6911"/>
                </a:lnTo>
                <a:lnTo>
                  <a:pt x="4745" y="6862"/>
                </a:lnTo>
                <a:lnTo>
                  <a:pt x="5597" y="6814"/>
                </a:lnTo>
                <a:close/>
                <a:moveTo>
                  <a:pt x="755" y="6911"/>
                </a:moveTo>
                <a:lnTo>
                  <a:pt x="1047" y="6935"/>
                </a:lnTo>
                <a:lnTo>
                  <a:pt x="1315" y="6935"/>
                </a:lnTo>
                <a:lnTo>
                  <a:pt x="1339" y="6984"/>
                </a:lnTo>
                <a:lnTo>
                  <a:pt x="1363" y="7008"/>
                </a:lnTo>
                <a:lnTo>
                  <a:pt x="1582" y="7227"/>
                </a:lnTo>
                <a:lnTo>
                  <a:pt x="1826" y="7422"/>
                </a:lnTo>
                <a:lnTo>
                  <a:pt x="2142" y="7738"/>
                </a:lnTo>
                <a:lnTo>
                  <a:pt x="2434" y="8103"/>
                </a:lnTo>
                <a:lnTo>
                  <a:pt x="2799" y="8541"/>
                </a:lnTo>
                <a:lnTo>
                  <a:pt x="3018" y="8785"/>
                </a:lnTo>
                <a:lnTo>
                  <a:pt x="3139" y="8882"/>
                </a:lnTo>
                <a:lnTo>
                  <a:pt x="3261" y="8955"/>
                </a:lnTo>
                <a:lnTo>
                  <a:pt x="3091" y="9077"/>
                </a:lnTo>
                <a:lnTo>
                  <a:pt x="2993" y="8931"/>
                </a:lnTo>
                <a:lnTo>
                  <a:pt x="2872" y="8785"/>
                </a:lnTo>
                <a:lnTo>
                  <a:pt x="2580" y="8517"/>
                </a:lnTo>
                <a:lnTo>
                  <a:pt x="2020" y="8079"/>
                </a:lnTo>
                <a:lnTo>
                  <a:pt x="1388" y="7495"/>
                </a:lnTo>
                <a:lnTo>
                  <a:pt x="755" y="6911"/>
                </a:lnTo>
                <a:close/>
                <a:moveTo>
                  <a:pt x="9490" y="8760"/>
                </a:moveTo>
                <a:lnTo>
                  <a:pt x="9369" y="8785"/>
                </a:lnTo>
                <a:lnTo>
                  <a:pt x="9271" y="8833"/>
                </a:lnTo>
                <a:lnTo>
                  <a:pt x="9101" y="9004"/>
                </a:lnTo>
                <a:lnTo>
                  <a:pt x="8931" y="9174"/>
                </a:lnTo>
                <a:lnTo>
                  <a:pt x="8760" y="9344"/>
                </a:lnTo>
                <a:lnTo>
                  <a:pt x="8566" y="9515"/>
                </a:lnTo>
                <a:lnTo>
                  <a:pt x="8103" y="9904"/>
                </a:lnTo>
                <a:lnTo>
                  <a:pt x="7617" y="10318"/>
                </a:lnTo>
                <a:lnTo>
                  <a:pt x="7276" y="10609"/>
                </a:lnTo>
                <a:lnTo>
                  <a:pt x="7081" y="10780"/>
                </a:lnTo>
                <a:lnTo>
                  <a:pt x="6887" y="10999"/>
                </a:lnTo>
                <a:lnTo>
                  <a:pt x="6716" y="11193"/>
                </a:lnTo>
                <a:lnTo>
                  <a:pt x="6595" y="11437"/>
                </a:lnTo>
                <a:lnTo>
                  <a:pt x="6570" y="11534"/>
                </a:lnTo>
                <a:lnTo>
                  <a:pt x="6546" y="11656"/>
                </a:lnTo>
                <a:lnTo>
                  <a:pt x="6546" y="11753"/>
                </a:lnTo>
                <a:lnTo>
                  <a:pt x="6570" y="11850"/>
                </a:lnTo>
                <a:lnTo>
                  <a:pt x="6619" y="11948"/>
                </a:lnTo>
                <a:lnTo>
                  <a:pt x="6668" y="11996"/>
                </a:lnTo>
                <a:lnTo>
                  <a:pt x="6765" y="12021"/>
                </a:lnTo>
                <a:lnTo>
                  <a:pt x="6838" y="12021"/>
                </a:lnTo>
                <a:lnTo>
                  <a:pt x="6935" y="11972"/>
                </a:lnTo>
                <a:lnTo>
                  <a:pt x="7033" y="11923"/>
                </a:lnTo>
                <a:lnTo>
                  <a:pt x="7154" y="11777"/>
                </a:lnTo>
                <a:lnTo>
                  <a:pt x="7422" y="11461"/>
                </a:lnTo>
                <a:lnTo>
                  <a:pt x="7641" y="11242"/>
                </a:lnTo>
                <a:lnTo>
                  <a:pt x="7860" y="11023"/>
                </a:lnTo>
                <a:lnTo>
                  <a:pt x="8322" y="10634"/>
                </a:lnTo>
                <a:lnTo>
                  <a:pt x="8736" y="10318"/>
                </a:lnTo>
                <a:lnTo>
                  <a:pt x="9174" y="9977"/>
                </a:lnTo>
                <a:lnTo>
                  <a:pt x="9393" y="9807"/>
                </a:lnTo>
                <a:lnTo>
                  <a:pt x="9563" y="9612"/>
                </a:lnTo>
                <a:lnTo>
                  <a:pt x="9709" y="9393"/>
                </a:lnTo>
                <a:lnTo>
                  <a:pt x="9831" y="9174"/>
                </a:lnTo>
                <a:lnTo>
                  <a:pt x="9855" y="9052"/>
                </a:lnTo>
                <a:lnTo>
                  <a:pt x="9855" y="8931"/>
                </a:lnTo>
                <a:lnTo>
                  <a:pt x="9782" y="8858"/>
                </a:lnTo>
                <a:lnTo>
                  <a:pt x="9709" y="8809"/>
                </a:lnTo>
                <a:lnTo>
                  <a:pt x="9588" y="8760"/>
                </a:lnTo>
                <a:close/>
                <a:moveTo>
                  <a:pt x="2045" y="13359"/>
                </a:moveTo>
                <a:lnTo>
                  <a:pt x="2166" y="13408"/>
                </a:lnTo>
                <a:lnTo>
                  <a:pt x="2166" y="13481"/>
                </a:lnTo>
                <a:lnTo>
                  <a:pt x="2166" y="13554"/>
                </a:lnTo>
                <a:lnTo>
                  <a:pt x="2118" y="13627"/>
                </a:lnTo>
                <a:lnTo>
                  <a:pt x="2069" y="13675"/>
                </a:lnTo>
                <a:lnTo>
                  <a:pt x="1947" y="13773"/>
                </a:lnTo>
                <a:lnTo>
                  <a:pt x="1826" y="13870"/>
                </a:lnTo>
                <a:lnTo>
                  <a:pt x="1655" y="13943"/>
                </a:lnTo>
                <a:lnTo>
                  <a:pt x="1461" y="14016"/>
                </a:lnTo>
                <a:lnTo>
                  <a:pt x="1461" y="14016"/>
                </a:lnTo>
                <a:lnTo>
                  <a:pt x="1607" y="13821"/>
                </a:lnTo>
                <a:lnTo>
                  <a:pt x="1753" y="13627"/>
                </a:lnTo>
                <a:lnTo>
                  <a:pt x="1874" y="13481"/>
                </a:lnTo>
                <a:lnTo>
                  <a:pt x="1972" y="13383"/>
                </a:lnTo>
                <a:lnTo>
                  <a:pt x="1996" y="13383"/>
                </a:lnTo>
                <a:lnTo>
                  <a:pt x="2045" y="13359"/>
                </a:lnTo>
                <a:close/>
                <a:moveTo>
                  <a:pt x="1996" y="12872"/>
                </a:moveTo>
                <a:lnTo>
                  <a:pt x="1899" y="12897"/>
                </a:lnTo>
                <a:lnTo>
                  <a:pt x="1826" y="12921"/>
                </a:lnTo>
                <a:lnTo>
                  <a:pt x="1655" y="13018"/>
                </a:lnTo>
                <a:lnTo>
                  <a:pt x="1534" y="13140"/>
                </a:lnTo>
                <a:lnTo>
                  <a:pt x="1388" y="13286"/>
                </a:lnTo>
                <a:lnTo>
                  <a:pt x="1242" y="13456"/>
                </a:lnTo>
                <a:lnTo>
                  <a:pt x="998" y="13797"/>
                </a:lnTo>
                <a:lnTo>
                  <a:pt x="925" y="13967"/>
                </a:lnTo>
                <a:lnTo>
                  <a:pt x="828" y="14138"/>
                </a:lnTo>
                <a:lnTo>
                  <a:pt x="804" y="14235"/>
                </a:lnTo>
                <a:lnTo>
                  <a:pt x="779" y="14308"/>
                </a:lnTo>
                <a:lnTo>
                  <a:pt x="779" y="14405"/>
                </a:lnTo>
                <a:lnTo>
                  <a:pt x="828" y="14478"/>
                </a:lnTo>
                <a:lnTo>
                  <a:pt x="877" y="14527"/>
                </a:lnTo>
                <a:lnTo>
                  <a:pt x="925" y="14576"/>
                </a:lnTo>
                <a:lnTo>
                  <a:pt x="1047" y="14576"/>
                </a:lnTo>
                <a:lnTo>
                  <a:pt x="1120" y="14551"/>
                </a:lnTo>
                <a:lnTo>
                  <a:pt x="1266" y="14551"/>
                </a:lnTo>
                <a:lnTo>
                  <a:pt x="1412" y="14527"/>
                </a:lnTo>
                <a:lnTo>
                  <a:pt x="1582" y="14478"/>
                </a:lnTo>
                <a:lnTo>
                  <a:pt x="1728" y="14430"/>
                </a:lnTo>
                <a:lnTo>
                  <a:pt x="2020" y="14284"/>
                </a:lnTo>
                <a:lnTo>
                  <a:pt x="2239" y="14138"/>
                </a:lnTo>
                <a:lnTo>
                  <a:pt x="2361" y="14040"/>
                </a:lnTo>
                <a:lnTo>
                  <a:pt x="2483" y="13919"/>
                </a:lnTo>
                <a:lnTo>
                  <a:pt x="2556" y="13773"/>
                </a:lnTo>
                <a:lnTo>
                  <a:pt x="2629" y="13627"/>
                </a:lnTo>
                <a:lnTo>
                  <a:pt x="2653" y="13481"/>
                </a:lnTo>
                <a:lnTo>
                  <a:pt x="2653" y="13408"/>
                </a:lnTo>
                <a:lnTo>
                  <a:pt x="2629" y="13335"/>
                </a:lnTo>
                <a:lnTo>
                  <a:pt x="2604" y="13262"/>
                </a:lnTo>
                <a:lnTo>
                  <a:pt x="2556" y="13189"/>
                </a:lnTo>
                <a:lnTo>
                  <a:pt x="2483" y="13140"/>
                </a:lnTo>
                <a:lnTo>
                  <a:pt x="2385" y="13091"/>
                </a:lnTo>
                <a:lnTo>
                  <a:pt x="2288" y="12970"/>
                </a:lnTo>
                <a:lnTo>
                  <a:pt x="2166" y="12897"/>
                </a:lnTo>
                <a:lnTo>
                  <a:pt x="2069" y="12872"/>
                </a:lnTo>
                <a:close/>
                <a:moveTo>
                  <a:pt x="15525" y="560"/>
                </a:moveTo>
                <a:lnTo>
                  <a:pt x="16084" y="633"/>
                </a:lnTo>
                <a:lnTo>
                  <a:pt x="16644" y="706"/>
                </a:lnTo>
                <a:lnTo>
                  <a:pt x="17204" y="828"/>
                </a:lnTo>
                <a:lnTo>
                  <a:pt x="17763" y="974"/>
                </a:lnTo>
                <a:lnTo>
                  <a:pt x="17666" y="1023"/>
                </a:lnTo>
                <a:lnTo>
                  <a:pt x="17593" y="1096"/>
                </a:lnTo>
                <a:lnTo>
                  <a:pt x="17496" y="1169"/>
                </a:lnTo>
                <a:lnTo>
                  <a:pt x="17496" y="1193"/>
                </a:lnTo>
                <a:lnTo>
                  <a:pt x="17520" y="1217"/>
                </a:lnTo>
                <a:lnTo>
                  <a:pt x="17569" y="1266"/>
                </a:lnTo>
                <a:lnTo>
                  <a:pt x="17617" y="1290"/>
                </a:lnTo>
                <a:lnTo>
                  <a:pt x="17739" y="1315"/>
                </a:lnTo>
                <a:lnTo>
                  <a:pt x="17861" y="1290"/>
                </a:lnTo>
                <a:lnTo>
                  <a:pt x="17934" y="1290"/>
                </a:lnTo>
                <a:lnTo>
                  <a:pt x="17982" y="1242"/>
                </a:lnTo>
                <a:lnTo>
                  <a:pt x="18007" y="1363"/>
                </a:lnTo>
                <a:lnTo>
                  <a:pt x="18031" y="1461"/>
                </a:lnTo>
                <a:lnTo>
                  <a:pt x="17909" y="1485"/>
                </a:lnTo>
                <a:lnTo>
                  <a:pt x="17812" y="1534"/>
                </a:lnTo>
                <a:lnTo>
                  <a:pt x="17715" y="1582"/>
                </a:lnTo>
                <a:lnTo>
                  <a:pt x="17617" y="1655"/>
                </a:lnTo>
                <a:lnTo>
                  <a:pt x="17593" y="1680"/>
                </a:lnTo>
                <a:lnTo>
                  <a:pt x="17593" y="1753"/>
                </a:lnTo>
                <a:lnTo>
                  <a:pt x="17617" y="1801"/>
                </a:lnTo>
                <a:lnTo>
                  <a:pt x="17690" y="1826"/>
                </a:lnTo>
                <a:lnTo>
                  <a:pt x="17739" y="1850"/>
                </a:lnTo>
                <a:lnTo>
                  <a:pt x="17812" y="1874"/>
                </a:lnTo>
                <a:lnTo>
                  <a:pt x="17958" y="1850"/>
                </a:lnTo>
                <a:lnTo>
                  <a:pt x="18080" y="1801"/>
                </a:lnTo>
                <a:lnTo>
                  <a:pt x="18104" y="1996"/>
                </a:lnTo>
                <a:lnTo>
                  <a:pt x="17909" y="2069"/>
                </a:lnTo>
                <a:lnTo>
                  <a:pt x="17788" y="2118"/>
                </a:lnTo>
                <a:lnTo>
                  <a:pt x="17690" y="2215"/>
                </a:lnTo>
                <a:lnTo>
                  <a:pt x="17642" y="2264"/>
                </a:lnTo>
                <a:lnTo>
                  <a:pt x="17642" y="2361"/>
                </a:lnTo>
                <a:lnTo>
                  <a:pt x="17666" y="2410"/>
                </a:lnTo>
                <a:lnTo>
                  <a:pt x="17739" y="2458"/>
                </a:lnTo>
                <a:lnTo>
                  <a:pt x="17836" y="2483"/>
                </a:lnTo>
                <a:lnTo>
                  <a:pt x="17934" y="2458"/>
                </a:lnTo>
                <a:lnTo>
                  <a:pt x="18128" y="2410"/>
                </a:lnTo>
                <a:lnTo>
                  <a:pt x="18153" y="2531"/>
                </a:lnTo>
                <a:lnTo>
                  <a:pt x="18007" y="2555"/>
                </a:lnTo>
                <a:lnTo>
                  <a:pt x="17836" y="2604"/>
                </a:lnTo>
                <a:lnTo>
                  <a:pt x="17763" y="2653"/>
                </a:lnTo>
                <a:lnTo>
                  <a:pt x="17715" y="2726"/>
                </a:lnTo>
                <a:lnTo>
                  <a:pt x="17690" y="2823"/>
                </a:lnTo>
                <a:lnTo>
                  <a:pt x="17690" y="2896"/>
                </a:lnTo>
                <a:lnTo>
                  <a:pt x="17739" y="2945"/>
                </a:lnTo>
                <a:lnTo>
                  <a:pt x="17812" y="2993"/>
                </a:lnTo>
                <a:lnTo>
                  <a:pt x="18153" y="2993"/>
                </a:lnTo>
                <a:lnTo>
                  <a:pt x="18177" y="2969"/>
                </a:lnTo>
                <a:lnTo>
                  <a:pt x="18177" y="3261"/>
                </a:lnTo>
                <a:lnTo>
                  <a:pt x="17739" y="3383"/>
                </a:lnTo>
                <a:lnTo>
                  <a:pt x="17690" y="3407"/>
                </a:lnTo>
                <a:lnTo>
                  <a:pt x="17666" y="3431"/>
                </a:lnTo>
                <a:lnTo>
                  <a:pt x="17617" y="3529"/>
                </a:lnTo>
                <a:lnTo>
                  <a:pt x="17617" y="3577"/>
                </a:lnTo>
                <a:lnTo>
                  <a:pt x="17642" y="3626"/>
                </a:lnTo>
                <a:lnTo>
                  <a:pt x="17666" y="3650"/>
                </a:lnTo>
                <a:lnTo>
                  <a:pt x="17715" y="3699"/>
                </a:lnTo>
                <a:lnTo>
                  <a:pt x="17812" y="3723"/>
                </a:lnTo>
                <a:lnTo>
                  <a:pt x="17934" y="3723"/>
                </a:lnTo>
                <a:lnTo>
                  <a:pt x="18153" y="3699"/>
                </a:lnTo>
                <a:lnTo>
                  <a:pt x="18153" y="3699"/>
                </a:lnTo>
                <a:lnTo>
                  <a:pt x="18104" y="4186"/>
                </a:lnTo>
                <a:lnTo>
                  <a:pt x="17934" y="4088"/>
                </a:lnTo>
                <a:lnTo>
                  <a:pt x="17739" y="4040"/>
                </a:lnTo>
                <a:lnTo>
                  <a:pt x="17642" y="4015"/>
                </a:lnTo>
                <a:lnTo>
                  <a:pt x="17569" y="4040"/>
                </a:lnTo>
                <a:lnTo>
                  <a:pt x="17471" y="4064"/>
                </a:lnTo>
                <a:lnTo>
                  <a:pt x="17423" y="4137"/>
                </a:lnTo>
                <a:lnTo>
                  <a:pt x="17423" y="4186"/>
                </a:lnTo>
                <a:lnTo>
                  <a:pt x="17496" y="4283"/>
                </a:lnTo>
                <a:lnTo>
                  <a:pt x="17617" y="4332"/>
                </a:lnTo>
                <a:lnTo>
                  <a:pt x="17812" y="4429"/>
                </a:lnTo>
                <a:lnTo>
                  <a:pt x="17982" y="4526"/>
                </a:lnTo>
                <a:lnTo>
                  <a:pt x="18055" y="4551"/>
                </a:lnTo>
                <a:lnTo>
                  <a:pt x="17958" y="4940"/>
                </a:lnTo>
                <a:lnTo>
                  <a:pt x="17690" y="4843"/>
                </a:lnTo>
                <a:lnTo>
                  <a:pt x="17471" y="4721"/>
                </a:lnTo>
                <a:lnTo>
                  <a:pt x="17228" y="4648"/>
                </a:lnTo>
                <a:lnTo>
                  <a:pt x="17155" y="4648"/>
                </a:lnTo>
                <a:lnTo>
                  <a:pt x="17155" y="4672"/>
                </a:lnTo>
                <a:lnTo>
                  <a:pt x="17155" y="4721"/>
                </a:lnTo>
                <a:lnTo>
                  <a:pt x="17204" y="4818"/>
                </a:lnTo>
                <a:lnTo>
                  <a:pt x="17252" y="4891"/>
                </a:lnTo>
                <a:lnTo>
                  <a:pt x="17350" y="4989"/>
                </a:lnTo>
                <a:lnTo>
                  <a:pt x="17423" y="5062"/>
                </a:lnTo>
                <a:lnTo>
                  <a:pt x="17642" y="5183"/>
                </a:lnTo>
                <a:lnTo>
                  <a:pt x="17861" y="5256"/>
                </a:lnTo>
                <a:lnTo>
                  <a:pt x="17739" y="5621"/>
                </a:lnTo>
                <a:lnTo>
                  <a:pt x="17617" y="5938"/>
                </a:lnTo>
                <a:lnTo>
                  <a:pt x="17569" y="5889"/>
                </a:lnTo>
                <a:lnTo>
                  <a:pt x="17520" y="5840"/>
                </a:lnTo>
                <a:lnTo>
                  <a:pt x="17398" y="5743"/>
                </a:lnTo>
                <a:lnTo>
                  <a:pt x="17301" y="5670"/>
                </a:lnTo>
                <a:lnTo>
                  <a:pt x="17179" y="5597"/>
                </a:lnTo>
                <a:lnTo>
                  <a:pt x="17082" y="5573"/>
                </a:lnTo>
                <a:lnTo>
                  <a:pt x="16985" y="5548"/>
                </a:lnTo>
                <a:lnTo>
                  <a:pt x="16887" y="5548"/>
                </a:lnTo>
                <a:lnTo>
                  <a:pt x="16766" y="5597"/>
                </a:lnTo>
                <a:lnTo>
                  <a:pt x="16741" y="5621"/>
                </a:lnTo>
                <a:lnTo>
                  <a:pt x="16741" y="5670"/>
                </a:lnTo>
                <a:lnTo>
                  <a:pt x="16741" y="5719"/>
                </a:lnTo>
                <a:lnTo>
                  <a:pt x="16766" y="5743"/>
                </a:lnTo>
                <a:lnTo>
                  <a:pt x="16863" y="5840"/>
                </a:lnTo>
                <a:lnTo>
                  <a:pt x="16936" y="5913"/>
                </a:lnTo>
                <a:lnTo>
                  <a:pt x="17009" y="5962"/>
                </a:lnTo>
                <a:lnTo>
                  <a:pt x="17228" y="6132"/>
                </a:lnTo>
                <a:lnTo>
                  <a:pt x="17325" y="6181"/>
                </a:lnTo>
                <a:lnTo>
                  <a:pt x="17447" y="6205"/>
                </a:lnTo>
                <a:lnTo>
                  <a:pt x="17496" y="6205"/>
                </a:lnTo>
                <a:lnTo>
                  <a:pt x="17325" y="6473"/>
                </a:lnTo>
                <a:lnTo>
                  <a:pt x="17204" y="6473"/>
                </a:lnTo>
                <a:lnTo>
                  <a:pt x="17106" y="6449"/>
                </a:lnTo>
                <a:lnTo>
                  <a:pt x="17009" y="6400"/>
                </a:lnTo>
                <a:lnTo>
                  <a:pt x="16936" y="6351"/>
                </a:lnTo>
                <a:lnTo>
                  <a:pt x="16814" y="6230"/>
                </a:lnTo>
                <a:lnTo>
                  <a:pt x="16668" y="6108"/>
                </a:lnTo>
                <a:lnTo>
                  <a:pt x="16522" y="6035"/>
                </a:lnTo>
                <a:lnTo>
                  <a:pt x="16449" y="6011"/>
                </a:lnTo>
                <a:lnTo>
                  <a:pt x="16352" y="6011"/>
                </a:lnTo>
                <a:lnTo>
                  <a:pt x="16279" y="6035"/>
                </a:lnTo>
                <a:lnTo>
                  <a:pt x="16182" y="6084"/>
                </a:lnTo>
                <a:lnTo>
                  <a:pt x="16133" y="6132"/>
                </a:lnTo>
                <a:lnTo>
                  <a:pt x="16133" y="6181"/>
                </a:lnTo>
                <a:lnTo>
                  <a:pt x="16182" y="6230"/>
                </a:lnTo>
                <a:lnTo>
                  <a:pt x="16230" y="6254"/>
                </a:lnTo>
                <a:lnTo>
                  <a:pt x="16303" y="6254"/>
                </a:lnTo>
                <a:lnTo>
                  <a:pt x="16401" y="6303"/>
                </a:lnTo>
                <a:lnTo>
                  <a:pt x="16547" y="6424"/>
                </a:lnTo>
                <a:lnTo>
                  <a:pt x="16693" y="6570"/>
                </a:lnTo>
                <a:lnTo>
                  <a:pt x="16814" y="6692"/>
                </a:lnTo>
                <a:lnTo>
                  <a:pt x="16936" y="6789"/>
                </a:lnTo>
                <a:lnTo>
                  <a:pt x="17082" y="6838"/>
                </a:lnTo>
                <a:lnTo>
                  <a:pt x="16668" y="7325"/>
                </a:lnTo>
                <a:lnTo>
                  <a:pt x="16157" y="7106"/>
                </a:lnTo>
                <a:lnTo>
                  <a:pt x="16011" y="7033"/>
                </a:lnTo>
                <a:lnTo>
                  <a:pt x="15865" y="7008"/>
                </a:lnTo>
                <a:lnTo>
                  <a:pt x="15744" y="7008"/>
                </a:lnTo>
                <a:lnTo>
                  <a:pt x="15598" y="7057"/>
                </a:lnTo>
                <a:lnTo>
                  <a:pt x="15573" y="7081"/>
                </a:lnTo>
                <a:lnTo>
                  <a:pt x="15549" y="7106"/>
                </a:lnTo>
                <a:lnTo>
                  <a:pt x="15549" y="7154"/>
                </a:lnTo>
                <a:lnTo>
                  <a:pt x="15573" y="7179"/>
                </a:lnTo>
                <a:lnTo>
                  <a:pt x="15646" y="7276"/>
                </a:lnTo>
                <a:lnTo>
                  <a:pt x="15744" y="7349"/>
                </a:lnTo>
                <a:lnTo>
                  <a:pt x="15987" y="7495"/>
                </a:lnTo>
                <a:lnTo>
                  <a:pt x="16328" y="7665"/>
                </a:lnTo>
                <a:lnTo>
                  <a:pt x="16036" y="7957"/>
                </a:lnTo>
                <a:lnTo>
                  <a:pt x="15890" y="7909"/>
                </a:lnTo>
                <a:lnTo>
                  <a:pt x="15744" y="7884"/>
                </a:lnTo>
                <a:lnTo>
                  <a:pt x="15598" y="7860"/>
                </a:lnTo>
                <a:lnTo>
                  <a:pt x="15452" y="7836"/>
                </a:lnTo>
                <a:lnTo>
                  <a:pt x="15160" y="7690"/>
                </a:lnTo>
                <a:lnTo>
                  <a:pt x="15014" y="7641"/>
                </a:lnTo>
                <a:lnTo>
                  <a:pt x="14868" y="7592"/>
                </a:lnTo>
                <a:lnTo>
                  <a:pt x="14819" y="7617"/>
                </a:lnTo>
                <a:lnTo>
                  <a:pt x="14770" y="7665"/>
                </a:lnTo>
                <a:lnTo>
                  <a:pt x="14770" y="7714"/>
                </a:lnTo>
                <a:lnTo>
                  <a:pt x="14770" y="7763"/>
                </a:lnTo>
                <a:lnTo>
                  <a:pt x="14843" y="7860"/>
                </a:lnTo>
                <a:lnTo>
                  <a:pt x="14916" y="7957"/>
                </a:lnTo>
                <a:lnTo>
                  <a:pt x="15135" y="8128"/>
                </a:lnTo>
                <a:lnTo>
                  <a:pt x="15427" y="8249"/>
                </a:lnTo>
                <a:lnTo>
                  <a:pt x="15549" y="8298"/>
                </a:lnTo>
                <a:lnTo>
                  <a:pt x="15695" y="8322"/>
                </a:lnTo>
                <a:lnTo>
                  <a:pt x="15403" y="8639"/>
                </a:lnTo>
                <a:lnTo>
                  <a:pt x="15184" y="8590"/>
                </a:lnTo>
                <a:lnTo>
                  <a:pt x="14965" y="8541"/>
                </a:lnTo>
                <a:lnTo>
                  <a:pt x="14770" y="8468"/>
                </a:lnTo>
                <a:lnTo>
                  <a:pt x="14576" y="8347"/>
                </a:lnTo>
                <a:lnTo>
                  <a:pt x="14551" y="8322"/>
                </a:lnTo>
                <a:lnTo>
                  <a:pt x="14503" y="8322"/>
                </a:lnTo>
                <a:lnTo>
                  <a:pt x="14454" y="8371"/>
                </a:lnTo>
                <a:lnTo>
                  <a:pt x="14430" y="8420"/>
                </a:lnTo>
                <a:lnTo>
                  <a:pt x="14430" y="8493"/>
                </a:lnTo>
                <a:lnTo>
                  <a:pt x="14478" y="8590"/>
                </a:lnTo>
                <a:lnTo>
                  <a:pt x="14551" y="8687"/>
                </a:lnTo>
                <a:lnTo>
                  <a:pt x="14722" y="8809"/>
                </a:lnTo>
                <a:lnTo>
                  <a:pt x="14892" y="8906"/>
                </a:lnTo>
                <a:lnTo>
                  <a:pt x="15111" y="8979"/>
                </a:lnTo>
                <a:lnTo>
                  <a:pt x="14843" y="9271"/>
                </a:lnTo>
                <a:lnTo>
                  <a:pt x="14795" y="9247"/>
                </a:lnTo>
                <a:lnTo>
                  <a:pt x="14503" y="9150"/>
                </a:lnTo>
                <a:lnTo>
                  <a:pt x="14211" y="9052"/>
                </a:lnTo>
                <a:lnTo>
                  <a:pt x="13919" y="8955"/>
                </a:lnTo>
                <a:lnTo>
                  <a:pt x="13627" y="8858"/>
                </a:lnTo>
                <a:lnTo>
                  <a:pt x="13578" y="8858"/>
                </a:lnTo>
                <a:lnTo>
                  <a:pt x="13554" y="8882"/>
                </a:lnTo>
                <a:lnTo>
                  <a:pt x="13529" y="8931"/>
                </a:lnTo>
                <a:lnTo>
                  <a:pt x="13554" y="8955"/>
                </a:lnTo>
                <a:lnTo>
                  <a:pt x="13627" y="9077"/>
                </a:lnTo>
                <a:lnTo>
                  <a:pt x="13748" y="9198"/>
                </a:lnTo>
                <a:lnTo>
                  <a:pt x="13846" y="9296"/>
                </a:lnTo>
                <a:lnTo>
                  <a:pt x="13992" y="9369"/>
                </a:lnTo>
                <a:lnTo>
                  <a:pt x="14284" y="9515"/>
                </a:lnTo>
                <a:lnTo>
                  <a:pt x="14576" y="9612"/>
                </a:lnTo>
                <a:lnTo>
                  <a:pt x="14211" y="10001"/>
                </a:lnTo>
                <a:lnTo>
                  <a:pt x="14186" y="9953"/>
                </a:lnTo>
                <a:lnTo>
                  <a:pt x="14113" y="9904"/>
                </a:lnTo>
                <a:lnTo>
                  <a:pt x="13846" y="9709"/>
                </a:lnTo>
                <a:lnTo>
                  <a:pt x="13529" y="9563"/>
                </a:lnTo>
                <a:lnTo>
                  <a:pt x="13359" y="9490"/>
                </a:lnTo>
                <a:lnTo>
                  <a:pt x="13213" y="9442"/>
                </a:lnTo>
                <a:lnTo>
                  <a:pt x="13043" y="9393"/>
                </a:lnTo>
                <a:lnTo>
                  <a:pt x="12824" y="9393"/>
                </a:lnTo>
                <a:lnTo>
                  <a:pt x="12799" y="9442"/>
                </a:lnTo>
                <a:lnTo>
                  <a:pt x="12799" y="9490"/>
                </a:lnTo>
                <a:lnTo>
                  <a:pt x="12824" y="9515"/>
                </a:lnTo>
                <a:lnTo>
                  <a:pt x="13067" y="9734"/>
                </a:lnTo>
                <a:lnTo>
                  <a:pt x="13335" y="9904"/>
                </a:lnTo>
                <a:lnTo>
                  <a:pt x="13627" y="10074"/>
                </a:lnTo>
                <a:lnTo>
                  <a:pt x="13919" y="10220"/>
                </a:lnTo>
                <a:lnTo>
                  <a:pt x="13967" y="10245"/>
                </a:lnTo>
                <a:lnTo>
                  <a:pt x="13894" y="10318"/>
                </a:lnTo>
                <a:lnTo>
                  <a:pt x="13748" y="10464"/>
                </a:lnTo>
                <a:lnTo>
                  <a:pt x="13700" y="10391"/>
                </a:lnTo>
                <a:lnTo>
                  <a:pt x="13627" y="10318"/>
                </a:lnTo>
                <a:lnTo>
                  <a:pt x="13456" y="10220"/>
                </a:lnTo>
                <a:lnTo>
                  <a:pt x="13091" y="10074"/>
                </a:lnTo>
                <a:lnTo>
                  <a:pt x="12897" y="10026"/>
                </a:lnTo>
                <a:lnTo>
                  <a:pt x="12702" y="9953"/>
                </a:lnTo>
                <a:lnTo>
                  <a:pt x="12507" y="9928"/>
                </a:lnTo>
                <a:lnTo>
                  <a:pt x="12288" y="9904"/>
                </a:lnTo>
                <a:lnTo>
                  <a:pt x="12240" y="9904"/>
                </a:lnTo>
                <a:lnTo>
                  <a:pt x="12215" y="9928"/>
                </a:lnTo>
                <a:lnTo>
                  <a:pt x="12191" y="9977"/>
                </a:lnTo>
                <a:lnTo>
                  <a:pt x="12215" y="10050"/>
                </a:lnTo>
                <a:lnTo>
                  <a:pt x="12264" y="10099"/>
                </a:lnTo>
                <a:lnTo>
                  <a:pt x="12459" y="10196"/>
                </a:lnTo>
                <a:lnTo>
                  <a:pt x="12629" y="10293"/>
                </a:lnTo>
                <a:lnTo>
                  <a:pt x="12994" y="10512"/>
                </a:lnTo>
                <a:lnTo>
                  <a:pt x="13237" y="10634"/>
                </a:lnTo>
                <a:lnTo>
                  <a:pt x="13359" y="10682"/>
                </a:lnTo>
                <a:lnTo>
                  <a:pt x="13505" y="10707"/>
                </a:lnTo>
                <a:lnTo>
                  <a:pt x="12921" y="11291"/>
                </a:lnTo>
                <a:lnTo>
                  <a:pt x="12799" y="11193"/>
                </a:lnTo>
                <a:lnTo>
                  <a:pt x="12653" y="11096"/>
                </a:lnTo>
                <a:lnTo>
                  <a:pt x="12434" y="10974"/>
                </a:lnTo>
                <a:lnTo>
                  <a:pt x="12240" y="10828"/>
                </a:lnTo>
                <a:lnTo>
                  <a:pt x="12021" y="10682"/>
                </a:lnTo>
                <a:lnTo>
                  <a:pt x="11802" y="10585"/>
                </a:lnTo>
                <a:lnTo>
                  <a:pt x="11680" y="10537"/>
                </a:lnTo>
                <a:lnTo>
                  <a:pt x="11534" y="10537"/>
                </a:lnTo>
                <a:lnTo>
                  <a:pt x="11510" y="10561"/>
                </a:lnTo>
                <a:lnTo>
                  <a:pt x="11510" y="10585"/>
                </a:lnTo>
                <a:lnTo>
                  <a:pt x="11534" y="10609"/>
                </a:lnTo>
                <a:lnTo>
                  <a:pt x="11704" y="10804"/>
                </a:lnTo>
                <a:lnTo>
                  <a:pt x="11996" y="11072"/>
                </a:lnTo>
                <a:lnTo>
                  <a:pt x="12337" y="11364"/>
                </a:lnTo>
                <a:lnTo>
                  <a:pt x="12507" y="11461"/>
                </a:lnTo>
                <a:lnTo>
                  <a:pt x="12678" y="11534"/>
                </a:lnTo>
                <a:lnTo>
                  <a:pt x="12337" y="11875"/>
                </a:lnTo>
                <a:lnTo>
                  <a:pt x="12215" y="11826"/>
                </a:lnTo>
                <a:lnTo>
                  <a:pt x="12094" y="11777"/>
                </a:lnTo>
                <a:lnTo>
                  <a:pt x="11899" y="11680"/>
                </a:lnTo>
                <a:lnTo>
                  <a:pt x="11510" y="11437"/>
                </a:lnTo>
                <a:lnTo>
                  <a:pt x="11291" y="11339"/>
                </a:lnTo>
                <a:lnTo>
                  <a:pt x="11193" y="11315"/>
                </a:lnTo>
                <a:lnTo>
                  <a:pt x="11072" y="11291"/>
                </a:lnTo>
                <a:lnTo>
                  <a:pt x="10999" y="11315"/>
                </a:lnTo>
                <a:lnTo>
                  <a:pt x="10974" y="11364"/>
                </a:lnTo>
                <a:lnTo>
                  <a:pt x="10950" y="11437"/>
                </a:lnTo>
                <a:lnTo>
                  <a:pt x="10999" y="11485"/>
                </a:lnTo>
                <a:lnTo>
                  <a:pt x="11266" y="11704"/>
                </a:lnTo>
                <a:lnTo>
                  <a:pt x="11558" y="11923"/>
                </a:lnTo>
                <a:lnTo>
                  <a:pt x="11777" y="12069"/>
                </a:lnTo>
                <a:lnTo>
                  <a:pt x="12045" y="12191"/>
                </a:lnTo>
                <a:lnTo>
                  <a:pt x="11753" y="12483"/>
                </a:lnTo>
                <a:lnTo>
                  <a:pt x="11485" y="12264"/>
                </a:lnTo>
                <a:lnTo>
                  <a:pt x="11218" y="12045"/>
                </a:lnTo>
                <a:lnTo>
                  <a:pt x="11047" y="11899"/>
                </a:lnTo>
                <a:lnTo>
                  <a:pt x="10877" y="11777"/>
                </a:lnTo>
                <a:lnTo>
                  <a:pt x="10682" y="11680"/>
                </a:lnTo>
                <a:lnTo>
                  <a:pt x="10488" y="11631"/>
                </a:lnTo>
                <a:lnTo>
                  <a:pt x="10439" y="11656"/>
                </a:lnTo>
                <a:lnTo>
                  <a:pt x="10439" y="11680"/>
                </a:lnTo>
                <a:lnTo>
                  <a:pt x="10415" y="11704"/>
                </a:lnTo>
                <a:lnTo>
                  <a:pt x="10439" y="11753"/>
                </a:lnTo>
                <a:lnTo>
                  <a:pt x="11072" y="12410"/>
                </a:lnTo>
                <a:lnTo>
                  <a:pt x="11242" y="12605"/>
                </a:lnTo>
                <a:lnTo>
                  <a:pt x="11461" y="12775"/>
                </a:lnTo>
                <a:lnTo>
                  <a:pt x="11315" y="12945"/>
                </a:lnTo>
                <a:lnTo>
                  <a:pt x="11193" y="12848"/>
                </a:lnTo>
                <a:lnTo>
                  <a:pt x="11047" y="12775"/>
                </a:lnTo>
                <a:lnTo>
                  <a:pt x="10780" y="12629"/>
                </a:lnTo>
                <a:lnTo>
                  <a:pt x="10366" y="12361"/>
                </a:lnTo>
                <a:lnTo>
                  <a:pt x="10172" y="12215"/>
                </a:lnTo>
                <a:lnTo>
                  <a:pt x="9977" y="12069"/>
                </a:lnTo>
                <a:lnTo>
                  <a:pt x="9953" y="12045"/>
                </a:lnTo>
                <a:lnTo>
                  <a:pt x="9928" y="12069"/>
                </a:lnTo>
                <a:lnTo>
                  <a:pt x="9904" y="12094"/>
                </a:lnTo>
                <a:lnTo>
                  <a:pt x="9928" y="12118"/>
                </a:lnTo>
                <a:lnTo>
                  <a:pt x="10220" y="12532"/>
                </a:lnTo>
                <a:lnTo>
                  <a:pt x="10391" y="12702"/>
                </a:lnTo>
                <a:lnTo>
                  <a:pt x="10585" y="12897"/>
                </a:lnTo>
                <a:lnTo>
                  <a:pt x="10804" y="13067"/>
                </a:lnTo>
                <a:lnTo>
                  <a:pt x="10926" y="13140"/>
                </a:lnTo>
                <a:lnTo>
                  <a:pt x="11047" y="13213"/>
                </a:lnTo>
                <a:lnTo>
                  <a:pt x="10780" y="13456"/>
                </a:lnTo>
                <a:lnTo>
                  <a:pt x="10439" y="13213"/>
                </a:lnTo>
                <a:lnTo>
                  <a:pt x="10099" y="12970"/>
                </a:lnTo>
                <a:lnTo>
                  <a:pt x="9928" y="12872"/>
                </a:lnTo>
                <a:lnTo>
                  <a:pt x="9734" y="12799"/>
                </a:lnTo>
                <a:lnTo>
                  <a:pt x="9563" y="12726"/>
                </a:lnTo>
                <a:lnTo>
                  <a:pt x="9369" y="12726"/>
                </a:lnTo>
                <a:lnTo>
                  <a:pt x="9320" y="12751"/>
                </a:lnTo>
                <a:lnTo>
                  <a:pt x="9320" y="12775"/>
                </a:lnTo>
                <a:lnTo>
                  <a:pt x="9320" y="12799"/>
                </a:lnTo>
                <a:lnTo>
                  <a:pt x="9442" y="12921"/>
                </a:lnTo>
                <a:lnTo>
                  <a:pt x="9588" y="13043"/>
                </a:lnTo>
                <a:lnTo>
                  <a:pt x="9855" y="13262"/>
                </a:lnTo>
                <a:lnTo>
                  <a:pt x="10464" y="13773"/>
                </a:lnTo>
                <a:lnTo>
                  <a:pt x="10293" y="13943"/>
                </a:lnTo>
                <a:lnTo>
                  <a:pt x="10123" y="13821"/>
                </a:lnTo>
                <a:lnTo>
                  <a:pt x="9953" y="13724"/>
                </a:lnTo>
                <a:lnTo>
                  <a:pt x="9612" y="13554"/>
                </a:lnTo>
                <a:lnTo>
                  <a:pt x="9393" y="13408"/>
                </a:lnTo>
                <a:lnTo>
                  <a:pt x="9223" y="13237"/>
                </a:lnTo>
                <a:lnTo>
                  <a:pt x="9052" y="13067"/>
                </a:lnTo>
                <a:lnTo>
                  <a:pt x="8906" y="12848"/>
                </a:lnTo>
                <a:lnTo>
                  <a:pt x="8833" y="12799"/>
                </a:lnTo>
                <a:lnTo>
                  <a:pt x="8760" y="12799"/>
                </a:lnTo>
                <a:lnTo>
                  <a:pt x="8712" y="12824"/>
                </a:lnTo>
                <a:lnTo>
                  <a:pt x="8663" y="12897"/>
                </a:lnTo>
                <a:lnTo>
                  <a:pt x="8639" y="13018"/>
                </a:lnTo>
                <a:lnTo>
                  <a:pt x="8663" y="13164"/>
                </a:lnTo>
                <a:lnTo>
                  <a:pt x="8687" y="13286"/>
                </a:lnTo>
                <a:lnTo>
                  <a:pt x="8760" y="13408"/>
                </a:lnTo>
                <a:lnTo>
                  <a:pt x="8833" y="13529"/>
                </a:lnTo>
                <a:lnTo>
                  <a:pt x="8931" y="13627"/>
                </a:lnTo>
                <a:lnTo>
                  <a:pt x="9125" y="13821"/>
                </a:lnTo>
                <a:lnTo>
                  <a:pt x="9490" y="14089"/>
                </a:lnTo>
                <a:lnTo>
                  <a:pt x="9685" y="14211"/>
                </a:lnTo>
                <a:lnTo>
                  <a:pt x="9904" y="14308"/>
                </a:lnTo>
                <a:lnTo>
                  <a:pt x="9661" y="14527"/>
                </a:lnTo>
                <a:lnTo>
                  <a:pt x="9369" y="14381"/>
                </a:lnTo>
                <a:lnTo>
                  <a:pt x="9052" y="14235"/>
                </a:lnTo>
                <a:lnTo>
                  <a:pt x="8760" y="14089"/>
                </a:lnTo>
                <a:lnTo>
                  <a:pt x="8614" y="13992"/>
                </a:lnTo>
                <a:lnTo>
                  <a:pt x="8468" y="13919"/>
                </a:lnTo>
                <a:lnTo>
                  <a:pt x="8444" y="13894"/>
                </a:lnTo>
                <a:lnTo>
                  <a:pt x="8420" y="13894"/>
                </a:lnTo>
                <a:lnTo>
                  <a:pt x="8395" y="13919"/>
                </a:lnTo>
                <a:lnTo>
                  <a:pt x="8395" y="13967"/>
                </a:lnTo>
                <a:lnTo>
                  <a:pt x="8468" y="14138"/>
                </a:lnTo>
                <a:lnTo>
                  <a:pt x="8566" y="14308"/>
                </a:lnTo>
                <a:lnTo>
                  <a:pt x="8687" y="14430"/>
                </a:lnTo>
                <a:lnTo>
                  <a:pt x="8833" y="14551"/>
                </a:lnTo>
                <a:lnTo>
                  <a:pt x="9296" y="14868"/>
                </a:lnTo>
                <a:lnTo>
                  <a:pt x="9004" y="15160"/>
                </a:lnTo>
                <a:lnTo>
                  <a:pt x="8614" y="14770"/>
                </a:lnTo>
                <a:lnTo>
                  <a:pt x="8201" y="14405"/>
                </a:lnTo>
                <a:lnTo>
                  <a:pt x="7398" y="13700"/>
                </a:lnTo>
                <a:lnTo>
                  <a:pt x="6984" y="13359"/>
                </a:lnTo>
                <a:lnTo>
                  <a:pt x="6595" y="12994"/>
                </a:lnTo>
                <a:lnTo>
                  <a:pt x="6205" y="12605"/>
                </a:lnTo>
                <a:lnTo>
                  <a:pt x="5840" y="12215"/>
                </a:lnTo>
                <a:lnTo>
                  <a:pt x="5500" y="11777"/>
                </a:lnTo>
                <a:lnTo>
                  <a:pt x="5135" y="11315"/>
                </a:lnTo>
                <a:lnTo>
                  <a:pt x="4794" y="10901"/>
                </a:lnTo>
                <a:lnTo>
                  <a:pt x="4599" y="10682"/>
                </a:lnTo>
                <a:lnTo>
                  <a:pt x="4405" y="10488"/>
                </a:lnTo>
                <a:lnTo>
                  <a:pt x="4137" y="10269"/>
                </a:lnTo>
                <a:lnTo>
                  <a:pt x="3845" y="10074"/>
                </a:lnTo>
                <a:lnTo>
                  <a:pt x="3553" y="9855"/>
                </a:lnTo>
                <a:lnTo>
                  <a:pt x="3285" y="9661"/>
                </a:lnTo>
                <a:lnTo>
                  <a:pt x="3261" y="9588"/>
                </a:lnTo>
                <a:lnTo>
                  <a:pt x="3602" y="9296"/>
                </a:lnTo>
                <a:lnTo>
                  <a:pt x="3967" y="9004"/>
                </a:lnTo>
                <a:lnTo>
                  <a:pt x="4332" y="8712"/>
                </a:lnTo>
                <a:lnTo>
                  <a:pt x="4672" y="8420"/>
                </a:lnTo>
                <a:lnTo>
                  <a:pt x="5646" y="7519"/>
                </a:lnTo>
                <a:lnTo>
                  <a:pt x="6595" y="6595"/>
                </a:lnTo>
                <a:lnTo>
                  <a:pt x="6984" y="6205"/>
                </a:lnTo>
                <a:lnTo>
                  <a:pt x="7349" y="5792"/>
                </a:lnTo>
                <a:lnTo>
                  <a:pt x="8055" y="4940"/>
                </a:lnTo>
                <a:lnTo>
                  <a:pt x="8760" y="4088"/>
                </a:lnTo>
                <a:lnTo>
                  <a:pt x="9466" y="3237"/>
                </a:lnTo>
                <a:lnTo>
                  <a:pt x="9855" y="2799"/>
                </a:lnTo>
                <a:lnTo>
                  <a:pt x="10269" y="2410"/>
                </a:lnTo>
                <a:lnTo>
                  <a:pt x="10707" y="2045"/>
                </a:lnTo>
                <a:lnTo>
                  <a:pt x="11169" y="1704"/>
                </a:lnTo>
                <a:lnTo>
                  <a:pt x="11631" y="1412"/>
                </a:lnTo>
                <a:lnTo>
                  <a:pt x="12142" y="1144"/>
                </a:lnTo>
                <a:lnTo>
                  <a:pt x="12678" y="950"/>
                </a:lnTo>
                <a:lnTo>
                  <a:pt x="13237" y="779"/>
                </a:lnTo>
                <a:lnTo>
                  <a:pt x="13797" y="658"/>
                </a:lnTo>
                <a:lnTo>
                  <a:pt x="14381" y="585"/>
                </a:lnTo>
                <a:lnTo>
                  <a:pt x="14941" y="560"/>
                </a:lnTo>
                <a:close/>
                <a:moveTo>
                  <a:pt x="11777" y="13237"/>
                </a:moveTo>
                <a:lnTo>
                  <a:pt x="11777" y="13602"/>
                </a:lnTo>
                <a:lnTo>
                  <a:pt x="11753" y="13967"/>
                </a:lnTo>
                <a:lnTo>
                  <a:pt x="11704" y="14746"/>
                </a:lnTo>
                <a:lnTo>
                  <a:pt x="11680" y="15549"/>
                </a:lnTo>
                <a:lnTo>
                  <a:pt x="11656" y="16328"/>
                </a:lnTo>
                <a:lnTo>
                  <a:pt x="11485" y="16084"/>
                </a:lnTo>
                <a:lnTo>
                  <a:pt x="11291" y="15865"/>
                </a:lnTo>
                <a:lnTo>
                  <a:pt x="10877" y="15427"/>
                </a:lnTo>
                <a:lnTo>
                  <a:pt x="10755" y="15257"/>
                </a:lnTo>
                <a:lnTo>
                  <a:pt x="10610" y="15062"/>
                </a:lnTo>
                <a:lnTo>
                  <a:pt x="10464" y="14868"/>
                </a:lnTo>
                <a:lnTo>
                  <a:pt x="10366" y="14770"/>
                </a:lnTo>
                <a:lnTo>
                  <a:pt x="10293" y="14722"/>
                </a:lnTo>
                <a:lnTo>
                  <a:pt x="10731" y="14284"/>
                </a:lnTo>
                <a:lnTo>
                  <a:pt x="11266" y="13773"/>
                </a:lnTo>
                <a:lnTo>
                  <a:pt x="11777" y="13237"/>
                </a:lnTo>
                <a:close/>
                <a:moveTo>
                  <a:pt x="3431" y="14381"/>
                </a:moveTo>
                <a:lnTo>
                  <a:pt x="3553" y="14405"/>
                </a:lnTo>
                <a:lnTo>
                  <a:pt x="3699" y="14454"/>
                </a:lnTo>
                <a:lnTo>
                  <a:pt x="3699" y="14527"/>
                </a:lnTo>
                <a:lnTo>
                  <a:pt x="3723" y="14576"/>
                </a:lnTo>
                <a:lnTo>
                  <a:pt x="3602" y="14576"/>
                </a:lnTo>
                <a:lnTo>
                  <a:pt x="3553" y="14600"/>
                </a:lnTo>
                <a:lnTo>
                  <a:pt x="3504" y="14649"/>
                </a:lnTo>
                <a:lnTo>
                  <a:pt x="3334" y="14843"/>
                </a:lnTo>
                <a:lnTo>
                  <a:pt x="3164" y="15038"/>
                </a:lnTo>
                <a:lnTo>
                  <a:pt x="2969" y="15233"/>
                </a:lnTo>
                <a:lnTo>
                  <a:pt x="2896" y="15330"/>
                </a:lnTo>
                <a:lnTo>
                  <a:pt x="2847" y="15452"/>
                </a:lnTo>
                <a:lnTo>
                  <a:pt x="2847" y="15525"/>
                </a:lnTo>
                <a:lnTo>
                  <a:pt x="2872" y="15573"/>
                </a:lnTo>
                <a:lnTo>
                  <a:pt x="2896" y="15622"/>
                </a:lnTo>
                <a:lnTo>
                  <a:pt x="2945" y="15646"/>
                </a:lnTo>
                <a:lnTo>
                  <a:pt x="3115" y="15646"/>
                </a:lnTo>
                <a:lnTo>
                  <a:pt x="3237" y="15598"/>
                </a:lnTo>
                <a:lnTo>
                  <a:pt x="3358" y="15525"/>
                </a:lnTo>
                <a:lnTo>
                  <a:pt x="3480" y="15427"/>
                </a:lnTo>
                <a:lnTo>
                  <a:pt x="3699" y="15208"/>
                </a:lnTo>
                <a:lnTo>
                  <a:pt x="3894" y="14941"/>
                </a:lnTo>
                <a:lnTo>
                  <a:pt x="3918" y="14868"/>
                </a:lnTo>
                <a:lnTo>
                  <a:pt x="3918" y="14795"/>
                </a:lnTo>
                <a:lnTo>
                  <a:pt x="3918" y="14722"/>
                </a:lnTo>
                <a:lnTo>
                  <a:pt x="3869" y="14673"/>
                </a:lnTo>
                <a:lnTo>
                  <a:pt x="3918" y="14697"/>
                </a:lnTo>
                <a:lnTo>
                  <a:pt x="3967" y="14770"/>
                </a:lnTo>
                <a:lnTo>
                  <a:pt x="3967" y="14819"/>
                </a:lnTo>
                <a:lnTo>
                  <a:pt x="3967" y="14892"/>
                </a:lnTo>
                <a:lnTo>
                  <a:pt x="3942" y="15087"/>
                </a:lnTo>
                <a:lnTo>
                  <a:pt x="3894" y="15281"/>
                </a:lnTo>
                <a:lnTo>
                  <a:pt x="3699" y="15671"/>
                </a:lnTo>
                <a:lnTo>
                  <a:pt x="3553" y="15938"/>
                </a:lnTo>
                <a:lnTo>
                  <a:pt x="3480" y="16060"/>
                </a:lnTo>
                <a:lnTo>
                  <a:pt x="3358" y="16157"/>
                </a:lnTo>
                <a:lnTo>
                  <a:pt x="3261" y="16230"/>
                </a:lnTo>
                <a:lnTo>
                  <a:pt x="3115" y="16303"/>
                </a:lnTo>
                <a:lnTo>
                  <a:pt x="2847" y="16376"/>
                </a:lnTo>
                <a:lnTo>
                  <a:pt x="2556" y="16425"/>
                </a:lnTo>
                <a:lnTo>
                  <a:pt x="2361" y="16449"/>
                </a:lnTo>
                <a:lnTo>
                  <a:pt x="2166" y="16449"/>
                </a:lnTo>
                <a:lnTo>
                  <a:pt x="2312" y="16182"/>
                </a:lnTo>
                <a:lnTo>
                  <a:pt x="2434" y="15890"/>
                </a:lnTo>
                <a:lnTo>
                  <a:pt x="2629" y="15403"/>
                </a:lnTo>
                <a:lnTo>
                  <a:pt x="2726" y="15160"/>
                </a:lnTo>
                <a:lnTo>
                  <a:pt x="2847" y="14916"/>
                </a:lnTo>
                <a:lnTo>
                  <a:pt x="2993" y="14697"/>
                </a:lnTo>
                <a:lnTo>
                  <a:pt x="3164" y="14503"/>
                </a:lnTo>
                <a:lnTo>
                  <a:pt x="3237" y="14430"/>
                </a:lnTo>
                <a:lnTo>
                  <a:pt x="3310" y="14405"/>
                </a:lnTo>
                <a:lnTo>
                  <a:pt x="3358" y="14381"/>
                </a:lnTo>
                <a:close/>
                <a:moveTo>
                  <a:pt x="3066" y="10001"/>
                </a:moveTo>
                <a:lnTo>
                  <a:pt x="3188" y="10147"/>
                </a:lnTo>
                <a:lnTo>
                  <a:pt x="3334" y="10293"/>
                </a:lnTo>
                <a:lnTo>
                  <a:pt x="3650" y="10488"/>
                </a:lnTo>
                <a:lnTo>
                  <a:pt x="3894" y="10682"/>
                </a:lnTo>
                <a:lnTo>
                  <a:pt x="4113" y="10877"/>
                </a:lnTo>
                <a:lnTo>
                  <a:pt x="4332" y="11096"/>
                </a:lnTo>
                <a:lnTo>
                  <a:pt x="4526" y="11315"/>
                </a:lnTo>
                <a:lnTo>
                  <a:pt x="4891" y="11777"/>
                </a:lnTo>
                <a:lnTo>
                  <a:pt x="5256" y="12264"/>
                </a:lnTo>
                <a:lnTo>
                  <a:pt x="5621" y="12702"/>
                </a:lnTo>
                <a:lnTo>
                  <a:pt x="6011" y="13140"/>
                </a:lnTo>
                <a:lnTo>
                  <a:pt x="6449" y="13529"/>
                </a:lnTo>
                <a:lnTo>
                  <a:pt x="6862" y="13919"/>
                </a:lnTo>
                <a:lnTo>
                  <a:pt x="7763" y="14697"/>
                </a:lnTo>
                <a:lnTo>
                  <a:pt x="8176" y="15087"/>
                </a:lnTo>
                <a:lnTo>
                  <a:pt x="8614" y="15500"/>
                </a:lnTo>
                <a:lnTo>
                  <a:pt x="8590" y="15525"/>
                </a:lnTo>
                <a:lnTo>
                  <a:pt x="8517" y="15573"/>
                </a:lnTo>
                <a:lnTo>
                  <a:pt x="8468" y="15646"/>
                </a:lnTo>
                <a:lnTo>
                  <a:pt x="8468" y="15719"/>
                </a:lnTo>
                <a:lnTo>
                  <a:pt x="8395" y="15914"/>
                </a:lnTo>
                <a:lnTo>
                  <a:pt x="8322" y="16133"/>
                </a:lnTo>
                <a:lnTo>
                  <a:pt x="8176" y="16547"/>
                </a:lnTo>
                <a:lnTo>
                  <a:pt x="7227" y="15817"/>
                </a:lnTo>
                <a:lnTo>
                  <a:pt x="6303" y="15062"/>
                </a:lnTo>
                <a:lnTo>
                  <a:pt x="5840" y="14649"/>
                </a:lnTo>
                <a:lnTo>
                  <a:pt x="5378" y="14259"/>
                </a:lnTo>
                <a:lnTo>
                  <a:pt x="4964" y="13846"/>
                </a:lnTo>
                <a:lnTo>
                  <a:pt x="4551" y="13408"/>
                </a:lnTo>
                <a:lnTo>
                  <a:pt x="3821" y="12580"/>
                </a:lnTo>
                <a:lnTo>
                  <a:pt x="3456" y="12142"/>
                </a:lnTo>
                <a:lnTo>
                  <a:pt x="3091" y="11729"/>
                </a:lnTo>
                <a:lnTo>
                  <a:pt x="2702" y="11315"/>
                </a:lnTo>
                <a:lnTo>
                  <a:pt x="2288" y="10950"/>
                </a:lnTo>
                <a:lnTo>
                  <a:pt x="1850" y="10609"/>
                </a:lnTo>
                <a:lnTo>
                  <a:pt x="1607" y="10464"/>
                </a:lnTo>
                <a:lnTo>
                  <a:pt x="1388" y="10318"/>
                </a:lnTo>
                <a:lnTo>
                  <a:pt x="1534" y="10318"/>
                </a:lnTo>
                <a:lnTo>
                  <a:pt x="1655" y="10293"/>
                </a:lnTo>
                <a:lnTo>
                  <a:pt x="1947" y="10245"/>
                </a:lnTo>
                <a:lnTo>
                  <a:pt x="2507" y="10147"/>
                </a:lnTo>
                <a:lnTo>
                  <a:pt x="3066" y="10001"/>
                </a:lnTo>
                <a:close/>
                <a:moveTo>
                  <a:pt x="4989" y="16328"/>
                </a:moveTo>
                <a:lnTo>
                  <a:pt x="5110" y="16352"/>
                </a:lnTo>
                <a:lnTo>
                  <a:pt x="5086" y="16401"/>
                </a:lnTo>
                <a:lnTo>
                  <a:pt x="5062" y="16474"/>
                </a:lnTo>
                <a:lnTo>
                  <a:pt x="4989" y="16522"/>
                </a:lnTo>
                <a:lnTo>
                  <a:pt x="4843" y="16620"/>
                </a:lnTo>
                <a:lnTo>
                  <a:pt x="4551" y="16741"/>
                </a:lnTo>
                <a:lnTo>
                  <a:pt x="4551" y="16741"/>
                </a:lnTo>
                <a:lnTo>
                  <a:pt x="4599" y="16620"/>
                </a:lnTo>
                <a:lnTo>
                  <a:pt x="4672" y="16474"/>
                </a:lnTo>
                <a:lnTo>
                  <a:pt x="4770" y="16376"/>
                </a:lnTo>
                <a:lnTo>
                  <a:pt x="4867" y="16328"/>
                </a:lnTo>
                <a:close/>
                <a:moveTo>
                  <a:pt x="3237" y="13846"/>
                </a:moveTo>
                <a:lnTo>
                  <a:pt x="3115" y="13894"/>
                </a:lnTo>
                <a:lnTo>
                  <a:pt x="2993" y="13943"/>
                </a:lnTo>
                <a:lnTo>
                  <a:pt x="2896" y="14016"/>
                </a:lnTo>
                <a:lnTo>
                  <a:pt x="2702" y="14211"/>
                </a:lnTo>
                <a:lnTo>
                  <a:pt x="2531" y="14430"/>
                </a:lnTo>
                <a:lnTo>
                  <a:pt x="2385" y="14673"/>
                </a:lnTo>
                <a:lnTo>
                  <a:pt x="2264" y="14941"/>
                </a:lnTo>
                <a:lnTo>
                  <a:pt x="2045" y="15500"/>
                </a:lnTo>
                <a:lnTo>
                  <a:pt x="1923" y="15768"/>
                </a:lnTo>
                <a:lnTo>
                  <a:pt x="1777" y="16036"/>
                </a:lnTo>
                <a:lnTo>
                  <a:pt x="1607" y="16279"/>
                </a:lnTo>
                <a:lnTo>
                  <a:pt x="1509" y="16376"/>
                </a:lnTo>
                <a:lnTo>
                  <a:pt x="1412" y="16449"/>
                </a:lnTo>
                <a:lnTo>
                  <a:pt x="1363" y="16522"/>
                </a:lnTo>
                <a:lnTo>
                  <a:pt x="1315" y="16595"/>
                </a:lnTo>
                <a:lnTo>
                  <a:pt x="1290" y="16668"/>
                </a:lnTo>
                <a:lnTo>
                  <a:pt x="1315" y="16741"/>
                </a:lnTo>
                <a:lnTo>
                  <a:pt x="1339" y="16814"/>
                </a:lnTo>
                <a:lnTo>
                  <a:pt x="1388" y="16863"/>
                </a:lnTo>
                <a:lnTo>
                  <a:pt x="1436" y="16887"/>
                </a:lnTo>
                <a:lnTo>
                  <a:pt x="1534" y="16912"/>
                </a:lnTo>
                <a:lnTo>
                  <a:pt x="1631" y="16912"/>
                </a:lnTo>
                <a:lnTo>
                  <a:pt x="1728" y="16887"/>
                </a:lnTo>
                <a:lnTo>
                  <a:pt x="2288" y="16887"/>
                </a:lnTo>
                <a:lnTo>
                  <a:pt x="2556" y="16863"/>
                </a:lnTo>
                <a:lnTo>
                  <a:pt x="2799" y="16839"/>
                </a:lnTo>
                <a:lnTo>
                  <a:pt x="3042" y="16790"/>
                </a:lnTo>
                <a:lnTo>
                  <a:pt x="3285" y="16717"/>
                </a:lnTo>
                <a:lnTo>
                  <a:pt x="3431" y="16644"/>
                </a:lnTo>
                <a:lnTo>
                  <a:pt x="3553" y="16571"/>
                </a:lnTo>
                <a:lnTo>
                  <a:pt x="3650" y="16474"/>
                </a:lnTo>
                <a:lnTo>
                  <a:pt x="3772" y="16376"/>
                </a:lnTo>
                <a:lnTo>
                  <a:pt x="3918" y="16157"/>
                </a:lnTo>
                <a:lnTo>
                  <a:pt x="4064" y="15865"/>
                </a:lnTo>
                <a:lnTo>
                  <a:pt x="4210" y="15549"/>
                </a:lnTo>
                <a:lnTo>
                  <a:pt x="4283" y="15306"/>
                </a:lnTo>
                <a:lnTo>
                  <a:pt x="4332" y="15062"/>
                </a:lnTo>
                <a:lnTo>
                  <a:pt x="4380" y="14795"/>
                </a:lnTo>
                <a:lnTo>
                  <a:pt x="4356" y="14576"/>
                </a:lnTo>
                <a:lnTo>
                  <a:pt x="4356" y="14478"/>
                </a:lnTo>
                <a:lnTo>
                  <a:pt x="4307" y="14405"/>
                </a:lnTo>
                <a:lnTo>
                  <a:pt x="4259" y="14332"/>
                </a:lnTo>
                <a:lnTo>
                  <a:pt x="4186" y="14284"/>
                </a:lnTo>
                <a:lnTo>
                  <a:pt x="4113" y="14186"/>
                </a:lnTo>
                <a:lnTo>
                  <a:pt x="4040" y="14089"/>
                </a:lnTo>
                <a:lnTo>
                  <a:pt x="3942" y="14016"/>
                </a:lnTo>
                <a:lnTo>
                  <a:pt x="3845" y="13967"/>
                </a:lnTo>
                <a:lnTo>
                  <a:pt x="3626" y="13870"/>
                </a:lnTo>
                <a:lnTo>
                  <a:pt x="3383" y="13846"/>
                </a:lnTo>
                <a:close/>
                <a:moveTo>
                  <a:pt x="4818" y="15817"/>
                </a:moveTo>
                <a:lnTo>
                  <a:pt x="4697" y="15865"/>
                </a:lnTo>
                <a:lnTo>
                  <a:pt x="4575" y="15914"/>
                </a:lnTo>
                <a:lnTo>
                  <a:pt x="4453" y="15987"/>
                </a:lnTo>
                <a:lnTo>
                  <a:pt x="4356" y="16084"/>
                </a:lnTo>
                <a:lnTo>
                  <a:pt x="4259" y="16206"/>
                </a:lnTo>
                <a:lnTo>
                  <a:pt x="4161" y="16328"/>
                </a:lnTo>
                <a:lnTo>
                  <a:pt x="4088" y="16474"/>
                </a:lnTo>
                <a:lnTo>
                  <a:pt x="4040" y="16620"/>
                </a:lnTo>
                <a:lnTo>
                  <a:pt x="3991" y="16766"/>
                </a:lnTo>
                <a:lnTo>
                  <a:pt x="3967" y="16912"/>
                </a:lnTo>
                <a:lnTo>
                  <a:pt x="3967" y="17058"/>
                </a:lnTo>
                <a:lnTo>
                  <a:pt x="3991" y="17155"/>
                </a:lnTo>
                <a:lnTo>
                  <a:pt x="4064" y="17252"/>
                </a:lnTo>
                <a:lnTo>
                  <a:pt x="4161" y="17301"/>
                </a:lnTo>
                <a:lnTo>
                  <a:pt x="4210" y="17325"/>
                </a:lnTo>
                <a:lnTo>
                  <a:pt x="4259" y="17301"/>
                </a:lnTo>
                <a:lnTo>
                  <a:pt x="4502" y="17228"/>
                </a:lnTo>
                <a:lnTo>
                  <a:pt x="4721" y="17131"/>
                </a:lnTo>
                <a:lnTo>
                  <a:pt x="4989" y="17009"/>
                </a:lnTo>
                <a:lnTo>
                  <a:pt x="5135" y="16936"/>
                </a:lnTo>
                <a:lnTo>
                  <a:pt x="5256" y="16863"/>
                </a:lnTo>
                <a:lnTo>
                  <a:pt x="5354" y="16766"/>
                </a:lnTo>
                <a:lnTo>
                  <a:pt x="5427" y="16668"/>
                </a:lnTo>
                <a:lnTo>
                  <a:pt x="5500" y="16547"/>
                </a:lnTo>
                <a:lnTo>
                  <a:pt x="5524" y="16401"/>
                </a:lnTo>
                <a:lnTo>
                  <a:pt x="5524" y="16328"/>
                </a:lnTo>
                <a:lnTo>
                  <a:pt x="5500" y="16230"/>
                </a:lnTo>
                <a:lnTo>
                  <a:pt x="5451" y="16133"/>
                </a:lnTo>
                <a:lnTo>
                  <a:pt x="5402" y="16060"/>
                </a:lnTo>
                <a:lnTo>
                  <a:pt x="5305" y="15963"/>
                </a:lnTo>
                <a:lnTo>
                  <a:pt x="5208" y="15890"/>
                </a:lnTo>
                <a:lnTo>
                  <a:pt x="5086" y="15841"/>
                </a:lnTo>
                <a:lnTo>
                  <a:pt x="4964" y="15817"/>
                </a:lnTo>
                <a:close/>
                <a:moveTo>
                  <a:pt x="10001" y="14965"/>
                </a:moveTo>
                <a:lnTo>
                  <a:pt x="10099" y="15184"/>
                </a:lnTo>
                <a:lnTo>
                  <a:pt x="10220" y="15379"/>
                </a:lnTo>
                <a:lnTo>
                  <a:pt x="10488" y="15719"/>
                </a:lnTo>
                <a:lnTo>
                  <a:pt x="10731" y="16011"/>
                </a:lnTo>
                <a:lnTo>
                  <a:pt x="10999" y="16303"/>
                </a:lnTo>
                <a:lnTo>
                  <a:pt x="11242" y="16595"/>
                </a:lnTo>
                <a:lnTo>
                  <a:pt x="11339" y="16766"/>
                </a:lnTo>
                <a:lnTo>
                  <a:pt x="11412" y="16936"/>
                </a:lnTo>
                <a:lnTo>
                  <a:pt x="11437" y="17009"/>
                </a:lnTo>
                <a:lnTo>
                  <a:pt x="11485" y="17058"/>
                </a:lnTo>
                <a:lnTo>
                  <a:pt x="11558" y="17082"/>
                </a:lnTo>
                <a:lnTo>
                  <a:pt x="11607" y="17106"/>
                </a:lnTo>
                <a:lnTo>
                  <a:pt x="11607" y="17350"/>
                </a:lnTo>
                <a:lnTo>
                  <a:pt x="11583" y="17593"/>
                </a:lnTo>
                <a:lnTo>
                  <a:pt x="11412" y="17471"/>
                </a:lnTo>
                <a:lnTo>
                  <a:pt x="11266" y="17325"/>
                </a:lnTo>
                <a:lnTo>
                  <a:pt x="10974" y="17009"/>
                </a:lnTo>
                <a:lnTo>
                  <a:pt x="10488" y="16328"/>
                </a:lnTo>
                <a:lnTo>
                  <a:pt x="10099" y="15817"/>
                </a:lnTo>
                <a:lnTo>
                  <a:pt x="9855" y="15549"/>
                </a:lnTo>
                <a:lnTo>
                  <a:pt x="9709" y="15427"/>
                </a:lnTo>
                <a:lnTo>
                  <a:pt x="9588" y="15306"/>
                </a:lnTo>
                <a:lnTo>
                  <a:pt x="9855" y="15111"/>
                </a:lnTo>
                <a:lnTo>
                  <a:pt x="9928" y="15038"/>
                </a:lnTo>
                <a:lnTo>
                  <a:pt x="10001" y="14965"/>
                </a:lnTo>
                <a:close/>
                <a:moveTo>
                  <a:pt x="15135" y="1"/>
                </a:moveTo>
                <a:lnTo>
                  <a:pt x="14551" y="25"/>
                </a:lnTo>
                <a:lnTo>
                  <a:pt x="13967" y="74"/>
                </a:lnTo>
                <a:lnTo>
                  <a:pt x="13408" y="171"/>
                </a:lnTo>
                <a:lnTo>
                  <a:pt x="12824" y="293"/>
                </a:lnTo>
                <a:lnTo>
                  <a:pt x="12264" y="487"/>
                </a:lnTo>
                <a:lnTo>
                  <a:pt x="11753" y="706"/>
                </a:lnTo>
                <a:lnTo>
                  <a:pt x="11242" y="974"/>
                </a:lnTo>
                <a:lnTo>
                  <a:pt x="10755" y="1290"/>
                </a:lnTo>
                <a:lnTo>
                  <a:pt x="10318" y="1631"/>
                </a:lnTo>
                <a:lnTo>
                  <a:pt x="9880" y="2020"/>
                </a:lnTo>
                <a:lnTo>
                  <a:pt x="9466" y="2434"/>
                </a:lnTo>
                <a:lnTo>
                  <a:pt x="9052" y="2847"/>
                </a:lnTo>
                <a:lnTo>
                  <a:pt x="8663" y="3310"/>
                </a:lnTo>
                <a:lnTo>
                  <a:pt x="7933" y="4234"/>
                </a:lnTo>
                <a:lnTo>
                  <a:pt x="7203" y="5135"/>
                </a:lnTo>
                <a:lnTo>
                  <a:pt x="6814" y="5597"/>
                </a:lnTo>
                <a:lnTo>
                  <a:pt x="6400" y="6011"/>
                </a:lnTo>
                <a:lnTo>
                  <a:pt x="6205" y="6205"/>
                </a:lnTo>
                <a:lnTo>
                  <a:pt x="5889" y="6205"/>
                </a:lnTo>
                <a:lnTo>
                  <a:pt x="5548" y="6230"/>
                </a:lnTo>
                <a:lnTo>
                  <a:pt x="4916" y="6303"/>
                </a:lnTo>
                <a:lnTo>
                  <a:pt x="3991" y="6376"/>
                </a:lnTo>
                <a:lnTo>
                  <a:pt x="3066" y="6400"/>
                </a:lnTo>
                <a:lnTo>
                  <a:pt x="901" y="6400"/>
                </a:lnTo>
                <a:lnTo>
                  <a:pt x="171" y="6351"/>
                </a:lnTo>
                <a:lnTo>
                  <a:pt x="122" y="6351"/>
                </a:lnTo>
                <a:lnTo>
                  <a:pt x="74" y="6376"/>
                </a:lnTo>
                <a:lnTo>
                  <a:pt x="25" y="6449"/>
                </a:lnTo>
                <a:lnTo>
                  <a:pt x="1" y="6546"/>
                </a:lnTo>
                <a:lnTo>
                  <a:pt x="25" y="6619"/>
                </a:lnTo>
                <a:lnTo>
                  <a:pt x="1" y="6716"/>
                </a:lnTo>
                <a:lnTo>
                  <a:pt x="49" y="6789"/>
                </a:lnTo>
                <a:lnTo>
                  <a:pt x="195" y="7008"/>
                </a:lnTo>
                <a:lnTo>
                  <a:pt x="366" y="7227"/>
                </a:lnTo>
                <a:lnTo>
                  <a:pt x="731" y="7617"/>
                </a:lnTo>
                <a:lnTo>
                  <a:pt x="1120" y="7982"/>
                </a:lnTo>
                <a:lnTo>
                  <a:pt x="1534" y="8347"/>
                </a:lnTo>
                <a:lnTo>
                  <a:pt x="1923" y="8712"/>
                </a:lnTo>
                <a:lnTo>
                  <a:pt x="2337" y="9101"/>
                </a:lnTo>
                <a:lnTo>
                  <a:pt x="2507" y="9296"/>
                </a:lnTo>
                <a:lnTo>
                  <a:pt x="2702" y="9466"/>
                </a:lnTo>
                <a:lnTo>
                  <a:pt x="1923" y="9661"/>
                </a:lnTo>
                <a:lnTo>
                  <a:pt x="1680" y="9709"/>
                </a:lnTo>
                <a:lnTo>
                  <a:pt x="1412" y="9734"/>
                </a:lnTo>
                <a:lnTo>
                  <a:pt x="1193" y="9807"/>
                </a:lnTo>
                <a:lnTo>
                  <a:pt x="1071" y="9855"/>
                </a:lnTo>
                <a:lnTo>
                  <a:pt x="974" y="9928"/>
                </a:lnTo>
                <a:lnTo>
                  <a:pt x="925" y="9953"/>
                </a:lnTo>
                <a:lnTo>
                  <a:pt x="925" y="10001"/>
                </a:lnTo>
                <a:lnTo>
                  <a:pt x="925" y="10099"/>
                </a:lnTo>
                <a:lnTo>
                  <a:pt x="852" y="10123"/>
                </a:lnTo>
                <a:lnTo>
                  <a:pt x="804" y="10172"/>
                </a:lnTo>
                <a:lnTo>
                  <a:pt x="779" y="10220"/>
                </a:lnTo>
                <a:lnTo>
                  <a:pt x="755" y="10293"/>
                </a:lnTo>
                <a:lnTo>
                  <a:pt x="755" y="10342"/>
                </a:lnTo>
                <a:lnTo>
                  <a:pt x="755" y="10391"/>
                </a:lnTo>
                <a:lnTo>
                  <a:pt x="779" y="10439"/>
                </a:lnTo>
                <a:lnTo>
                  <a:pt x="852" y="10512"/>
                </a:lnTo>
                <a:lnTo>
                  <a:pt x="1363" y="10901"/>
                </a:lnTo>
                <a:lnTo>
                  <a:pt x="1850" y="11291"/>
                </a:lnTo>
                <a:lnTo>
                  <a:pt x="2312" y="11729"/>
                </a:lnTo>
                <a:lnTo>
                  <a:pt x="2774" y="12167"/>
                </a:lnTo>
                <a:lnTo>
                  <a:pt x="3164" y="12629"/>
                </a:lnTo>
                <a:lnTo>
                  <a:pt x="3553" y="13091"/>
                </a:lnTo>
                <a:lnTo>
                  <a:pt x="3967" y="13554"/>
                </a:lnTo>
                <a:lnTo>
                  <a:pt x="4356" y="13992"/>
                </a:lnTo>
                <a:lnTo>
                  <a:pt x="4794" y="14454"/>
                </a:lnTo>
                <a:lnTo>
                  <a:pt x="5256" y="14892"/>
                </a:lnTo>
                <a:lnTo>
                  <a:pt x="5743" y="15330"/>
                </a:lnTo>
                <a:lnTo>
                  <a:pt x="6230" y="15744"/>
                </a:lnTo>
                <a:lnTo>
                  <a:pt x="7227" y="16522"/>
                </a:lnTo>
                <a:lnTo>
                  <a:pt x="8249" y="17301"/>
                </a:lnTo>
                <a:lnTo>
                  <a:pt x="8347" y="17350"/>
                </a:lnTo>
                <a:lnTo>
                  <a:pt x="8444" y="17350"/>
                </a:lnTo>
                <a:lnTo>
                  <a:pt x="8517" y="17325"/>
                </a:lnTo>
                <a:lnTo>
                  <a:pt x="8590" y="17277"/>
                </a:lnTo>
                <a:lnTo>
                  <a:pt x="8639" y="17204"/>
                </a:lnTo>
                <a:lnTo>
                  <a:pt x="8663" y="17106"/>
                </a:lnTo>
                <a:lnTo>
                  <a:pt x="8663" y="17009"/>
                </a:lnTo>
                <a:lnTo>
                  <a:pt x="8614" y="16912"/>
                </a:lnTo>
                <a:lnTo>
                  <a:pt x="8760" y="16620"/>
                </a:lnTo>
                <a:lnTo>
                  <a:pt x="8858" y="16328"/>
                </a:lnTo>
                <a:lnTo>
                  <a:pt x="8955" y="16011"/>
                </a:lnTo>
                <a:lnTo>
                  <a:pt x="9004" y="15695"/>
                </a:lnTo>
                <a:lnTo>
                  <a:pt x="9174" y="15598"/>
                </a:lnTo>
                <a:lnTo>
                  <a:pt x="9466" y="15914"/>
                </a:lnTo>
                <a:lnTo>
                  <a:pt x="9831" y="16376"/>
                </a:lnTo>
                <a:lnTo>
                  <a:pt x="10196" y="16887"/>
                </a:lnTo>
                <a:lnTo>
                  <a:pt x="10464" y="17252"/>
                </a:lnTo>
                <a:lnTo>
                  <a:pt x="10755" y="17617"/>
                </a:lnTo>
                <a:lnTo>
                  <a:pt x="10901" y="17788"/>
                </a:lnTo>
                <a:lnTo>
                  <a:pt x="11072" y="17934"/>
                </a:lnTo>
                <a:lnTo>
                  <a:pt x="11242" y="18080"/>
                </a:lnTo>
                <a:lnTo>
                  <a:pt x="11437" y="18201"/>
                </a:lnTo>
                <a:lnTo>
                  <a:pt x="11510" y="18226"/>
                </a:lnTo>
                <a:lnTo>
                  <a:pt x="11558" y="18250"/>
                </a:lnTo>
                <a:lnTo>
                  <a:pt x="11631" y="18250"/>
                </a:lnTo>
                <a:lnTo>
                  <a:pt x="11704" y="18226"/>
                </a:lnTo>
                <a:lnTo>
                  <a:pt x="11826" y="18226"/>
                </a:lnTo>
                <a:lnTo>
                  <a:pt x="11948" y="18177"/>
                </a:lnTo>
                <a:lnTo>
                  <a:pt x="12045" y="18128"/>
                </a:lnTo>
                <a:lnTo>
                  <a:pt x="12094" y="18007"/>
                </a:lnTo>
                <a:lnTo>
                  <a:pt x="12167" y="17763"/>
                </a:lnTo>
                <a:lnTo>
                  <a:pt x="12191" y="17520"/>
                </a:lnTo>
                <a:lnTo>
                  <a:pt x="12240" y="17033"/>
                </a:lnTo>
                <a:lnTo>
                  <a:pt x="12264" y="16279"/>
                </a:lnTo>
                <a:lnTo>
                  <a:pt x="12264" y="15549"/>
                </a:lnTo>
                <a:lnTo>
                  <a:pt x="12288" y="14746"/>
                </a:lnTo>
                <a:lnTo>
                  <a:pt x="12337" y="13967"/>
                </a:lnTo>
                <a:lnTo>
                  <a:pt x="12361" y="13651"/>
                </a:lnTo>
                <a:lnTo>
                  <a:pt x="12386" y="13335"/>
                </a:lnTo>
                <a:lnTo>
                  <a:pt x="12361" y="13018"/>
                </a:lnTo>
                <a:lnTo>
                  <a:pt x="12337" y="12848"/>
                </a:lnTo>
                <a:lnTo>
                  <a:pt x="12288" y="12726"/>
                </a:lnTo>
                <a:lnTo>
                  <a:pt x="12775" y="12191"/>
                </a:lnTo>
                <a:lnTo>
                  <a:pt x="13335" y="11607"/>
                </a:lnTo>
                <a:lnTo>
                  <a:pt x="13943" y="11047"/>
                </a:lnTo>
                <a:lnTo>
                  <a:pt x="14527" y="10464"/>
                </a:lnTo>
                <a:lnTo>
                  <a:pt x="15087" y="9880"/>
                </a:lnTo>
                <a:lnTo>
                  <a:pt x="15622" y="9247"/>
                </a:lnTo>
                <a:lnTo>
                  <a:pt x="15865" y="8931"/>
                </a:lnTo>
                <a:lnTo>
                  <a:pt x="16157" y="8639"/>
                </a:lnTo>
                <a:lnTo>
                  <a:pt x="16717" y="8055"/>
                </a:lnTo>
                <a:lnTo>
                  <a:pt x="17277" y="7446"/>
                </a:lnTo>
                <a:lnTo>
                  <a:pt x="17471" y="7227"/>
                </a:lnTo>
                <a:lnTo>
                  <a:pt x="17666" y="6960"/>
                </a:lnTo>
                <a:lnTo>
                  <a:pt x="17836" y="6716"/>
                </a:lnTo>
                <a:lnTo>
                  <a:pt x="17982" y="6449"/>
                </a:lnTo>
                <a:lnTo>
                  <a:pt x="18104" y="6157"/>
                </a:lnTo>
                <a:lnTo>
                  <a:pt x="18250" y="5889"/>
                </a:lnTo>
                <a:lnTo>
                  <a:pt x="18347" y="5597"/>
                </a:lnTo>
                <a:lnTo>
                  <a:pt x="18445" y="5305"/>
                </a:lnTo>
                <a:lnTo>
                  <a:pt x="18591" y="4721"/>
                </a:lnTo>
                <a:lnTo>
                  <a:pt x="18688" y="4113"/>
                </a:lnTo>
                <a:lnTo>
                  <a:pt x="18736" y="3480"/>
                </a:lnTo>
                <a:lnTo>
                  <a:pt x="18736" y="2872"/>
                </a:lnTo>
                <a:lnTo>
                  <a:pt x="18712" y="2312"/>
                </a:lnTo>
                <a:lnTo>
                  <a:pt x="18688" y="1899"/>
                </a:lnTo>
                <a:lnTo>
                  <a:pt x="18639" y="1436"/>
                </a:lnTo>
                <a:lnTo>
                  <a:pt x="18542" y="998"/>
                </a:lnTo>
                <a:lnTo>
                  <a:pt x="18493" y="828"/>
                </a:lnTo>
                <a:lnTo>
                  <a:pt x="18420" y="658"/>
                </a:lnTo>
                <a:lnTo>
                  <a:pt x="18323" y="536"/>
                </a:lnTo>
                <a:lnTo>
                  <a:pt x="18226" y="463"/>
                </a:lnTo>
                <a:lnTo>
                  <a:pt x="18104" y="414"/>
                </a:lnTo>
                <a:lnTo>
                  <a:pt x="17982" y="439"/>
                </a:lnTo>
                <a:lnTo>
                  <a:pt x="17447" y="268"/>
                </a:lnTo>
                <a:lnTo>
                  <a:pt x="16863" y="147"/>
                </a:lnTo>
                <a:lnTo>
                  <a:pt x="16303" y="49"/>
                </a:lnTo>
                <a:lnTo>
                  <a:pt x="1571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/>
          <p:nvPr/>
        </p:nvSpPr>
        <p:spPr>
          <a:xfrm>
            <a:off x="4129425" y="229824"/>
            <a:ext cx="788694" cy="805193"/>
          </a:xfrm>
          <a:custGeom>
            <a:rect b="b" l="l" r="r" t="t"/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 txBox="1"/>
          <p:nvPr>
            <p:ph idx="4294967295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405675" y="973325"/>
            <a:ext cx="7992900" cy="3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206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niglet"/>
              <a:buAutoNum type="arabicPeriod"/>
            </a:pP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program that checks if a number entered by the user is even or odd.</a:t>
            </a:r>
            <a:endParaRPr sz="19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206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niglet"/>
              <a:buAutoNum type="arabicPeriod"/>
            </a:pP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function that accepts a person's age and returns Child, Teen, or Adult.</a:t>
            </a:r>
            <a:endParaRPr sz="19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206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niglet"/>
              <a:buAutoNum type="arabicPeriod"/>
            </a:pP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function that collects a username and password from the user and validate login. </a:t>
            </a:r>
            <a:endParaRPr sz="19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206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niglet"/>
              <a:buAutoNum type="arabicPeriod"/>
            </a:pP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function that checks whether a number is positive, negative, or zero </a:t>
            </a:r>
            <a:endParaRPr sz="19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206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niglet"/>
              <a:buAutoNum type="arabicPeriod"/>
            </a:pP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function that prints numbers from 1 to 10. </a:t>
            </a:r>
            <a:endParaRPr sz="19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206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niglet"/>
              <a:buAutoNum type="arabicPeriod"/>
            </a:pPr>
            <a:r>
              <a:rPr lang="en-US" sz="1900">
                <a:solidFill>
                  <a:schemeClr val="lt1"/>
                </a:solidFill>
              </a:rPr>
              <a:t>Create an object called book with the following properties: title, author, year, and genre. Assign values of your choice. </a:t>
            </a:r>
            <a:endParaRPr sz="19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79" name="Google Shape;79;p2"/>
          <p:cNvSpPr txBox="1"/>
          <p:nvPr>
            <p:ph idx="4294967295" type="title"/>
          </p:nvPr>
        </p:nvSpPr>
        <p:spPr>
          <a:xfrm>
            <a:off x="4007860" y="10"/>
            <a:ext cx="11043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0"/>
              <a:buFont typeface="Arial"/>
              <a:buNone/>
            </a:pPr>
            <a:r>
              <a:rPr b="0" i="0" lang="en-US" sz="9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332593" y="430874"/>
            <a:ext cx="382375" cy="402591"/>
          </a:xfrm>
          <a:custGeom>
            <a:rect b="b" l="l" r="r" t="t"/>
            <a:pathLst>
              <a:path extrusionOk="0" h="18421" w="17496">
                <a:moveTo>
                  <a:pt x="7421" y="1047"/>
                </a:moveTo>
                <a:lnTo>
                  <a:pt x="7373" y="1071"/>
                </a:lnTo>
                <a:lnTo>
                  <a:pt x="7348" y="1120"/>
                </a:lnTo>
                <a:lnTo>
                  <a:pt x="7324" y="1169"/>
                </a:lnTo>
                <a:lnTo>
                  <a:pt x="7348" y="1315"/>
                </a:lnTo>
                <a:lnTo>
                  <a:pt x="7348" y="1461"/>
                </a:lnTo>
                <a:lnTo>
                  <a:pt x="7324" y="1582"/>
                </a:lnTo>
                <a:lnTo>
                  <a:pt x="7300" y="1704"/>
                </a:lnTo>
                <a:lnTo>
                  <a:pt x="7178" y="1923"/>
                </a:lnTo>
                <a:lnTo>
                  <a:pt x="7008" y="2142"/>
                </a:lnTo>
                <a:lnTo>
                  <a:pt x="6862" y="2385"/>
                </a:lnTo>
                <a:lnTo>
                  <a:pt x="6813" y="2483"/>
                </a:lnTo>
                <a:lnTo>
                  <a:pt x="6765" y="2604"/>
                </a:lnTo>
                <a:lnTo>
                  <a:pt x="6740" y="2750"/>
                </a:lnTo>
                <a:lnTo>
                  <a:pt x="6740" y="2872"/>
                </a:lnTo>
                <a:lnTo>
                  <a:pt x="6740" y="3018"/>
                </a:lnTo>
                <a:lnTo>
                  <a:pt x="6789" y="3164"/>
                </a:lnTo>
                <a:lnTo>
                  <a:pt x="6862" y="3286"/>
                </a:lnTo>
                <a:lnTo>
                  <a:pt x="6959" y="3432"/>
                </a:lnTo>
                <a:lnTo>
                  <a:pt x="7154" y="3699"/>
                </a:lnTo>
                <a:lnTo>
                  <a:pt x="7251" y="3845"/>
                </a:lnTo>
                <a:lnTo>
                  <a:pt x="7275" y="3991"/>
                </a:lnTo>
                <a:lnTo>
                  <a:pt x="7275" y="4064"/>
                </a:lnTo>
                <a:lnTo>
                  <a:pt x="7275" y="4137"/>
                </a:lnTo>
                <a:lnTo>
                  <a:pt x="7251" y="4186"/>
                </a:lnTo>
                <a:lnTo>
                  <a:pt x="7178" y="4259"/>
                </a:lnTo>
                <a:lnTo>
                  <a:pt x="7154" y="4332"/>
                </a:lnTo>
                <a:lnTo>
                  <a:pt x="7129" y="4405"/>
                </a:lnTo>
                <a:lnTo>
                  <a:pt x="7129" y="4478"/>
                </a:lnTo>
                <a:lnTo>
                  <a:pt x="7178" y="4527"/>
                </a:lnTo>
                <a:lnTo>
                  <a:pt x="7251" y="4575"/>
                </a:lnTo>
                <a:lnTo>
                  <a:pt x="7324" y="4600"/>
                </a:lnTo>
                <a:lnTo>
                  <a:pt x="7397" y="4575"/>
                </a:lnTo>
                <a:lnTo>
                  <a:pt x="7470" y="4527"/>
                </a:lnTo>
                <a:lnTo>
                  <a:pt x="7567" y="4429"/>
                </a:lnTo>
                <a:lnTo>
                  <a:pt x="7616" y="4332"/>
                </a:lnTo>
                <a:lnTo>
                  <a:pt x="7665" y="4235"/>
                </a:lnTo>
                <a:lnTo>
                  <a:pt x="7689" y="4113"/>
                </a:lnTo>
                <a:lnTo>
                  <a:pt x="7689" y="4016"/>
                </a:lnTo>
                <a:lnTo>
                  <a:pt x="7665" y="3918"/>
                </a:lnTo>
                <a:lnTo>
                  <a:pt x="7592" y="3724"/>
                </a:lnTo>
                <a:lnTo>
                  <a:pt x="7470" y="3505"/>
                </a:lnTo>
                <a:lnTo>
                  <a:pt x="7324" y="3310"/>
                </a:lnTo>
                <a:lnTo>
                  <a:pt x="7202" y="3115"/>
                </a:lnTo>
                <a:lnTo>
                  <a:pt x="7105" y="2921"/>
                </a:lnTo>
                <a:lnTo>
                  <a:pt x="7081" y="2823"/>
                </a:lnTo>
                <a:lnTo>
                  <a:pt x="7105" y="2726"/>
                </a:lnTo>
                <a:lnTo>
                  <a:pt x="7154" y="2604"/>
                </a:lnTo>
                <a:lnTo>
                  <a:pt x="7202" y="2483"/>
                </a:lnTo>
                <a:lnTo>
                  <a:pt x="7373" y="2239"/>
                </a:lnTo>
                <a:lnTo>
                  <a:pt x="7543" y="1972"/>
                </a:lnTo>
                <a:lnTo>
                  <a:pt x="7689" y="1728"/>
                </a:lnTo>
                <a:lnTo>
                  <a:pt x="7738" y="1607"/>
                </a:lnTo>
                <a:lnTo>
                  <a:pt x="7762" y="1485"/>
                </a:lnTo>
                <a:lnTo>
                  <a:pt x="7762" y="1363"/>
                </a:lnTo>
                <a:lnTo>
                  <a:pt x="7713" y="1242"/>
                </a:lnTo>
                <a:lnTo>
                  <a:pt x="7616" y="1144"/>
                </a:lnTo>
                <a:lnTo>
                  <a:pt x="7494" y="1071"/>
                </a:lnTo>
                <a:lnTo>
                  <a:pt x="7421" y="1047"/>
                </a:lnTo>
                <a:close/>
                <a:moveTo>
                  <a:pt x="10293" y="1242"/>
                </a:moveTo>
                <a:lnTo>
                  <a:pt x="10268" y="1266"/>
                </a:lnTo>
                <a:lnTo>
                  <a:pt x="10244" y="1363"/>
                </a:lnTo>
                <a:lnTo>
                  <a:pt x="10220" y="1485"/>
                </a:lnTo>
                <a:lnTo>
                  <a:pt x="10195" y="1607"/>
                </a:lnTo>
                <a:lnTo>
                  <a:pt x="10171" y="1680"/>
                </a:lnTo>
                <a:lnTo>
                  <a:pt x="10098" y="1826"/>
                </a:lnTo>
                <a:lnTo>
                  <a:pt x="10001" y="1923"/>
                </a:lnTo>
                <a:lnTo>
                  <a:pt x="9782" y="2166"/>
                </a:lnTo>
                <a:lnTo>
                  <a:pt x="9684" y="2288"/>
                </a:lnTo>
                <a:lnTo>
                  <a:pt x="9611" y="2434"/>
                </a:lnTo>
                <a:lnTo>
                  <a:pt x="9587" y="2604"/>
                </a:lnTo>
                <a:lnTo>
                  <a:pt x="9587" y="2775"/>
                </a:lnTo>
                <a:lnTo>
                  <a:pt x="9636" y="2921"/>
                </a:lnTo>
                <a:lnTo>
                  <a:pt x="9709" y="3042"/>
                </a:lnTo>
                <a:lnTo>
                  <a:pt x="9879" y="3286"/>
                </a:lnTo>
                <a:lnTo>
                  <a:pt x="10001" y="3456"/>
                </a:lnTo>
                <a:lnTo>
                  <a:pt x="10074" y="3626"/>
                </a:lnTo>
                <a:lnTo>
                  <a:pt x="10098" y="3724"/>
                </a:lnTo>
                <a:lnTo>
                  <a:pt x="10098" y="3821"/>
                </a:lnTo>
                <a:lnTo>
                  <a:pt x="10074" y="3918"/>
                </a:lnTo>
                <a:lnTo>
                  <a:pt x="10025" y="4016"/>
                </a:lnTo>
                <a:lnTo>
                  <a:pt x="9952" y="4137"/>
                </a:lnTo>
                <a:lnTo>
                  <a:pt x="9855" y="4235"/>
                </a:lnTo>
                <a:lnTo>
                  <a:pt x="9782" y="4332"/>
                </a:lnTo>
                <a:lnTo>
                  <a:pt x="9709" y="4454"/>
                </a:lnTo>
                <a:lnTo>
                  <a:pt x="9684" y="4502"/>
                </a:lnTo>
                <a:lnTo>
                  <a:pt x="9684" y="4575"/>
                </a:lnTo>
                <a:lnTo>
                  <a:pt x="9733" y="4673"/>
                </a:lnTo>
                <a:lnTo>
                  <a:pt x="9757" y="4721"/>
                </a:lnTo>
                <a:lnTo>
                  <a:pt x="9806" y="4746"/>
                </a:lnTo>
                <a:lnTo>
                  <a:pt x="9855" y="4770"/>
                </a:lnTo>
                <a:lnTo>
                  <a:pt x="9928" y="4746"/>
                </a:lnTo>
                <a:lnTo>
                  <a:pt x="10122" y="4648"/>
                </a:lnTo>
                <a:lnTo>
                  <a:pt x="10268" y="4502"/>
                </a:lnTo>
                <a:lnTo>
                  <a:pt x="10414" y="4332"/>
                </a:lnTo>
                <a:lnTo>
                  <a:pt x="10487" y="4137"/>
                </a:lnTo>
                <a:lnTo>
                  <a:pt x="10536" y="3943"/>
                </a:lnTo>
                <a:lnTo>
                  <a:pt x="10536" y="3724"/>
                </a:lnTo>
                <a:lnTo>
                  <a:pt x="10487" y="3505"/>
                </a:lnTo>
                <a:lnTo>
                  <a:pt x="10414" y="3310"/>
                </a:lnTo>
                <a:lnTo>
                  <a:pt x="10293" y="3140"/>
                </a:lnTo>
                <a:lnTo>
                  <a:pt x="10171" y="2994"/>
                </a:lnTo>
                <a:lnTo>
                  <a:pt x="10074" y="2872"/>
                </a:lnTo>
                <a:lnTo>
                  <a:pt x="10025" y="2775"/>
                </a:lnTo>
                <a:lnTo>
                  <a:pt x="10001" y="2653"/>
                </a:lnTo>
                <a:lnTo>
                  <a:pt x="10025" y="2556"/>
                </a:lnTo>
                <a:lnTo>
                  <a:pt x="10074" y="2434"/>
                </a:lnTo>
                <a:lnTo>
                  <a:pt x="10122" y="2337"/>
                </a:lnTo>
                <a:lnTo>
                  <a:pt x="10293" y="2118"/>
                </a:lnTo>
                <a:lnTo>
                  <a:pt x="10414" y="1947"/>
                </a:lnTo>
                <a:lnTo>
                  <a:pt x="10512" y="1753"/>
                </a:lnTo>
                <a:lnTo>
                  <a:pt x="10512" y="1655"/>
                </a:lnTo>
                <a:lnTo>
                  <a:pt x="10536" y="1558"/>
                </a:lnTo>
                <a:lnTo>
                  <a:pt x="10512" y="1461"/>
                </a:lnTo>
                <a:lnTo>
                  <a:pt x="10487" y="1363"/>
                </a:lnTo>
                <a:lnTo>
                  <a:pt x="10463" y="1290"/>
                </a:lnTo>
                <a:lnTo>
                  <a:pt x="10390" y="1266"/>
                </a:lnTo>
                <a:lnTo>
                  <a:pt x="10317" y="1242"/>
                </a:lnTo>
                <a:close/>
                <a:moveTo>
                  <a:pt x="8322" y="1"/>
                </a:moveTo>
                <a:lnTo>
                  <a:pt x="8273" y="49"/>
                </a:lnTo>
                <a:lnTo>
                  <a:pt x="8249" y="98"/>
                </a:lnTo>
                <a:lnTo>
                  <a:pt x="8273" y="171"/>
                </a:lnTo>
                <a:lnTo>
                  <a:pt x="8492" y="512"/>
                </a:lnTo>
                <a:lnTo>
                  <a:pt x="8614" y="682"/>
                </a:lnTo>
                <a:lnTo>
                  <a:pt x="8687" y="877"/>
                </a:lnTo>
                <a:lnTo>
                  <a:pt x="8711" y="1023"/>
                </a:lnTo>
                <a:lnTo>
                  <a:pt x="8735" y="1144"/>
                </a:lnTo>
                <a:lnTo>
                  <a:pt x="8711" y="1266"/>
                </a:lnTo>
                <a:lnTo>
                  <a:pt x="8687" y="1388"/>
                </a:lnTo>
                <a:lnTo>
                  <a:pt x="8614" y="1631"/>
                </a:lnTo>
                <a:lnTo>
                  <a:pt x="8492" y="1850"/>
                </a:lnTo>
                <a:lnTo>
                  <a:pt x="8322" y="2166"/>
                </a:lnTo>
                <a:lnTo>
                  <a:pt x="8249" y="2312"/>
                </a:lnTo>
                <a:lnTo>
                  <a:pt x="8200" y="2458"/>
                </a:lnTo>
                <a:lnTo>
                  <a:pt x="8200" y="2604"/>
                </a:lnTo>
                <a:lnTo>
                  <a:pt x="8200" y="2775"/>
                </a:lnTo>
                <a:lnTo>
                  <a:pt x="8249" y="2921"/>
                </a:lnTo>
                <a:lnTo>
                  <a:pt x="8322" y="3091"/>
                </a:lnTo>
                <a:lnTo>
                  <a:pt x="8419" y="3213"/>
                </a:lnTo>
                <a:lnTo>
                  <a:pt x="8516" y="3334"/>
                </a:lnTo>
                <a:lnTo>
                  <a:pt x="8589" y="3432"/>
                </a:lnTo>
                <a:lnTo>
                  <a:pt x="8638" y="3529"/>
                </a:lnTo>
                <a:lnTo>
                  <a:pt x="8662" y="3651"/>
                </a:lnTo>
                <a:lnTo>
                  <a:pt x="8662" y="3748"/>
                </a:lnTo>
                <a:lnTo>
                  <a:pt x="8638" y="3845"/>
                </a:lnTo>
                <a:lnTo>
                  <a:pt x="8614" y="3967"/>
                </a:lnTo>
                <a:lnTo>
                  <a:pt x="8516" y="4162"/>
                </a:lnTo>
                <a:lnTo>
                  <a:pt x="8297" y="4551"/>
                </a:lnTo>
                <a:lnTo>
                  <a:pt x="8200" y="4746"/>
                </a:lnTo>
                <a:lnTo>
                  <a:pt x="8103" y="4940"/>
                </a:lnTo>
                <a:lnTo>
                  <a:pt x="8054" y="5062"/>
                </a:lnTo>
                <a:lnTo>
                  <a:pt x="8054" y="5208"/>
                </a:lnTo>
                <a:lnTo>
                  <a:pt x="8054" y="5354"/>
                </a:lnTo>
                <a:lnTo>
                  <a:pt x="8078" y="5476"/>
                </a:lnTo>
                <a:lnTo>
                  <a:pt x="8127" y="5622"/>
                </a:lnTo>
                <a:lnTo>
                  <a:pt x="8224" y="5719"/>
                </a:lnTo>
                <a:lnTo>
                  <a:pt x="8297" y="5816"/>
                </a:lnTo>
                <a:lnTo>
                  <a:pt x="8419" y="5889"/>
                </a:lnTo>
                <a:lnTo>
                  <a:pt x="8492" y="5914"/>
                </a:lnTo>
                <a:lnTo>
                  <a:pt x="8565" y="5914"/>
                </a:lnTo>
                <a:lnTo>
                  <a:pt x="8614" y="5889"/>
                </a:lnTo>
                <a:lnTo>
                  <a:pt x="8662" y="5841"/>
                </a:lnTo>
                <a:lnTo>
                  <a:pt x="8711" y="5792"/>
                </a:lnTo>
                <a:lnTo>
                  <a:pt x="8711" y="5719"/>
                </a:lnTo>
                <a:lnTo>
                  <a:pt x="8687" y="5670"/>
                </a:lnTo>
                <a:lnTo>
                  <a:pt x="8662" y="5597"/>
                </a:lnTo>
                <a:lnTo>
                  <a:pt x="8589" y="5476"/>
                </a:lnTo>
                <a:lnTo>
                  <a:pt x="8541" y="5378"/>
                </a:lnTo>
                <a:lnTo>
                  <a:pt x="8516" y="5257"/>
                </a:lnTo>
                <a:lnTo>
                  <a:pt x="8516" y="5159"/>
                </a:lnTo>
                <a:lnTo>
                  <a:pt x="8541" y="5038"/>
                </a:lnTo>
                <a:lnTo>
                  <a:pt x="8565" y="4940"/>
                </a:lnTo>
                <a:lnTo>
                  <a:pt x="8687" y="4721"/>
                </a:lnTo>
                <a:lnTo>
                  <a:pt x="8954" y="4283"/>
                </a:lnTo>
                <a:lnTo>
                  <a:pt x="9076" y="4040"/>
                </a:lnTo>
                <a:lnTo>
                  <a:pt x="9100" y="3943"/>
                </a:lnTo>
                <a:lnTo>
                  <a:pt x="9125" y="3821"/>
                </a:lnTo>
                <a:lnTo>
                  <a:pt x="9125" y="3626"/>
                </a:lnTo>
                <a:lnTo>
                  <a:pt x="9076" y="3480"/>
                </a:lnTo>
                <a:lnTo>
                  <a:pt x="9027" y="3310"/>
                </a:lnTo>
                <a:lnTo>
                  <a:pt x="8930" y="3164"/>
                </a:lnTo>
                <a:lnTo>
                  <a:pt x="8784" y="2921"/>
                </a:lnTo>
                <a:lnTo>
                  <a:pt x="8711" y="2823"/>
                </a:lnTo>
                <a:lnTo>
                  <a:pt x="8662" y="2726"/>
                </a:lnTo>
                <a:lnTo>
                  <a:pt x="8662" y="2604"/>
                </a:lnTo>
                <a:lnTo>
                  <a:pt x="8662" y="2507"/>
                </a:lnTo>
                <a:lnTo>
                  <a:pt x="8711" y="2361"/>
                </a:lnTo>
                <a:lnTo>
                  <a:pt x="8784" y="2215"/>
                </a:lnTo>
                <a:lnTo>
                  <a:pt x="8954" y="1899"/>
                </a:lnTo>
                <a:lnTo>
                  <a:pt x="9076" y="1582"/>
                </a:lnTo>
                <a:lnTo>
                  <a:pt x="9125" y="1436"/>
                </a:lnTo>
                <a:lnTo>
                  <a:pt x="9149" y="1266"/>
                </a:lnTo>
                <a:lnTo>
                  <a:pt x="9149" y="1096"/>
                </a:lnTo>
                <a:lnTo>
                  <a:pt x="9125" y="901"/>
                </a:lnTo>
                <a:lnTo>
                  <a:pt x="9100" y="755"/>
                </a:lnTo>
                <a:lnTo>
                  <a:pt x="9052" y="609"/>
                </a:lnTo>
                <a:lnTo>
                  <a:pt x="8979" y="463"/>
                </a:lnTo>
                <a:lnTo>
                  <a:pt x="8881" y="341"/>
                </a:lnTo>
                <a:lnTo>
                  <a:pt x="8784" y="220"/>
                </a:lnTo>
                <a:lnTo>
                  <a:pt x="8662" y="122"/>
                </a:lnTo>
                <a:lnTo>
                  <a:pt x="8541" y="49"/>
                </a:lnTo>
                <a:lnTo>
                  <a:pt x="8395" y="1"/>
                </a:lnTo>
                <a:close/>
                <a:moveTo>
                  <a:pt x="6497" y="7982"/>
                </a:moveTo>
                <a:lnTo>
                  <a:pt x="6424" y="8079"/>
                </a:lnTo>
                <a:lnTo>
                  <a:pt x="6229" y="8055"/>
                </a:lnTo>
                <a:lnTo>
                  <a:pt x="5791" y="8030"/>
                </a:lnTo>
                <a:lnTo>
                  <a:pt x="6156" y="8006"/>
                </a:lnTo>
                <a:lnTo>
                  <a:pt x="6497" y="7982"/>
                </a:lnTo>
                <a:close/>
                <a:moveTo>
                  <a:pt x="10512" y="6911"/>
                </a:moveTo>
                <a:lnTo>
                  <a:pt x="11242" y="6960"/>
                </a:lnTo>
                <a:lnTo>
                  <a:pt x="11972" y="7009"/>
                </a:lnTo>
                <a:lnTo>
                  <a:pt x="12677" y="7106"/>
                </a:lnTo>
                <a:lnTo>
                  <a:pt x="13407" y="7228"/>
                </a:lnTo>
                <a:lnTo>
                  <a:pt x="14089" y="7374"/>
                </a:lnTo>
                <a:lnTo>
                  <a:pt x="14186" y="7422"/>
                </a:lnTo>
                <a:lnTo>
                  <a:pt x="14259" y="7471"/>
                </a:lnTo>
                <a:lnTo>
                  <a:pt x="14283" y="7520"/>
                </a:lnTo>
                <a:lnTo>
                  <a:pt x="14283" y="7593"/>
                </a:lnTo>
                <a:lnTo>
                  <a:pt x="14259" y="7666"/>
                </a:lnTo>
                <a:lnTo>
                  <a:pt x="14210" y="7714"/>
                </a:lnTo>
                <a:lnTo>
                  <a:pt x="14162" y="7787"/>
                </a:lnTo>
                <a:lnTo>
                  <a:pt x="14089" y="7836"/>
                </a:lnTo>
                <a:lnTo>
                  <a:pt x="13894" y="7909"/>
                </a:lnTo>
                <a:lnTo>
                  <a:pt x="13699" y="7958"/>
                </a:lnTo>
                <a:lnTo>
                  <a:pt x="13310" y="8030"/>
                </a:lnTo>
                <a:lnTo>
                  <a:pt x="12775" y="8079"/>
                </a:lnTo>
                <a:lnTo>
                  <a:pt x="12750" y="8006"/>
                </a:lnTo>
                <a:lnTo>
                  <a:pt x="12677" y="7982"/>
                </a:lnTo>
                <a:lnTo>
                  <a:pt x="12215" y="7860"/>
                </a:lnTo>
                <a:lnTo>
                  <a:pt x="11753" y="7787"/>
                </a:lnTo>
                <a:lnTo>
                  <a:pt x="11290" y="7714"/>
                </a:lnTo>
                <a:lnTo>
                  <a:pt x="10804" y="7666"/>
                </a:lnTo>
                <a:lnTo>
                  <a:pt x="9855" y="7617"/>
                </a:lnTo>
                <a:lnTo>
                  <a:pt x="8906" y="7593"/>
                </a:lnTo>
                <a:lnTo>
                  <a:pt x="7884" y="7593"/>
                </a:lnTo>
                <a:lnTo>
                  <a:pt x="6862" y="7641"/>
                </a:lnTo>
                <a:lnTo>
                  <a:pt x="6424" y="7666"/>
                </a:lnTo>
                <a:lnTo>
                  <a:pt x="5986" y="7714"/>
                </a:lnTo>
                <a:lnTo>
                  <a:pt x="5767" y="7739"/>
                </a:lnTo>
                <a:lnTo>
                  <a:pt x="5548" y="7787"/>
                </a:lnTo>
                <a:lnTo>
                  <a:pt x="5353" y="7860"/>
                </a:lnTo>
                <a:lnTo>
                  <a:pt x="5159" y="7933"/>
                </a:lnTo>
                <a:lnTo>
                  <a:pt x="5159" y="7958"/>
                </a:lnTo>
                <a:lnTo>
                  <a:pt x="5159" y="7982"/>
                </a:lnTo>
                <a:lnTo>
                  <a:pt x="5207" y="8006"/>
                </a:lnTo>
                <a:lnTo>
                  <a:pt x="5207" y="8006"/>
                </a:lnTo>
                <a:lnTo>
                  <a:pt x="4696" y="7958"/>
                </a:lnTo>
                <a:lnTo>
                  <a:pt x="4331" y="7933"/>
                </a:lnTo>
                <a:lnTo>
                  <a:pt x="3869" y="7909"/>
                </a:lnTo>
                <a:lnTo>
                  <a:pt x="3626" y="7860"/>
                </a:lnTo>
                <a:lnTo>
                  <a:pt x="3431" y="7787"/>
                </a:lnTo>
                <a:lnTo>
                  <a:pt x="3334" y="7739"/>
                </a:lnTo>
                <a:lnTo>
                  <a:pt x="3261" y="7666"/>
                </a:lnTo>
                <a:lnTo>
                  <a:pt x="3212" y="7617"/>
                </a:lnTo>
                <a:lnTo>
                  <a:pt x="3163" y="7520"/>
                </a:lnTo>
                <a:lnTo>
                  <a:pt x="3261" y="7471"/>
                </a:lnTo>
                <a:lnTo>
                  <a:pt x="3358" y="7398"/>
                </a:lnTo>
                <a:lnTo>
                  <a:pt x="3577" y="7325"/>
                </a:lnTo>
                <a:lnTo>
                  <a:pt x="3820" y="7301"/>
                </a:lnTo>
                <a:lnTo>
                  <a:pt x="4064" y="7276"/>
                </a:lnTo>
                <a:lnTo>
                  <a:pt x="5548" y="7130"/>
                </a:lnTo>
                <a:lnTo>
                  <a:pt x="6935" y="7009"/>
                </a:lnTo>
                <a:lnTo>
                  <a:pt x="8322" y="6936"/>
                </a:lnTo>
                <a:lnTo>
                  <a:pt x="9052" y="6911"/>
                </a:lnTo>
                <a:close/>
                <a:moveTo>
                  <a:pt x="7032" y="7933"/>
                </a:moveTo>
                <a:lnTo>
                  <a:pt x="6935" y="8079"/>
                </a:lnTo>
                <a:lnTo>
                  <a:pt x="6935" y="8103"/>
                </a:lnTo>
                <a:lnTo>
                  <a:pt x="6765" y="8079"/>
                </a:lnTo>
                <a:lnTo>
                  <a:pt x="6789" y="8030"/>
                </a:lnTo>
                <a:lnTo>
                  <a:pt x="6862" y="7958"/>
                </a:lnTo>
                <a:lnTo>
                  <a:pt x="6862" y="7933"/>
                </a:lnTo>
                <a:close/>
                <a:moveTo>
                  <a:pt x="7519" y="7909"/>
                </a:moveTo>
                <a:lnTo>
                  <a:pt x="7470" y="8006"/>
                </a:lnTo>
                <a:lnTo>
                  <a:pt x="7421" y="8103"/>
                </a:lnTo>
                <a:lnTo>
                  <a:pt x="7275" y="8103"/>
                </a:lnTo>
                <a:lnTo>
                  <a:pt x="7348" y="8006"/>
                </a:lnTo>
                <a:lnTo>
                  <a:pt x="7421" y="7909"/>
                </a:lnTo>
                <a:close/>
                <a:moveTo>
                  <a:pt x="8054" y="7909"/>
                </a:moveTo>
                <a:lnTo>
                  <a:pt x="7981" y="8006"/>
                </a:lnTo>
                <a:lnTo>
                  <a:pt x="7908" y="8103"/>
                </a:lnTo>
                <a:lnTo>
                  <a:pt x="7908" y="8128"/>
                </a:lnTo>
                <a:lnTo>
                  <a:pt x="7665" y="8128"/>
                </a:lnTo>
                <a:lnTo>
                  <a:pt x="7689" y="8030"/>
                </a:lnTo>
                <a:lnTo>
                  <a:pt x="7786" y="7909"/>
                </a:lnTo>
                <a:close/>
                <a:moveTo>
                  <a:pt x="8468" y="7909"/>
                </a:moveTo>
                <a:lnTo>
                  <a:pt x="8395" y="8006"/>
                </a:lnTo>
                <a:lnTo>
                  <a:pt x="8322" y="8128"/>
                </a:lnTo>
                <a:lnTo>
                  <a:pt x="8224" y="8128"/>
                </a:lnTo>
                <a:lnTo>
                  <a:pt x="8322" y="7909"/>
                </a:lnTo>
                <a:close/>
                <a:moveTo>
                  <a:pt x="8784" y="7909"/>
                </a:moveTo>
                <a:lnTo>
                  <a:pt x="8662" y="8128"/>
                </a:lnTo>
                <a:lnTo>
                  <a:pt x="8541" y="8128"/>
                </a:lnTo>
                <a:lnTo>
                  <a:pt x="8589" y="7909"/>
                </a:lnTo>
                <a:close/>
                <a:moveTo>
                  <a:pt x="10171" y="7958"/>
                </a:moveTo>
                <a:lnTo>
                  <a:pt x="10122" y="8006"/>
                </a:lnTo>
                <a:lnTo>
                  <a:pt x="10001" y="8128"/>
                </a:lnTo>
                <a:lnTo>
                  <a:pt x="9976" y="8128"/>
                </a:lnTo>
                <a:lnTo>
                  <a:pt x="10049" y="7958"/>
                </a:lnTo>
                <a:close/>
                <a:moveTo>
                  <a:pt x="10414" y="7982"/>
                </a:moveTo>
                <a:lnTo>
                  <a:pt x="10585" y="8006"/>
                </a:lnTo>
                <a:lnTo>
                  <a:pt x="10585" y="8055"/>
                </a:lnTo>
                <a:lnTo>
                  <a:pt x="10560" y="8128"/>
                </a:lnTo>
                <a:lnTo>
                  <a:pt x="10341" y="8128"/>
                </a:lnTo>
                <a:lnTo>
                  <a:pt x="10414" y="7982"/>
                </a:lnTo>
                <a:close/>
                <a:moveTo>
                  <a:pt x="10779" y="8006"/>
                </a:moveTo>
                <a:lnTo>
                  <a:pt x="11485" y="8103"/>
                </a:lnTo>
                <a:lnTo>
                  <a:pt x="10804" y="8128"/>
                </a:lnTo>
                <a:lnTo>
                  <a:pt x="10779" y="8055"/>
                </a:lnTo>
                <a:lnTo>
                  <a:pt x="10779" y="8006"/>
                </a:lnTo>
                <a:close/>
                <a:moveTo>
                  <a:pt x="9319" y="7909"/>
                </a:moveTo>
                <a:lnTo>
                  <a:pt x="9222" y="8030"/>
                </a:lnTo>
                <a:lnTo>
                  <a:pt x="9125" y="8152"/>
                </a:lnTo>
                <a:lnTo>
                  <a:pt x="8979" y="8152"/>
                </a:lnTo>
                <a:lnTo>
                  <a:pt x="9027" y="7909"/>
                </a:lnTo>
                <a:close/>
                <a:moveTo>
                  <a:pt x="9417" y="7909"/>
                </a:moveTo>
                <a:lnTo>
                  <a:pt x="9952" y="7958"/>
                </a:lnTo>
                <a:lnTo>
                  <a:pt x="9855" y="8103"/>
                </a:lnTo>
                <a:lnTo>
                  <a:pt x="9855" y="8128"/>
                </a:lnTo>
                <a:lnTo>
                  <a:pt x="9611" y="8128"/>
                </a:lnTo>
                <a:lnTo>
                  <a:pt x="9660" y="8030"/>
                </a:lnTo>
                <a:lnTo>
                  <a:pt x="9660" y="7982"/>
                </a:lnTo>
                <a:lnTo>
                  <a:pt x="9636" y="7958"/>
                </a:lnTo>
                <a:lnTo>
                  <a:pt x="9611" y="7933"/>
                </a:lnTo>
                <a:lnTo>
                  <a:pt x="9563" y="7958"/>
                </a:lnTo>
                <a:lnTo>
                  <a:pt x="9441" y="8103"/>
                </a:lnTo>
                <a:lnTo>
                  <a:pt x="9417" y="8152"/>
                </a:lnTo>
                <a:lnTo>
                  <a:pt x="9344" y="8152"/>
                </a:lnTo>
                <a:lnTo>
                  <a:pt x="9417" y="7933"/>
                </a:lnTo>
                <a:lnTo>
                  <a:pt x="9417" y="7909"/>
                </a:lnTo>
                <a:close/>
                <a:moveTo>
                  <a:pt x="1874" y="8955"/>
                </a:moveTo>
                <a:lnTo>
                  <a:pt x="2117" y="9004"/>
                </a:lnTo>
                <a:lnTo>
                  <a:pt x="2360" y="9052"/>
                </a:lnTo>
                <a:lnTo>
                  <a:pt x="2604" y="9052"/>
                </a:lnTo>
                <a:lnTo>
                  <a:pt x="2823" y="10342"/>
                </a:lnTo>
                <a:lnTo>
                  <a:pt x="3115" y="11607"/>
                </a:lnTo>
                <a:lnTo>
                  <a:pt x="3309" y="12362"/>
                </a:lnTo>
                <a:lnTo>
                  <a:pt x="3309" y="12362"/>
                </a:lnTo>
                <a:lnTo>
                  <a:pt x="3163" y="12167"/>
                </a:lnTo>
                <a:lnTo>
                  <a:pt x="2993" y="11997"/>
                </a:lnTo>
                <a:lnTo>
                  <a:pt x="2823" y="11826"/>
                </a:lnTo>
                <a:lnTo>
                  <a:pt x="2628" y="11656"/>
                </a:lnTo>
                <a:lnTo>
                  <a:pt x="2385" y="11486"/>
                </a:lnTo>
                <a:lnTo>
                  <a:pt x="2117" y="11315"/>
                </a:lnTo>
                <a:lnTo>
                  <a:pt x="1825" y="11145"/>
                </a:lnTo>
                <a:lnTo>
                  <a:pt x="1557" y="10950"/>
                </a:lnTo>
                <a:lnTo>
                  <a:pt x="1338" y="10731"/>
                </a:lnTo>
                <a:lnTo>
                  <a:pt x="1217" y="10610"/>
                </a:lnTo>
                <a:lnTo>
                  <a:pt x="1144" y="10464"/>
                </a:lnTo>
                <a:lnTo>
                  <a:pt x="1071" y="10342"/>
                </a:lnTo>
                <a:lnTo>
                  <a:pt x="998" y="10196"/>
                </a:lnTo>
                <a:lnTo>
                  <a:pt x="973" y="10050"/>
                </a:lnTo>
                <a:lnTo>
                  <a:pt x="949" y="9880"/>
                </a:lnTo>
                <a:lnTo>
                  <a:pt x="949" y="9734"/>
                </a:lnTo>
                <a:lnTo>
                  <a:pt x="998" y="9563"/>
                </a:lnTo>
                <a:lnTo>
                  <a:pt x="1046" y="9442"/>
                </a:lnTo>
                <a:lnTo>
                  <a:pt x="1119" y="9320"/>
                </a:lnTo>
                <a:lnTo>
                  <a:pt x="1241" y="9198"/>
                </a:lnTo>
                <a:lnTo>
                  <a:pt x="1338" y="9101"/>
                </a:lnTo>
                <a:lnTo>
                  <a:pt x="1484" y="9028"/>
                </a:lnTo>
                <a:lnTo>
                  <a:pt x="1630" y="8979"/>
                </a:lnTo>
                <a:lnTo>
                  <a:pt x="1752" y="8955"/>
                </a:lnTo>
                <a:close/>
                <a:moveTo>
                  <a:pt x="14137" y="15525"/>
                </a:moveTo>
                <a:lnTo>
                  <a:pt x="14405" y="15598"/>
                </a:lnTo>
                <a:lnTo>
                  <a:pt x="14405" y="15720"/>
                </a:lnTo>
                <a:lnTo>
                  <a:pt x="14405" y="15841"/>
                </a:lnTo>
                <a:lnTo>
                  <a:pt x="14381" y="15939"/>
                </a:lnTo>
                <a:lnTo>
                  <a:pt x="14356" y="16012"/>
                </a:lnTo>
                <a:lnTo>
                  <a:pt x="14283" y="16060"/>
                </a:lnTo>
                <a:lnTo>
                  <a:pt x="14235" y="16085"/>
                </a:lnTo>
                <a:lnTo>
                  <a:pt x="14137" y="16109"/>
                </a:lnTo>
                <a:lnTo>
                  <a:pt x="14040" y="16109"/>
                </a:lnTo>
                <a:lnTo>
                  <a:pt x="13529" y="16133"/>
                </a:lnTo>
                <a:lnTo>
                  <a:pt x="13018" y="16133"/>
                </a:lnTo>
                <a:lnTo>
                  <a:pt x="13213" y="15866"/>
                </a:lnTo>
                <a:lnTo>
                  <a:pt x="13383" y="15549"/>
                </a:lnTo>
                <a:lnTo>
                  <a:pt x="13797" y="15549"/>
                </a:lnTo>
                <a:lnTo>
                  <a:pt x="14137" y="15525"/>
                </a:lnTo>
                <a:close/>
                <a:moveTo>
                  <a:pt x="4623" y="15379"/>
                </a:moveTo>
                <a:lnTo>
                  <a:pt x="4891" y="15768"/>
                </a:lnTo>
                <a:lnTo>
                  <a:pt x="5183" y="16157"/>
                </a:lnTo>
                <a:lnTo>
                  <a:pt x="5183" y="16157"/>
                </a:lnTo>
                <a:lnTo>
                  <a:pt x="3796" y="16085"/>
                </a:lnTo>
                <a:lnTo>
                  <a:pt x="3674" y="16109"/>
                </a:lnTo>
                <a:lnTo>
                  <a:pt x="3577" y="16060"/>
                </a:lnTo>
                <a:lnTo>
                  <a:pt x="3504" y="15987"/>
                </a:lnTo>
                <a:lnTo>
                  <a:pt x="3455" y="15841"/>
                </a:lnTo>
                <a:lnTo>
                  <a:pt x="3772" y="15695"/>
                </a:lnTo>
                <a:lnTo>
                  <a:pt x="4185" y="15525"/>
                </a:lnTo>
                <a:lnTo>
                  <a:pt x="4623" y="15379"/>
                </a:lnTo>
                <a:close/>
                <a:moveTo>
                  <a:pt x="3017" y="7982"/>
                </a:moveTo>
                <a:lnTo>
                  <a:pt x="3163" y="8079"/>
                </a:lnTo>
                <a:lnTo>
                  <a:pt x="3309" y="8152"/>
                </a:lnTo>
                <a:lnTo>
                  <a:pt x="3480" y="8201"/>
                </a:lnTo>
                <a:lnTo>
                  <a:pt x="3650" y="8249"/>
                </a:lnTo>
                <a:lnTo>
                  <a:pt x="3991" y="8298"/>
                </a:lnTo>
                <a:lnTo>
                  <a:pt x="4331" y="8322"/>
                </a:lnTo>
                <a:lnTo>
                  <a:pt x="5329" y="8420"/>
                </a:lnTo>
                <a:lnTo>
                  <a:pt x="6302" y="8493"/>
                </a:lnTo>
                <a:lnTo>
                  <a:pt x="7300" y="8541"/>
                </a:lnTo>
                <a:lnTo>
                  <a:pt x="8297" y="8566"/>
                </a:lnTo>
                <a:lnTo>
                  <a:pt x="10293" y="8566"/>
                </a:lnTo>
                <a:lnTo>
                  <a:pt x="12288" y="8517"/>
                </a:lnTo>
                <a:lnTo>
                  <a:pt x="13067" y="8493"/>
                </a:lnTo>
                <a:lnTo>
                  <a:pt x="13432" y="8468"/>
                </a:lnTo>
                <a:lnTo>
                  <a:pt x="13821" y="8395"/>
                </a:lnTo>
                <a:lnTo>
                  <a:pt x="14016" y="8347"/>
                </a:lnTo>
                <a:lnTo>
                  <a:pt x="14235" y="8249"/>
                </a:lnTo>
                <a:lnTo>
                  <a:pt x="14454" y="8152"/>
                </a:lnTo>
                <a:lnTo>
                  <a:pt x="14648" y="8006"/>
                </a:lnTo>
                <a:lnTo>
                  <a:pt x="14648" y="8931"/>
                </a:lnTo>
                <a:lnTo>
                  <a:pt x="14478" y="8931"/>
                </a:lnTo>
                <a:lnTo>
                  <a:pt x="14308" y="8955"/>
                </a:lnTo>
                <a:lnTo>
                  <a:pt x="13943" y="9052"/>
                </a:lnTo>
                <a:lnTo>
                  <a:pt x="13334" y="9174"/>
                </a:lnTo>
                <a:lnTo>
                  <a:pt x="12726" y="9247"/>
                </a:lnTo>
                <a:lnTo>
                  <a:pt x="12458" y="9271"/>
                </a:lnTo>
                <a:lnTo>
                  <a:pt x="12191" y="9271"/>
                </a:lnTo>
                <a:lnTo>
                  <a:pt x="11655" y="9247"/>
                </a:lnTo>
                <a:lnTo>
                  <a:pt x="10585" y="9247"/>
                </a:lnTo>
                <a:lnTo>
                  <a:pt x="10536" y="9271"/>
                </a:lnTo>
                <a:lnTo>
                  <a:pt x="10536" y="9296"/>
                </a:lnTo>
                <a:lnTo>
                  <a:pt x="10536" y="9344"/>
                </a:lnTo>
                <a:lnTo>
                  <a:pt x="10560" y="9369"/>
                </a:lnTo>
                <a:lnTo>
                  <a:pt x="10828" y="9442"/>
                </a:lnTo>
                <a:lnTo>
                  <a:pt x="11096" y="9490"/>
                </a:lnTo>
                <a:lnTo>
                  <a:pt x="11363" y="9539"/>
                </a:lnTo>
                <a:lnTo>
                  <a:pt x="11631" y="9563"/>
                </a:lnTo>
                <a:lnTo>
                  <a:pt x="12191" y="9539"/>
                </a:lnTo>
                <a:lnTo>
                  <a:pt x="12726" y="9515"/>
                </a:lnTo>
                <a:lnTo>
                  <a:pt x="13213" y="9490"/>
                </a:lnTo>
                <a:lnTo>
                  <a:pt x="13724" y="9417"/>
                </a:lnTo>
                <a:lnTo>
                  <a:pt x="13967" y="9369"/>
                </a:lnTo>
                <a:lnTo>
                  <a:pt x="14210" y="9320"/>
                </a:lnTo>
                <a:lnTo>
                  <a:pt x="14429" y="9223"/>
                </a:lnTo>
                <a:lnTo>
                  <a:pt x="14648" y="9125"/>
                </a:lnTo>
                <a:lnTo>
                  <a:pt x="14648" y="9125"/>
                </a:lnTo>
                <a:lnTo>
                  <a:pt x="14600" y="9612"/>
                </a:lnTo>
                <a:lnTo>
                  <a:pt x="13748" y="9855"/>
                </a:lnTo>
                <a:lnTo>
                  <a:pt x="13310" y="9977"/>
                </a:lnTo>
                <a:lnTo>
                  <a:pt x="12872" y="10050"/>
                </a:lnTo>
                <a:lnTo>
                  <a:pt x="12410" y="10050"/>
                </a:lnTo>
                <a:lnTo>
                  <a:pt x="11947" y="10026"/>
                </a:lnTo>
                <a:lnTo>
                  <a:pt x="11485" y="9977"/>
                </a:lnTo>
                <a:lnTo>
                  <a:pt x="11266" y="9977"/>
                </a:lnTo>
                <a:lnTo>
                  <a:pt x="11047" y="10001"/>
                </a:lnTo>
                <a:lnTo>
                  <a:pt x="10974" y="10026"/>
                </a:lnTo>
                <a:lnTo>
                  <a:pt x="10950" y="10074"/>
                </a:lnTo>
                <a:lnTo>
                  <a:pt x="10950" y="10123"/>
                </a:lnTo>
                <a:lnTo>
                  <a:pt x="10998" y="10172"/>
                </a:lnTo>
                <a:lnTo>
                  <a:pt x="11217" y="10293"/>
                </a:lnTo>
                <a:lnTo>
                  <a:pt x="11461" y="10366"/>
                </a:lnTo>
                <a:lnTo>
                  <a:pt x="11704" y="10439"/>
                </a:lnTo>
                <a:lnTo>
                  <a:pt x="11996" y="10464"/>
                </a:lnTo>
                <a:lnTo>
                  <a:pt x="12264" y="10464"/>
                </a:lnTo>
                <a:lnTo>
                  <a:pt x="12531" y="10439"/>
                </a:lnTo>
                <a:lnTo>
                  <a:pt x="13042" y="10415"/>
                </a:lnTo>
                <a:lnTo>
                  <a:pt x="13432" y="10342"/>
                </a:lnTo>
                <a:lnTo>
                  <a:pt x="13821" y="10269"/>
                </a:lnTo>
                <a:lnTo>
                  <a:pt x="14210" y="10123"/>
                </a:lnTo>
                <a:lnTo>
                  <a:pt x="14551" y="9953"/>
                </a:lnTo>
                <a:lnTo>
                  <a:pt x="14551" y="10074"/>
                </a:lnTo>
                <a:lnTo>
                  <a:pt x="14454" y="10537"/>
                </a:lnTo>
                <a:lnTo>
                  <a:pt x="14113" y="10585"/>
                </a:lnTo>
                <a:lnTo>
                  <a:pt x="13772" y="10658"/>
                </a:lnTo>
                <a:lnTo>
                  <a:pt x="13456" y="10756"/>
                </a:lnTo>
                <a:lnTo>
                  <a:pt x="13140" y="10829"/>
                </a:lnTo>
                <a:lnTo>
                  <a:pt x="12702" y="10853"/>
                </a:lnTo>
                <a:lnTo>
                  <a:pt x="12264" y="10902"/>
                </a:lnTo>
                <a:lnTo>
                  <a:pt x="11826" y="10950"/>
                </a:lnTo>
                <a:lnTo>
                  <a:pt x="11607" y="10999"/>
                </a:lnTo>
                <a:lnTo>
                  <a:pt x="11412" y="11072"/>
                </a:lnTo>
                <a:lnTo>
                  <a:pt x="11388" y="11096"/>
                </a:lnTo>
                <a:lnTo>
                  <a:pt x="11412" y="11121"/>
                </a:lnTo>
                <a:lnTo>
                  <a:pt x="11607" y="11218"/>
                </a:lnTo>
                <a:lnTo>
                  <a:pt x="11826" y="11267"/>
                </a:lnTo>
                <a:lnTo>
                  <a:pt x="12045" y="11291"/>
                </a:lnTo>
                <a:lnTo>
                  <a:pt x="12288" y="11291"/>
                </a:lnTo>
                <a:lnTo>
                  <a:pt x="12750" y="11242"/>
                </a:lnTo>
                <a:lnTo>
                  <a:pt x="13188" y="11194"/>
                </a:lnTo>
                <a:lnTo>
                  <a:pt x="13748" y="11121"/>
                </a:lnTo>
                <a:lnTo>
                  <a:pt x="14064" y="11048"/>
                </a:lnTo>
                <a:lnTo>
                  <a:pt x="14356" y="10950"/>
                </a:lnTo>
                <a:lnTo>
                  <a:pt x="14162" y="11729"/>
                </a:lnTo>
                <a:lnTo>
                  <a:pt x="13845" y="11753"/>
                </a:lnTo>
                <a:lnTo>
                  <a:pt x="13553" y="11778"/>
                </a:lnTo>
                <a:lnTo>
                  <a:pt x="12921" y="11875"/>
                </a:lnTo>
                <a:lnTo>
                  <a:pt x="12653" y="11875"/>
                </a:lnTo>
                <a:lnTo>
                  <a:pt x="12337" y="11899"/>
                </a:lnTo>
                <a:lnTo>
                  <a:pt x="12191" y="11899"/>
                </a:lnTo>
                <a:lnTo>
                  <a:pt x="12069" y="11948"/>
                </a:lnTo>
                <a:lnTo>
                  <a:pt x="11923" y="11997"/>
                </a:lnTo>
                <a:lnTo>
                  <a:pt x="11801" y="12070"/>
                </a:lnTo>
                <a:lnTo>
                  <a:pt x="11801" y="12094"/>
                </a:lnTo>
                <a:lnTo>
                  <a:pt x="11801" y="12118"/>
                </a:lnTo>
                <a:lnTo>
                  <a:pt x="11923" y="12191"/>
                </a:lnTo>
                <a:lnTo>
                  <a:pt x="12069" y="12240"/>
                </a:lnTo>
                <a:lnTo>
                  <a:pt x="12191" y="12264"/>
                </a:lnTo>
                <a:lnTo>
                  <a:pt x="12653" y="12264"/>
                </a:lnTo>
                <a:lnTo>
                  <a:pt x="12921" y="12216"/>
                </a:lnTo>
                <a:lnTo>
                  <a:pt x="13505" y="12167"/>
                </a:lnTo>
                <a:lnTo>
                  <a:pt x="13772" y="12143"/>
                </a:lnTo>
                <a:lnTo>
                  <a:pt x="14064" y="12070"/>
                </a:lnTo>
                <a:lnTo>
                  <a:pt x="14064" y="12070"/>
                </a:lnTo>
                <a:lnTo>
                  <a:pt x="13943" y="12483"/>
                </a:lnTo>
                <a:lnTo>
                  <a:pt x="13845" y="12848"/>
                </a:lnTo>
                <a:lnTo>
                  <a:pt x="13724" y="12800"/>
                </a:lnTo>
                <a:lnTo>
                  <a:pt x="13626" y="12775"/>
                </a:lnTo>
                <a:lnTo>
                  <a:pt x="13383" y="12775"/>
                </a:lnTo>
                <a:lnTo>
                  <a:pt x="12896" y="12848"/>
                </a:lnTo>
                <a:lnTo>
                  <a:pt x="12337" y="12897"/>
                </a:lnTo>
                <a:lnTo>
                  <a:pt x="12069" y="12946"/>
                </a:lnTo>
                <a:lnTo>
                  <a:pt x="11777" y="13043"/>
                </a:lnTo>
                <a:lnTo>
                  <a:pt x="11753" y="13067"/>
                </a:lnTo>
                <a:lnTo>
                  <a:pt x="11753" y="13116"/>
                </a:lnTo>
                <a:lnTo>
                  <a:pt x="11777" y="13165"/>
                </a:lnTo>
                <a:lnTo>
                  <a:pt x="11801" y="13189"/>
                </a:lnTo>
                <a:lnTo>
                  <a:pt x="12069" y="13238"/>
                </a:lnTo>
                <a:lnTo>
                  <a:pt x="12361" y="13238"/>
                </a:lnTo>
                <a:lnTo>
                  <a:pt x="12896" y="13213"/>
                </a:lnTo>
                <a:lnTo>
                  <a:pt x="13334" y="13189"/>
                </a:lnTo>
                <a:lnTo>
                  <a:pt x="13578" y="13165"/>
                </a:lnTo>
                <a:lnTo>
                  <a:pt x="13675" y="13140"/>
                </a:lnTo>
                <a:lnTo>
                  <a:pt x="13772" y="13092"/>
                </a:lnTo>
                <a:lnTo>
                  <a:pt x="13772" y="13092"/>
                </a:lnTo>
                <a:lnTo>
                  <a:pt x="13505" y="13870"/>
                </a:lnTo>
                <a:lnTo>
                  <a:pt x="13310" y="13870"/>
                </a:lnTo>
                <a:lnTo>
                  <a:pt x="13115" y="13895"/>
                </a:lnTo>
                <a:lnTo>
                  <a:pt x="12896" y="13919"/>
                </a:lnTo>
                <a:lnTo>
                  <a:pt x="12702" y="13943"/>
                </a:lnTo>
                <a:lnTo>
                  <a:pt x="12483" y="13943"/>
                </a:lnTo>
                <a:lnTo>
                  <a:pt x="12239" y="13919"/>
                </a:lnTo>
                <a:lnTo>
                  <a:pt x="11777" y="13870"/>
                </a:lnTo>
                <a:lnTo>
                  <a:pt x="11753" y="13895"/>
                </a:lnTo>
                <a:lnTo>
                  <a:pt x="11753" y="13919"/>
                </a:lnTo>
                <a:lnTo>
                  <a:pt x="11947" y="14041"/>
                </a:lnTo>
                <a:lnTo>
                  <a:pt x="12142" y="14138"/>
                </a:lnTo>
                <a:lnTo>
                  <a:pt x="12361" y="14187"/>
                </a:lnTo>
                <a:lnTo>
                  <a:pt x="12604" y="14211"/>
                </a:lnTo>
                <a:lnTo>
                  <a:pt x="12775" y="14235"/>
                </a:lnTo>
                <a:lnTo>
                  <a:pt x="13188" y="14235"/>
                </a:lnTo>
                <a:lnTo>
                  <a:pt x="13383" y="14187"/>
                </a:lnTo>
                <a:lnTo>
                  <a:pt x="13383" y="14187"/>
                </a:lnTo>
                <a:lnTo>
                  <a:pt x="13286" y="14430"/>
                </a:lnTo>
                <a:lnTo>
                  <a:pt x="13261" y="14454"/>
                </a:lnTo>
                <a:lnTo>
                  <a:pt x="13237" y="14479"/>
                </a:lnTo>
                <a:lnTo>
                  <a:pt x="13213" y="14576"/>
                </a:lnTo>
                <a:lnTo>
                  <a:pt x="13140" y="14527"/>
                </a:lnTo>
                <a:lnTo>
                  <a:pt x="12872" y="14527"/>
                </a:lnTo>
                <a:lnTo>
                  <a:pt x="12507" y="14552"/>
                </a:lnTo>
                <a:lnTo>
                  <a:pt x="12288" y="14552"/>
                </a:lnTo>
                <a:lnTo>
                  <a:pt x="12069" y="14503"/>
                </a:lnTo>
                <a:lnTo>
                  <a:pt x="11850" y="14479"/>
                </a:lnTo>
                <a:lnTo>
                  <a:pt x="11631" y="14454"/>
                </a:lnTo>
                <a:lnTo>
                  <a:pt x="11582" y="14479"/>
                </a:lnTo>
                <a:lnTo>
                  <a:pt x="11558" y="14503"/>
                </a:lnTo>
                <a:lnTo>
                  <a:pt x="11558" y="14552"/>
                </a:lnTo>
                <a:lnTo>
                  <a:pt x="11582" y="14600"/>
                </a:lnTo>
                <a:lnTo>
                  <a:pt x="11655" y="14673"/>
                </a:lnTo>
                <a:lnTo>
                  <a:pt x="11753" y="14746"/>
                </a:lnTo>
                <a:lnTo>
                  <a:pt x="11947" y="14844"/>
                </a:lnTo>
                <a:lnTo>
                  <a:pt x="12166" y="14917"/>
                </a:lnTo>
                <a:lnTo>
                  <a:pt x="12410" y="14941"/>
                </a:lnTo>
                <a:lnTo>
                  <a:pt x="12750" y="14941"/>
                </a:lnTo>
                <a:lnTo>
                  <a:pt x="12945" y="14892"/>
                </a:lnTo>
                <a:lnTo>
                  <a:pt x="13115" y="14819"/>
                </a:lnTo>
                <a:lnTo>
                  <a:pt x="12872" y="15257"/>
                </a:lnTo>
                <a:lnTo>
                  <a:pt x="12750" y="15233"/>
                </a:lnTo>
                <a:lnTo>
                  <a:pt x="12629" y="15257"/>
                </a:lnTo>
                <a:lnTo>
                  <a:pt x="12385" y="15257"/>
                </a:lnTo>
                <a:lnTo>
                  <a:pt x="12191" y="15233"/>
                </a:lnTo>
                <a:lnTo>
                  <a:pt x="11996" y="15209"/>
                </a:lnTo>
                <a:lnTo>
                  <a:pt x="11801" y="15184"/>
                </a:lnTo>
                <a:lnTo>
                  <a:pt x="11631" y="15184"/>
                </a:lnTo>
                <a:lnTo>
                  <a:pt x="11582" y="15209"/>
                </a:lnTo>
                <a:lnTo>
                  <a:pt x="11607" y="15257"/>
                </a:lnTo>
                <a:lnTo>
                  <a:pt x="11655" y="15330"/>
                </a:lnTo>
                <a:lnTo>
                  <a:pt x="11728" y="15403"/>
                </a:lnTo>
                <a:lnTo>
                  <a:pt x="11801" y="15476"/>
                </a:lnTo>
                <a:lnTo>
                  <a:pt x="11899" y="15525"/>
                </a:lnTo>
                <a:lnTo>
                  <a:pt x="12093" y="15574"/>
                </a:lnTo>
                <a:lnTo>
                  <a:pt x="12288" y="15598"/>
                </a:lnTo>
                <a:lnTo>
                  <a:pt x="12458" y="15622"/>
                </a:lnTo>
                <a:lnTo>
                  <a:pt x="12653" y="15622"/>
                </a:lnTo>
                <a:lnTo>
                  <a:pt x="12458" y="15890"/>
                </a:lnTo>
                <a:lnTo>
                  <a:pt x="12264" y="15866"/>
                </a:lnTo>
                <a:lnTo>
                  <a:pt x="12045" y="15890"/>
                </a:lnTo>
                <a:lnTo>
                  <a:pt x="11826" y="15866"/>
                </a:lnTo>
                <a:lnTo>
                  <a:pt x="11631" y="15841"/>
                </a:lnTo>
                <a:lnTo>
                  <a:pt x="11558" y="15841"/>
                </a:lnTo>
                <a:lnTo>
                  <a:pt x="11461" y="15890"/>
                </a:lnTo>
                <a:lnTo>
                  <a:pt x="11509" y="15987"/>
                </a:lnTo>
                <a:lnTo>
                  <a:pt x="11607" y="16060"/>
                </a:lnTo>
                <a:lnTo>
                  <a:pt x="11728" y="16133"/>
                </a:lnTo>
                <a:lnTo>
                  <a:pt x="11850" y="16157"/>
                </a:lnTo>
                <a:lnTo>
                  <a:pt x="8930" y="16206"/>
                </a:lnTo>
                <a:lnTo>
                  <a:pt x="7324" y="16206"/>
                </a:lnTo>
                <a:lnTo>
                  <a:pt x="5694" y="16182"/>
                </a:lnTo>
                <a:lnTo>
                  <a:pt x="5718" y="16109"/>
                </a:lnTo>
                <a:lnTo>
                  <a:pt x="5718" y="16036"/>
                </a:lnTo>
                <a:lnTo>
                  <a:pt x="5694" y="15963"/>
                </a:lnTo>
                <a:lnTo>
                  <a:pt x="5645" y="15890"/>
                </a:lnTo>
                <a:lnTo>
                  <a:pt x="5305" y="15428"/>
                </a:lnTo>
                <a:lnTo>
                  <a:pt x="5013" y="14965"/>
                </a:lnTo>
                <a:lnTo>
                  <a:pt x="4721" y="14454"/>
                </a:lnTo>
                <a:lnTo>
                  <a:pt x="4477" y="13968"/>
                </a:lnTo>
                <a:lnTo>
                  <a:pt x="4258" y="13432"/>
                </a:lnTo>
                <a:lnTo>
                  <a:pt x="4064" y="12897"/>
                </a:lnTo>
                <a:lnTo>
                  <a:pt x="3869" y="12362"/>
                </a:lnTo>
                <a:lnTo>
                  <a:pt x="3723" y="11826"/>
                </a:lnTo>
                <a:lnTo>
                  <a:pt x="3553" y="11267"/>
                </a:lnTo>
                <a:lnTo>
                  <a:pt x="3431" y="10683"/>
                </a:lnTo>
                <a:lnTo>
                  <a:pt x="3163" y="9539"/>
                </a:lnTo>
                <a:lnTo>
                  <a:pt x="3090" y="9125"/>
                </a:lnTo>
                <a:lnTo>
                  <a:pt x="3042" y="8736"/>
                </a:lnTo>
                <a:lnTo>
                  <a:pt x="3017" y="8371"/>
                </a:lnTo>
                <a:lnTo>
                  <a:pt x="3017" y="7982"/>
                </a:lnTo>
                <a:close/>
                <a:moveTo>
                  <a:pt x="4258" y="14746"/>
                </a:moveTo>
                <a:lnTo>
                  <a:pt x="4502" y="15209"/>
                </a:lnTo>
                <a:lnTo>
                  <a:pt x="4064" y="15257"/>
                </a:lnTo>
                <a:lnTo>
                  <a:pt x="3626" y="15379"/>
                </a:lnTo>
                <a:lnTo>
                  <a:pt x="3455" y="15428"/>
                </a:lnTo>
                <a:lnTo>
                  <a:pt x="3285" y="15501"/>
                </a:lnTo>
                <a:lnTo>
                  <a:pt x="3115" y="15622"/>
                </a:lnTo>
                <a:lnTo>
                  <a:pt x="3042" y="15671"/>
                </a:lnTo>
                <a:lnTo>
                  <a:pt x="2993" y="15744"/>
                </a:lnTo>
                <a:lnTo>
                  <a:pt x="2944" y="15914"/>
                </a:lnTo>
                <a:lnTo>
                  <a:pt x="2944" y="16060"/>
                </a:lnTo>
                <a:lnTo>
                  <a:pt x="2993" y="16182"/>
                </a:lnTo>
                <a:lnTo>
                  <a:pt x="3066" y="16279"/>
                </a:lnTo>
                <a:lnTo>
                  <a:pt x="3163" y="16352"/>
                </a:lnTo>
                <a:lnTo>
                  <a:pt x="3309" y="16401"/>
                </a:lnTo>
                <a:lnTo>
                  <a:pt x="3455" y="16449"/>
                </a:lnTo>
                <a:lnTo>
                  <a:pt x="3601" y="16474"/>
                </a:lnTo>
                <a:lnTo>
                  <a:pt x="4283" y="16547"/>
                </a:lnTo>
                <a:lnTo>
                  <a:pt x="4988" y="16571"/>
                </a:lnTo>
                <a:lnTo>
                  <a:pt x="6375" y="16620"/>
                </a:lnTo>
                <a:lnTo>
                  <a:pt x="9125" y="16620"/>
                </a:lnTo>
                <a:lnTo>
                  <a:pt x="11801" y="16571"/>
                </a:lnTo>
                <a:lnTo>
                  <a:pt x="13018" y="16571"/>
                </a:lnTo>
                <a:lnTo>
                  <a:pt x="13626" y="16547"/>
                </a:lnTo>
                <a:lnTo>
                  <a:pt x="13943" y="16522"/>
                </a:lnTo>
                <a:lnTo>
                  <a:pt x="14235" y="16498"/>
                </a:lnTo>
                <a:lnTo>
                  <a:pt x="14381" y="16449"/>
                </a:lnTo>
                <a:lnTo>
                  <a:pt x="14527" y="16376"/>
                </a:lnTo>
                <a:lnTo>
                  <a:pt x="14673" y="16303"/>
                </a:lnTo>
                <a:lnTo>
                  <a:pt x="14819" y="16182"/>
                </a:lnTo>
                <a:lnTo>
                  <a:pt x="14916" y="16060"/>
                </a:lnTo>
                <a:lnTo>
                  <a:pt x="14965" y="15914"/>
                </a:lnTo>
                <a:lnTo>
                  <a:pt x="14965" y="15841"/>
                </a:lnTo>
                <a:lnTo>
                  <a:pt x="14965" y="15744"/>
                </a:lnTo>
                <a:lnTo>
                  <a:pt x="14940" y="15671"/>
                </a:lnTo>
                <a:lnTo>
                  <a:pt x="14916" y="15574"/>
                </a:lnTo>
                <a:lnTo>
                  <a:pt x="14794" y="15403"/>
                </a:lnTo>
                <a:lnTo>
                  <a:pt x="14648" y="15282"/>
                </a:lnTo>
                <a:lnTo>
                  <a:pt x="14478" y="15209"/>
                </a:lnTo>
                <a:lnTo>
                  <a:pt x="14308" y="15184"/>
                </a:lnTo>
                <a:lnTo>
                  <a:pt x="14137" y="15160"/>
                </a:lnTo>
                <a:lnTo>
                  <a:pt x="13553" y="15160"/>
                </a:lnTo>
                <a:lnTo>
                  <a:pt x="13699" y="14819"/>
                </a:lnTo>
                <a:lnTo>
                  <a:pt x="13724" y="14771"/>
                </a:lnTo>
                <a:lnTo>
                  <a:pt x="14454" y="14844"/>
                </a:lnTo>
                <a:lnTo>
                  <a:pt x="14794" y="14917"/>
                </a:lnTo>
                <a:lnTo>
                  <a:pt x="15135" y="14990"/>
                </a:lnTo>
                <a:lnTo>
                  <a:pt x="15500" y="15087"/>
                </a:lnTo>
                <a:lnTo>
                  <a:pt x="15816" y="15184"/>
                </a:lnTo>
                <a:lnTo>
                  <a:pt x="16157" y="15330"/>
                </a:lnTo>
                <a:lnTo>
                  <a:pt x="16497" y="15452"/>
                </a:lnTo>
                <a:lnTo>
                  <a:pt x="16741" y="15598"/>
                </a:lnTo>
                <a:lnTo>
                  <a:pt x="16911" y="15744"/>
                </a:lnTo>
                <a:lnTo>
                  <a:pt x="17033" y="15914"/>
                </a:lnTo>
                <a:lnTo>
                  <a:pt x="17081" y="16060"/>
                </a:lnTo>
                <a:lnTo>
                  <a:pt x="17081" y="16230"/>
                </a:lnTo>
                <a:lnTo>
                  <a:pt x="17008" y="16401"/>
                </a:lnTo>
                <a:lnTo>
                  <a:pt x="16911" y="16547"/>
                </a:lnTo>
                <a:lnTo>
                  <a:pt x="16789" y="16717"/>
                </a:lnTo>
                <a:lnTo>
                  <a:pt x="16643" y="16863"/>
                </a:lnTo>
                <a:lnTo>
                  <a:pt x="16449" y="17009"/>
                </a:lnTo>
                <a:lnTo>
                  <a:pt x="16059" y="17277"/>
                </a:lnTo>
                <a:lnTo>
                  <a:pt x="15670" y="17496"/>
                </a:lnTo>
                <a:lnTo>
                  <a:pt x="15305" y="17642"/>
                </a:lnTo>
                <a:lnTo>
                  <a:pt x="14965" y="17763"/>
                </a:lnTo>
                <a:lnTo>
                  <a:pt x="14600" y="17836"/>
                </a:lnTo>
                <a:lnTo>
                  <a:pt x="14259" y="17909"/>
                </a:lnTo>
                <a:lnTo>
                  <a:pt x="13894" y="17958"/>
                </a:lnTo>
                <a:lnTo>
                  <a:pt x="13140" y="18007"/>
                </a:lnTo>
                <a:lnTo>
                  <a:pt x="12410" y="18055"/>
                </a:lnTo>
                <a:lnTo>
                  <a:pt x="11558" y="18080"/>
                </a:lnTo>
                <a:lnTo>
                  <a:pt x="10706" y="18080"/>
                </a:lnTo>
                <a:lnTo>
                  <a:pt x="9027" y="18055"/>
                </a:lnTo>
                <a:lnTo>
                  <a:pt x="7324" y="18031"/>
                </a:lnTo>
                <a:lnTo>
                  <a:pt x="6473" y="18007"/>
                </a:lnTo>
                <a:lnTo>
                  <a:pt x="5645" y="17982"/>
                </a:lnTo>
                <a:lnTo>
                  <a:pt x="4794" y="17934"/>
                </a:lnTo>
                <a:lnTo>
                  <a:pt x="3942" y="17861"/>
                </a:lnTo>
                <a:lnTo>
                  <a:pt x="3115" y="17739"/>
                </a:lnTo>
                <a:lnTo>
                  <a:pt x="2287" y="17593"/>
                </a:lnTo>
                <a:lnTo>
                  <a:pt x="1898" y="17496"/>
                </a:lnTo>
                <a:lnTo>
                  <a:pt x="1509" y="17350"/>
                </a:lnTo>
                <a:lnTo>
                  <a:pt x="1168" y="17179"/>
                </a:lnTo>
                <a:lnTo>
                  <a:pt x="827" y="16985"/>
                </a:lnTo>
                <a:lnTo>
                  <a:pt x="633" y="16839"/>
                </a:lnTo>
                <a:lnTo>
                  <a:pt x="487" y="16668"/>
                </a:lnTo>
                <a:lnTo>
                  <a:pt x="365" y="16449"/>
                </a:lnTo>
                <a:lnTo>
                  <a:pt x="316" y="16328"/>
                </a:lnTo>
                <a:lnTo>
                  <a:pt x="316" y="16230"/>
                </a:lnTo>
                <a:lnTo>
                  <a:pt x="316" y="16085"/>
                </a:lnTo>
                <a:lnTo>
                  <a:pt x="341" y="15963"/>
                </a:lnTo>
                <a:lnTo>
                  <a:pt x="414" y="15866"/>
                </a:lnTo>
                <a:lnTo>
                  <a:pt x="511" y="15768"/>
                </a:lnTo>
                <a:lnTo>
                  <a:pt x="730" y="15622"/>
                </a:lnTo>
                <a:lnTo>
                  <a:pt x="949" y="15501"/>
                </a:lnTo>
                <a:lnTo>
                  <a:pt x="1314" y="15330"/>
                </a:lnTo>
                <a:lnTo>
                  <a:pt x="1728" y="15184"/>
                </a:lnTo>
                <a:lnTo>
                  <a:pt x="2141" y="15063"/>
                </a:lnTo>
                <a:lnTo>
                  <a:pt x="2555" y="14965"/>
                </a:lnTo>
                <a:lnTo>
                  <a:pt x="2993" y="14892"/>
                </a:lnTo>
                <a:lnTo>
                  <a:pt x="3407" y="14844"/>
                </a:lnTo>
                <a:lnTo>
                  <a:pt x="4258" y="14746"/>
                </a:lnTo>
                <a:close/>
                <a:moveTo>
                  <a:pt x="9076" y="6498"/>
                </a:moveTo>
                <a:lnTo>
                  <a:pt x="8103" y="6522"/>
                </a:lnTo>
                <a:lnTo>
                  <a:pt x="7129" y="6571"/>
                </a:lnTo>
                <a:lnTo>
                  <a:pt x="6156" y="6644"/>
                </a:lnTo>
                <a:lnTo>
                  <a:pt x="5183" y="6717"/>
                </a:lnTo>
                <a:lnTo>
                  <a:pt x="4526" y="6765"/>
                </a:lnTo>
                <a:lnTo>
                  <a:pt x="4161" y="6790"/>
                </a:lnTo>
                <a:lnTo>
                  <a:pt x="3796" y="6838"/>
                </a:lnTo>
                <a:lnTo>
                  <a:pt x="3431" y="6911"/>
                </a:lnTo>
                <a:lnTo>
                  <a:pt x="3285" y="6960"/>
                </a:lnTo>
                <a:lnTo>
                  <a:pt x="3115" y="7033"/>
                </a:lnTo>
                <a:lnTo>
                  <a:pt x="2993" y="7106"/>
                </a:lnTo>
                <a:lnTo>
                  <a:pt x="2847" y="7228"/>
                </a:lnTo>
                <a:lnTo>
                  <a:pt x="2750" y="7325"/>
                </a:lnTo>
                <a:lnTo>
                  <a:pt x="2652" y="7471"/>
                </a:lnTo>
                <a:lnTo>
                  <a:pt x="2628" y="7520"/>
                </a:lnTo>
                <a:lnTo>
                  <a:pt x="2628" y="7593"/>
                </a:lnTo>
                <a:lnTo>
                  <a:pt x="2652" y="7666"/>
                </a:lnTo>
                <a:lnTo>
                  <a:pt x="2579" y="7812"/>
                </a:lnTo>
                <a:lnTo>
                  <a:pt x="2555" y="7982"/>
                </a:lnTo>
                <a:lnTo>
                  <a:pt x="2531" y="8152"/>
                </a:lnTo>
                <a:lnTo>
                  <a:pt x="2506" y="8298"/>
                </a:lnTo>
                <a:lnTo>
                  <a:pt x="2360" y="8249"/>
                </a:lnTo>
                <a:lnTo>
                  <a:pt x="2214" y="8201"/>
                </a:lnTo>
                <a:lnTo>
                  <a:pt x="2044" y="8176"/>
                </a:lnTo>
                <a:lnTo>
                  <a:pt x="1874" y="8176"/>
                </a:lnTo>
                <a:lnTo>
                  <a:pt x="1557" y="8201"/>
                </a:lnTo>
                <a:lnTo>
                  <a:pt x="1265" y="8249"/>
                </a:lnTo>
                <a:lnTo>
                  <a:pt x="1046" y="8347"/>
                </a:lnTo>
                <a:lnTo>
                  <a:pt x="827" y="8468"/>
                </a:lnTo>
                <a:lnTo>
                  <a:pt x="657" y="8639"/>
                </a:lnTo>
                <a:lnTo>
                  <a:pt x="487" y="8833"/>
                </a:lnTo>
                <a:lnTo>
                  <a:pt x="365" y="9052"/>
                </a:lnTo>
                <a:lnTo>
                  <a:pt x="268" y="9271"/>
                </a:lnTo>
                <a:lnTo>
                  <a:pt x="195" y="9515"/>
                </a:lnTo>
                <a:lnTo>
                  <a:pt x="170" y="9758"/>
                </a:lnTo>
                <a:lnTo>
                  <a:pt x="170" y="10026"/>
                </a:lnTo>
                <a:lnTo>
                  <a:pt x="219" y="10293"/>
                </a:lnTo>
                <a:lnTo>
                  <a:pt x="292" y="10537"/>
                </a:lnTo>
                <a:lnTo>
                  <a:pt x="389" y="10780"/>
                </a:lnTo>
                <a:lnTo>
                  <a:pt x="535" y="10999"/>
                </a:lnTo>
                <a:lnTo>
                  <a:pt x="706" y="11194"/>
                </a:lnTo>
                <a:lnTo>
                  <a:pt x="900" y="11388"/>
                </a:lnTo>
                <a:lnTo>
                  <a:pt x="1095" y="11559"/>
                </a:lnTo>
                <a:lnTo>
                  <a:pt x="1363" y="11729"/>
                </a:lnTo>
                <a:lnTo>
                  <a:pt x="1606" y="11899"/>
                </a:lnTo>
                <a:lnTo>
                  <a:pt x="2117" y="12240"/>
                </a:lnTo>
                <a:lnTo>
                  <a:pt x="2409" y="12459"/>
                </a:lnTo>
                <a:lnTo>
                  <a:pt x="2531" y="12581"/>
                </a:lnTo>
                <a:lnTo>
                  <a:pt x="2652" y="12727"/>
                </a:lnTo>
                <a:lnTo>
                  <a:pt x="2725" y="12873"/>
                </a:lnTo>
                <a:lnTo>
                  <a:pt x="2774" y="13043"/>
                </a:lnTo>
                <a:lnTo>
                  <a:pt x="2750" y="13165"/>
                </a:lnTo>
                <a:lnTo>
                  <a:pt x="2725" y="13238"/>
                </a:lnTo>
                <a:lnTo>
                  <a:pt x="2677" y="13262"/>
                </a:lnTo>
                <a:lnTo>
                  <a:pt x="2604" y="13262"/>
                </a:lnTo>
                <a:lnTo>
                  <a:pt x="2531" y="13213"/>
                </a:lnTo>
                <a:lnTo>
                  <a:pt x="2458" y="13189"/>
                </a:lnTo>
                <a:lnTo>
                  <a:pt x="2312" y="13165"/>
                </a:lnTo>
                <a:lnTo>
                  <a:pt x="2190" y="13213"/>
                </a:lnTo>
                <a:lnTo>
                  <a:pt x="2068" y="13286"/>
                </a:lnTo>
                <a:lnTo>
                  <a:pt x="1995" y="13408"/>
                </a:lnTo>
                <a:lnTo>
                  <a:pt x="1971" y="13530"/>
                </a:lnTo>
                <a:lnTo>
                  <a:pt x="1971" y="13603"/>
                </a:lnTo>
                <a:lnTo>
                  <a:pt x="1995" y="13651"/>
                </a:lnTo>
                <a:lnTo>
                  <a:pt x="2020" y="13724"/>
                </a:lnTo>
                <a:lnTo>
                  <a:pt x="2093" y="13773"/>
                </a:lnTo>
                <a:lnTo>
                  <a:pt x="2263" y="13895"/>
                </a:lnTo>
                <a:lnTo>
                  <a:pt x="2458" y="13968"/>
                </a:lnTo>
                <a:lnTo>
                  <a:pt x="2677" y="13992"/>
                </a:lnTo>
                <a:lnTo>
                  <a:pt x="2871" y="13968"/>
                </a:lnTo>
                <a:lnTo>
                  <a:pt x="3066" y="13895"/>
                </a:lnTo>
                <a:lnTo>
                  <a:pt x="3236" y="13773"/>
                </a:lnTo>
                <a:lnTo>
                  <a:pt x="3309" y="13700"/>
                </a:lnTo>
                <a:lnTo>
                  <a:pt x="3358" y="13603"/>
                </a:lnTo>
                <a:lnTo>
                  <a:pt x="3431" y="13505"/>
                </a:lnTo>
                <a:lnTo>
                  <a:pt x="3455" y="13408"/>
                </a:lnTo>
                <a:lnTo>
                  <a:pt x="3504" y="13213"/>
                </a:lnTo>
                <a:lnTo>
                  <a:pt x="3504" y="13019"/>
                </a:lnTo>
                <a:lnTo>
                  <a:pt x="3650" y="13432"/>
                </a:lnTo>
                <a:lnTo>
                  <a:pt x="3820" y="13822"/>
                </a:lnTo>
                <a:lnTo>
                  <a:pt x="3991" y="14211"/>
                </a:lnTo>
                <a:lnTo>
                  <a:pt x="4185" y="14600"/>
                </a:lnTo>
                <a:lnTo>
                  <a:pt x="3723" y="14600"/>
                </a:lnTo>
                <a:lnTo>
                  <a:pt x="3285" y="14625"/>
                </a:lnTo>
                <a:lnTo>
                  <a:pt x="2823" y="14673"/>
                </a:lnTo>
                <a:lnTo>
                  <a:pt x="2385" y="14746"/>
                </a:lnTo>
                <a:lnTo>
                  <a:pt x="1922" y="14819"/>
                </a:lnTo>
                <a:lnTo>
                  <a:pt x="1484" y="14941"/>
                </a:lnTo>
                <a:lnTo>
                  <a:pt x="1071" y="15087"/>
                </a:lnTo>
                <a:lnTo>
                  <a:pt x="657" y="15282"/>
                </a:lnTo>
                <a:lnTo>
                  <a:pt x="487" y="15379"/>
                </a:lnTo>
                <a:lnTo>
                  <a:pt x="341" y="15476"/>
                </a:lnTo>
                <a:lnTo>
                  <a:pt x="219" y="15574"/>
                </a:lnTo>
                <a:lnTo>
                  <a:pt x="122" y="15695"/>
                </a:lnTo>
                <a:lnTo>
                  <a:pt x="49" y="15841"/>
                </a:lnTo>
                <a:lnTo>
                  <a:pt x="24" y="15963"/>
                </a:lnTo>
                <a:lnTo>
                  <a:pt x="0" y="16109"/>
                </a:lnTo>
                <a:lnTo>
                  <a:pt x="0" y="16255"/>
                </a:lnTo>
                <a:lnTo>
                  <a:pt x="24" y="16376"/>
                </a:lnTo>
                <a:lnTo>
                  <a:pt x="49" y="16522"/>
                </a:lnTo>
                <a:lnTo>
                  <a:pt x="122" y="16668"/>
                </a:lnTo>
                <a:lnTo>
                  <a:pt x="195" y="16790"/>
                </a:lnTo>
                <a:lnTo>
                  <a:pt x="292" y="16936"/>
                </a:lnTo>
                <a:lnTo>
                  <a:pt x="389" y="17058"/>
                </a:lnTo>
                <a:lnTo>
                  <a:pt x="511" y="17179"/>
                </a:lnTo>
                <a:lnTo>
                  <a:pt x="633" y="17301"/>
                </a:lnTo>
                <a:lnTo>
                  <a:pt x="827" y="17423"/>
                </a:lnTo>
                <a:lnTo>
                  <a:pt x="1046" y="17544"/>
                </a:lnTo>
                <a:lnTo>
                  <a:pt x="1241" y="17642"/>
                </a:lnTo>
                <a:lnTo>
                  <a:pt x="1460" y="17739"/>
                </a:lnTo>
                <a:lnTo>
                  <a:pt x="1922" y="17885"/>
                </a:lnTo>
                <a:lnTo>
                  <a:pt x="2409" y="18007"/>
                </a:lnTo>
                <a:lnTo>
                  <a:pt x="2896" y="18080"/>
                </a:lnTo>
                <a:lnTo>
                  <a:pt x="3382" y="18128"/>
                </a:lnTo>
                <a:lnTo>
                  <a:pt x="4331" y="18226"/>
                </a:lnTo>
                <a:lnTo>
                  <a:pt x="5451" y="18299"/>
                </a:lnTo>
                <a:lnTo>
                  <a:pt x="6570" y="18347"/>
                </a:lnTo>
                <a:lnTo>
                  <a:pt x="8833" y="18396"/>
                </a:lnTo>
                <a:lnTo>
                  <a:pt x="9928" y="18420"/>
                </a:lnTo>
                <a:lnTo>
                  <a:pt x="11047" y="18420"/>
                </a:lnTo>
                <a:lnTo>
                  <a:pt x="12142" y="18396"/>
                </a:lnTo>
                <a:lnTo>
                  <a:pt x="13261" y="18347"/>
                </a:lnTo>
                <a:lnTo>
                  <a:pt x="13675" y="18323"/>
                </a:lnTo>
                <a:lnTo>
                  <a:pt x="14113" y="18274"/>
                </a:lnTo>
                <a:lnTo>
                  <a:pt x="14527" y="18201"/>
                </a:lnTo>
                <a:lnTo>
                  <a:pt x="14965" y="18128"/>
                </a:lnTo>
                <a:lnTo>
                  <a:pt x="15378" y="18007"/>
                </a:lnTo>
                <a:lnTo>
                  <a:pt x="15767" y="17861"/>
                </a:lnTo>
                <a:lnTo>
                  <a:pt x="16157" y="17690"/>
                </a:lnTo>
                <a:lnTo>
                  <a:pt x="16546" y="17471"/>
                </a:lnTo>
                <a:lnTo>
                  <a:pt x="16814" y="17277"/>
                </a:lnTo>
                <a:lnTo>
                  <a:pt x="17057" y="17033"/>
                </a:lnTo>
                <a:lnTo>
                  <a:pt x="17276" y="16766"/>
                </a:lnTo>
                <a:lnTo>
                  <a:pt x="17349" y="16620"/>
                </a:lnTo>
                <a:lnTo>
                  <a:pt x="17422" y="16474"/>
                </a:lnTo>
                <a:lnTo>
                  <a:pt x="17471" y="16328"/>
                </a:lnTo>
                <a:lnTo>
                  <a:pt x="17495" y="16157"/>
                </a:lnTo>
                <a:lnTo>
                  <a:pt x="17495" y="16012"/>
                </a:lnTo>
                <a:lnTo>
                  <a:pt x="17471" y="15866"/>
                </a:lnTo>
                <a:lnTo>
                  <a:pt x="17398" y="15720"/>
                </a:lnTo>
                <a:lnTo>
                  <a:pt x="17325" y="15598"/>
                </a:lnTo>
                <a:lnTo>
                  <a:pt x="17179" y="15452"/>
                </a:lnTo>
                <a:lnTo>
                  <a:pt x="17033" y="15330"/>
                </a:lnTo>
                <a:lnTo>
                  <a:pt x="16692" y="15111"/>
                </a:lnTo>
                <a:lnTo>
                  <a:pt x="16327" y="14941"/>
                </a:lnTo>
                <a:lnTo>
                  <a:pt x="15938" y="14795"/>
                </a:lnTo>
                <a:lnTo>
                  <a:pt x="15524" y="14673"/>
                </a:lnTo>
                <a:lnTo>
                  <a:pt x="15110" y="14576"/>
                </a:lnTo>
                <a:lnTo>
                  <a:pt x="14697" y="14503"/>
                </a:lnTo>
                <a:lnTo>
                  <a:pt x="14283" y="14454"/>
                </a:lnTo>
                <a:lnTo>
                  <a:pt x="13870" y="14406"/>
                </a:lnTo>
                <a:lnTo>
                  <a:pt x="14040" y="13968"/>
                </a:lnTo>
                <a:lnTo>
                  <a:pt x="14186" y="13530"/>
                </a:lnTo>
                <a:lnTo>
                  <a:pt x="14454" y="12629"/>
                </a:lnTo>
                <a:lnTo>
                  <a:pt x="14794" y="11340"/>
                </a:lnTo>
                <a:lnTo>
                  <a:pt x="14916" y="10683"/>
                </a:lnTo>
                <a:lnTo>
                  <a:pt x="15038" y="10026"/>
                </a:lnTo>
                <a:lnTo>
                  <a:pt x="15135" y="9417"/>
                </a:lnTo>
                <a:lnTo>
                  <a:pt x="15159" y="9077"/>
                </a:lnTo>
                <a:lnTo>
                  <a:pt x="15159" y="8760"/>
                </a:lnTo>
                <a:lnTo>
                  <a:pt x="15159" y="8444"/>
                </a:lnTo>
                <a:lnTo>
                  <a:pt x="15110" y="8128"/>
                </a:lnTo>
                <a:lnTo>
                  <a:pt x="15038" y="7836"/>
                </a:lnTo>
                <a:lnTo>
                  <a:pt x="14940" y="7544"/>
                </a:lnTo>
                <a:lnTo>
                  <a:pt x="14916" y="7495"/>
                </a:lnTo>
                <a:lnTo>
                  <a:pt x="14892" y="7471"/>
                </a:lnTo>
                <a:lnTo>
                  <a:pt x="14794" y="7447"/>
                </a:lnTo>
                <a:lnTo>
                  <a:pt x="14746" y="7325"/>
                </a:lnTo>
                <a:lnTo>
                  <a:pt x="14673" y="7228"/>
                </a:lnTo>
                <a:lnTo>
                  <a:pt x="14600" y="7130"/>
                </a:lnTo>
                <a:lnTo>
                  <a:pt x="14478" y="7057"/>
                </a:lnTo>
                <a:lnTo>
                  <a:pt x="14235" y="6936"/>
                </a:lnTo>
                <a:lnTo>
                  <a:pt x="13943" y="6863"/>
                </a:lnTo>
                <a:lnTo>
                  <a:pt x="13626" y="6790"/>
                </a:lnTo>
                <a:lnTo>
                  <a:pt x="13310" y="6765"/>
                </a:lnTo>
                <a:lnTo>
                  <a:pt x="12823" y="6717"/>
                </a:lnTo>
                <a:lnTo>
                  <a:pt x="11899" y="6595"/>
                </a:lnTo>
                <a:lnTo>
                  <a:pt x="10950" y="6522"/>
                </a:lnTo>
                <a:lnTo>
                  <a:pt x="10025" y="6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1c77683fd_0_8"/>
          <p:cNvSpPr/>
          <p:nvPr/>
        </p:nvSpPr>
        <p:spPr>
          <a:xfrm>
            <a:off x="4092000" y="98899"/>
            <a:ext cx="788694" cy="805193"/>
          </a:xfrm>
          <a:custGeom>
            <a:rect b="b" l="l" r="r" t="t"/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e1c77683fd_0_8"/>
          <p:cNvSpPr txBox="1"/>
          <p:nvPr>
            <p:ph idx="4294967295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e1c77683fd_0_8"/>
          <p:cNvSpPr txBox="1"/>
          <p:nvPr/>
        </p:nvSpPr>
        <p:spPr>
          <a:xfrm>
            <a:off x="368250" y="842400"/>
            <a:ext cx="8373300" cy="3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4625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Sniglet"/>
              <a:buAutoNum type="arabicPeriod" startAt="7"/>
            </a:pPr>
            <a:r>
              <a:rPr lang="en-US" sz="185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Given the object below, write code to print all the keys and values using a for...in loop:                                                                                                                                           const country = { name: 'Nigeria', capital: 'Abuja', population: '200M' };</a:t>
            </a:r>
            <a:endParaRPr sz="185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74625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Sniglet"/>
              <a:buAutoNum type="arabicPeriod" startAt="7"/>
            </a:pPr>
            <a:r>
              <a:rPr lang="en-US" sz="185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Write a function called greetUser that accepts a name and returns a greeting. </a:t>
            </a:r>
            <a:endParaRPr sz="185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74625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Sniglet"/>
              <a:buAutoNum type="arabicPeriod" startAt="7"/>
            </a:pPr>
            <a:r>
              <a:rPr lang="en-US" sz="185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switch statement that takes a day of the week and prints whether it is a Weekday or Weekend.</a:t>
            </a:r>
            <a:endParaRPr sz="185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74625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Sniglet"/>
              <a:buAutoNum type="arabicPeriod" startAt="7"/>
            </a:pPr>
            <a:r>
              <a:rPr lang="en-US" sz="1850">
                <a:solidFill>
                  <a:srgbClr val="1565C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185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function that takes a student's score from a user and prints their grade using the following scale: 70 and above  →  A,   60 – 69  →  B,                 50 – 59  →  C,  40 – 49  →  D,  Below 40  →  F</a:t>
            </a:r>
            <a:endParaRPr sz="185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74625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Sniglet"/>
              <a:buAutoNum type="arabicPeriod" startAt="7"/>
            </a:pPr>
            <a:r>
              <a:rPr lang="en-US" sz="185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Write a function that takes two objects and merges them into one.        const personal = { name: 'Kemi', age: 27 };                                                                 const professional = { role: 'Designer', company: 'TechCorp' };</a:t>
            </a:r>
            <a:endParaRPr sz="185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88" name="Google Shape;88;g3e1c77683fd_0_8"/>
          <p:cNvSpPr/>
          <p:nvPr/>
        </p:nvSpPr>
        <p:spPr>
          <a:xfrm>
            <a:off x="4295168" y="299949"/>
            <a:ext cx="382375" cy="402591"/>
          </a:xfrm>
          <a:custGeom>
            <a:rect b="b" l="l" r="r" t="t"/>
            <a:pathLst>
              <a:path extrusionOk="0" h="18421" w="17496">
                <a:moveTo>
                  <a:pt x="7421" y="1047"/>
                </a:moveTo>
                <a:lnTo>
                  <a:pt x="7373" y="1071"/>
                </a:lnTo>
                <a:lnTo>
                  <a:pt x="7348" y="1120"/>
                </a:lnTo>
                <a:lnTo>
                  <a:pt x="7324" y="1169"/>
                </a:lnTo>
                <a:lnTo>
                  <a:pt x="7348" y="1315"/>
                </a:lnTo>
                <a:lnTo>
                  <a:pt x="7348" y="1461"/>
                </a:lnTo>
                <a:lnTo>
                  <a:pt x="7324" y="1582"/>
                </a:lnTo>
                <a:lnTo>
                  <a:pt x="7300" y="1704"/>
                </a:lnTo>
                <a:lnTo>
                  <a:pt x="7178" y="1923"/>
                </a:lnTo>
                <a:lnTo>
                  <a:pt x="7008" y="2142"/>
                </a:lnTo>
                <a:lnTo>
                  <a:pt x="6862" y="2385"/>
                </a:lnTo>
                <a:lnTo>
                  <a:pt x="6813" y="2483"/>
                </a:lnTo>
                <a:lnTo>
                  <a:pt x="6765" y="2604"/>
                </a:lnTo>
                <a:lnTo>
                  <a:pt x="6740" y="2750"/>
                </a:lnTo>
                <a:lnTo>
                  <a:pt x="6740" y="2872"/>
                </a:lnTo>
                <a:lnTo>
                  <a:pt x="6740" y="3018"/>
                </a:lnTo>
                <a:lnTo>
                  <a:pt x="6789" y="3164"/>
                </a:lnTo>
                <a:lnTo>
                  <a:pt x="6862" y="3286"/>
                </a:lnTo>
                <a:lnTo>
                  <a:pt x="6959" y="3432"/>
                </a:lnTo>
                <a:lnTo>
                  <a:pt x="7154" y="3699"/>
                </a:lnTo>
                <a:lnTo>
                  <a:pt x="7251" y="3845"/>
                </a:lnTo>
                <a:lnTo>
                  <a:pt x="7275" y="3991"/>
                </a:lnTo>
                <a:lnTo>
                  <a:pt x="7275" y="4064"/>
                </a:lnTo>
                <a:lnTo>
                  <a:pt x="7275" y="4137"/>
                </a:lnTo>
                <a:lnTo>
                  <a:pt x="7251" y="4186"/>
                </a:lnTo>
                <a:lnTo>
                  <a:pt x="7178" y="4259"/>
                </a:lnTo>
                <a:lnTo>
                  <a:pt x="7154" y="4332"/>
                </a:lnTo>
                <a:lnTo>
                  <a:pt x="7129" y="4405"/>
                </a:lnTo>
                <a:lnTo>
                  <a:pt x="7129" y="4478"/>
                </a:lnTo>
                <a:lnTo>
                  <a:pt x="7178" y="4527"/>
                </a:lnTo>
                <a:lnTo>
                  <a:pt x="7251" y="4575"/>
                </a:lnTo>
                <a:lnTo>
                  <a:pt x="7324" y="4600"/>
                </a:lnTo>
                <a:lnTo>
                  <a:pt x="7397" y="4575"/>
                </a:lnTo>
                <a:lnTo>
                  <a:pt x="7470" y="4527"/>
                </a:lnTo>
                <a:lnTo>
                  <a:pt x="7567" y="4429"/>
                </a:lnTo>
                <a:lnTo>
                  <a:pt x="7616" y="4332"/>
                </a:lnTo>
                <a:lnTo>
                  <a:pt x="7665" y="4235"/>
                </a:lnTo>
                <a:lnTo>
                  <a:pt x="7689" y="4113"/>
                </a:lnTo>
                <a:lnTo>
                  <a:pt x="7689" y="4016"/>
                </a:lnTo>
                <a:lnTo>
                  <a:pt x="7665" y="3918"/>
                </a:lnTo>
                <a:lnTo>
                  <a:pt x="7592" y="3724"/>
                </a:lnTo>
                <a:lnTo>
                  <a:pt x="7470" y="3505"/>
                </a:lnTo>
                <a:lnTo>
                  <a:pt x="7324" y="3310"/>
                </a:lnTo>
                <a:lnTo>
                  <a:pt x="7202" y="3115"/>
                </a:lnTo>
                <a:lnTo>
                  <a:pt x="7105" y="2921"/>
                </a:lnTo>
                <a:lnTo>
                  <a:pt x="7081" y="2823"/>
                </a:lnTo>
                <a:lnTo>
                  <a:pt x="7105" y="2726"/>
                </a:lnTo>
                <a:lnTo>
                  <a:pt x="7154" y="2604"/>
                </a:lnTo>
                <a:lnTo>
                  <a:pt x="7202" y="2483"/>
                </a:lnTo>
                <a:lnTo>
                  <a:pt x="7373" y="2239"/>
                </a:lnTo>
                <a:lnTo>
                  <a:pt x="7543" y="1972"/>
                </a:lnTo>
                <a:lnTo>
                  <a:pt x="7689" y="1728"/>
                </a:lnTo>
                <a:lnTo>
                  <a:pt x="7738" y="1607"/>
                </a:lnTo>
                <a:lnTo>
                  <a:pt x="7762" y="1485"/>
                </a:lnTo>
                <a:lnTo>
                  <a:pt x="7762" y="1363"/>
                </a:lnTo>
                <a:lnTo>
                  <a:pt x="7713" y="1242"/>
                </a:lnTo>
                <a:lnTo>
                  <a:pt x="7616" y="1144"/>
                </a:lnTo>
                <a:lnTo>
                  <a:pt x="7494" y="1071"/>
                </a:lnTo>
                <a:lnTo>
                  <a:pt x="7421" y="1047"/>
                </a:lnTo>
                <a:close/>
                <a:moveTo>
                  <a:pt x="10293" y="1242"/>
                </a:moveTo>
                <a:lnTo>
                  <a:pt x="10268" y="1266"/>
                </a:lnTo>
                <a:lnTo>
                  <a:pt x="10244" y="1363"/>
                </a:lnTo>
                <a:lnTo>
                  <a:pt x="10220" y="1485"/>
                </a:lnTo>
                <a:lnTo>
                  <a:pt x="10195" y="1607"/>
                </a:lnTo>
                <a:lnTo>
                  <a:pt x="10171" y="1680"/>
                </a:lnTo>
                <a:lnTo>
                  <a:pt x="10098" y="1826"/>
                </a:lnTo>
                <a:lnTo>
                  <a:pt x="10001" y="1923"/>
                </a:lnTo>
                <a:lnTo>
                  <a:pt x="9782" y="2166"/>
                </a:lnTo>
                <a:lnTo>
                  <a:pt x="9684" y="2288"/>
                </a:lnTo>
                <a:lnTo>
                  <a:pt x="9611" y="2434"/>
                </a:lnTo>
                <a:lnTo>
                  <a:pt x="9587" y="2604"/>
                </a:lnTo>
                <a:lnTo>
                  <a:pt x="9587" y="2775"/>
                </a:lnTo>
                <a:lnTo>
                  <a:pt x="9636" y="2921"/>
                </a:lnTo>
                <a:lnTo>
                  <a:pt x="9709" y="3042"/>
                </a:lnTo>
                <a:lnTo>
                  <a:pt x="9879" y="3286"/>
                </a:lnTo>
                <a:lnTo>
                  <a:pt x="10001" y="3456"/>
                </a:lnTo>
                <a:lnTo>
                  <a:pt x="10074" y="3626"/>
                </a:lnTo>
                <a:lnTo>
                  <a:pt x="10098" y="3724"/>
                </a:lnTo>
                <a:lnTo>
                  <a:pt x="10098" y="3821"/>
                </a:lnTo>
                <a:lnTo>
                  <a:pt x="10074" y="3918"/>
                </a:lnTo>
                <a:lnTo>
                  <a:pt x="10025" y="4016"/>
                </a:lnTo>
                <a:lnTo>
                  <a:pt x="9952" y="4137"/>
                </a:lnTo>
                <a:lnTo>
                  <a:pt x="9855" y="4235"/>
                </a:lnTo>
                <a:lnTo>
                  <a:pt x="9782" y="4332"/>
                </a:lnTo>
                <a:lnTo>
                  <a:pt x="9709" y="4454"/>
                </a:lnTo>
                <a:lnTo>
                  <a:pt x="9684" y="4502"/>
                </a:lnTo>
                <a:lnTo>
                  <a:pt x="9684" y="4575"/>
                </a:lnTo>
                <a:lnTo>
                  <a:pt x="9733" y="4673"/>
                </a:lnTo>
                <a:lnTo>
                  <a:pt x="9757" y="4721"/>
                </a:lnTo>
                <a:lnTo>
                  <a:pt x="9806" y="4746"/>
                </a:lnTo>
                <a:lnTo>
                  <a:pt x="9855" y="4770"/>
                </a:lnTo>
                <a:lnTo>
                  <a:pt x="9928" y="4746"/>
                </a:lnTo>
                <a:lnTo>
                  <a:pt x="10122" y="4648"/>
                </a:lnTo>
                <a:lnTo>
                  <a:pt x="10268" y="4502"/>
                </a:lnTo>
                <a:lnTo>
                  <a:pt x="10414" y="4332"/>
                </a:lnTo>
                <a:lnTo>
                  <a:pt x="10487" y="4137"/>
                </a:lnTo>
                <a:lnTo>
                  <a:pt x="10536" y="3943"/>
                </a:lnTo>
                <a:lnTo>
                  <a:pt x="10536" y="3724"/>
                </a:lnTo>
                <a:lnTo>
                  <a:pt x="10487" y="3505"/>
                </a:lnTo>
                <a:lnTo>
                  <a:pt x="10414" y="3310"/>
                </a:lnTo>
                <a:lnTo>
                  <a:pt x="10293" y="3140"/>
                </a:lnTo>
                <a:lnTo>
                  <a:pt x="10171" y="2994"/>
                </a:lnTo>
                <a:lnTo>
                  <a:pt x="10074" y="2872"/>
                </a:lnTo>
                <a:lnTo>
                  <a:pt x="10025" y="2775"/>
                </a:lnTo>
                <a:lnTo>
                  <a:pt x="10001" y="2653"/>
                </a:lnTo>
                <a:lnTo>
                  <a:pt x="10025" y="2556"/>
                </a:lnTo>
                <a:lnTo>
                  <a:pt x="10074" y="2434"/>
                </a:lnTo>
                <a:lnTo>
                  <a:pt x="10122" y="2337"/>
                </a:lnTo>
                <a:lnTo>
                  <a:pt x="10293" y="2118"/>
                </a:lnTo>
                <a:lnTo>
                  <a:pt x="10414" y="1947"/>
                </a:lnTo>
                <a:lnTo>
                  <a:pt x="10512" y="1753"/>
                </a:lnTo>
                <a:lnTo>
                  <a:pt x="10512" y="1655"/>
                </a:lnTo>
                <a:lnTo>
                  <a:pt x="10536" y="1558"/>
                </a:lnTo>
                <a:lnTo>
                  <a:pt x="10512" y="1461"/>
                </a:lnTo>
                <a:lnTo>
                  <a:pt x="10487" y="1363"/>
                </a:lnTo>
                <a:lnTo>
                  <a:pt x="10463" y="1290"/>
                </a:lnTo>
                <a:lnTo>
                  <a:pt x="10390" y="1266"/>
                </a:lnTo>
                <a:lnTo>
                  <a:pt x="10317" y="1242"/>
                </a:lnTo>
                <a:close/>
                <a:moveTo>
                  <a:pt x="8322" y="1"/>
                </a:moveTo>
                <a:lnTo>
                  <a:pt x="8273" y="49"/>
                </a:lnTo>
                <a:lnTo>
                  <a:pt x="8249" y="98"/>
                </a:lnTo>
                <a:lnTo>
                  <a:pt x="8273" y="171"/>
                </a:lnTo>
                <a:lnTo>
                  <a:pt x="8492" y="512"/>
                </a:lnTo>
                <a:lnTo>
                  <a:pt x="8614" y="682"/>
                </a:lnTo>
                <a:lnTo>
                  <a:pt x="8687" y="877"/>
                </a:lnTo>
                <a:lnTo>
                  <a:pt x="8711" y="1023"/>
                </a:lnTo>
                <a:lnTo>
                  <a:pt x="8735" y="1144"/>
                </a:lnTo>
                <a:lnTo>
                  <a:pt x="8711" y="1266"/>
                </a:lnTo>
                <a:lnTo>
                  <a:pt x="8687" y="1388"/>
                </a:lnTo>
                <a:lnTo>
                  <a:pt x="8614" y="1631"/>
                </a:lnTo>
                <a:lnTo>
                  <a:pt x="8492" y="1850"/>
                </a:lnTo>
                <a:lnTo>
                  <a:pt x="8322" y="2166"/>
                </a:lnTo>
                <a:lnTo>
                  <a:pt x="8249" y="2312"/>
                </a:lnTo>
                <a:lnTo>
                  <a:pt x="8200" y="2458"/>
                </a:lnTo>
                <a:lnTo>
                  <a:pt x="8200" y="2604"/>
                </a:lnTo>
                <a:lnTo>
                  <a:pt x="8200" y="2775"/>
                </a:lnTo>
                <a:lnTo>
                  <a:pt x="8249" y="2921"/>
                </a:lnTo>
                <a:lnTo>
                  <a:pt x="8322" y="3091"/>
                </a:lnTo>
                <a:lnTo>
                  <a:pt x="8419" y="3213"/>
                </a:lnTo>
                <a:lnTo>
                  <a:pt x="8516" y="3334"/>
                </a:lnTo>
                <a:lnTo>
                  <a:pt x="8589" y="3432"/>
                </a:lnTo>
                <a:lnTo>
                  <a:pt x="8638" y="3529"/>
                </a:lnTo>
                <a:lnTo>
                  <a:pt x="8662" y="3651"/>
                </a:lnTo>
                <a:lnTo>
                  <a:pt x="8662" y="3748"/>
                </a:lnTo>
                <a:lnTo>
                  <a:pt x="8638" y="3845"/>
                </a:lnTo>
                <a:lnTo>
                  <a:pt x="8614" y="3967"/>
                </a:lnTo>
                <a:lnTo>
                  <a:pt x="8516" y="4162"/>
                </a:lnTo>
                <a:lnTo>
                  <a:pt x="8297" y="4551"/>
                </a:lnTo>
                <a:lnTo>
                  <a:pt x="8200" y="4746"/>
                </a:lnTo>
                <a:lnTo>
                  <a:pt x="8103" y="4940"/>
                </a:lnTo>
                <a:lnTo>
                  <a:pt x="8054" y="5062"/>
                </a:lnTo>
                <a:lnTo>
                  <a:pt x="8054" y="5208"/>
                </a:lnTo>
                <a:lnTo>
                  <a:pt x="8054" y="5354"/>
                </a:lnTo>
                <a:lnTo>
                  <a:pt x="8078" y="5476"/>
                </a:lnTo>
                <a:lnTo>
                  <a:pt x="8127" y="5622"/>
                </a:lnTo>
                <a:lnTo>
                  <a:pt x="8224" y="5719"/>
                </a:lnTo>
                <a:lnTo>
                  <a:pt x="8297" y="5816"/>
                </a:lnTo>
                <a:lnTo>
                  <a:pt x="8419" y="5889"/>
                </a:lnTo>
                <a:lnTo>
                  <a:pt x="8492" y="5914"/>
                </a:lnTo>
                <a:lnTo>
                  <a:pt x="8565" y="5914"/>
                </a:lnTo>
                <a:lnTo>
                  <a:pt x="8614" y="5889"/>
                </a:lnTo>
                <a:lnTo>
                  <a:pt x="8662" y="5841"/>
                </a:lnTo>
                <a:lnTo>
                  <a:pt x="8711" y="5792"/>
                </a:lnTo>
                <a:lnTo>
                  <a:pt x="8711" y="5719"/>
                </a:lnTo>
                <a:lnTo>
                  <a:pt x="8687" y="5670"/>
                </a:lnTo>
                <a:lnTo>
                  <a:pt x="8662" y="5597"/>
                </a:lnTo>
                <a:lnTo>
                  <a:pt x="8589" y="5476"/>
                </a:lnTo>
                <a:lnTo>
                  <a:pt x="8541" y="5378"/>
                </a:lnTo>
                <a:lnTo>
                  <a:pt x="8516" y="5257"/>
                </a:lnTo>
                <a:lnTo>
                  <a:pt x="8516" y="5159"/>
                </a:lnTo>
                <a:lnTo>
                  <a:pt x="8541" y="5038"/>
                </a:lnTo>
                <a:lnTo>
                  <a:pt x="8565" y="4940"/>
                </a:lnTo>
                <a:lnTo>
                  <a:pt x="8687" y="4721"/>
                </a:lnTo>
                <a:lnTo>
                  <a:pt x="8954" y="4283"/>
                </a:lnTo>
                <a:lnTo>
                  <a:pt x="9076" y="4040"/>
                </a:lnTo>
                <a:lnTo>
                  <a:pt x="9100" y="3943"/>
                </a:lnTo>
                <a:lnTo>
                  <a:pt x="9125" y="3821"/>
                </a:lnTo>
                <a:lnTo>
                  <a:pt x="9125" y="3626"/>
                </a:lnTo>
                <a:lnTo>
                  <a:pt x="9076" y="3480"/>
                </a:lnTo>
                <a:lnTo>
                  <a:pt x="9027" y="3310"/>
                </a:lnTo>
                <a:lnTo>
                  <a:pt x="8930" y="3164"/>
                </a:lnTo>
                <a:lnTo>
                  <a:pt x="8784" y="2921"/>
                </a:lnTo>
                <a:lnTo>
                  <a:pt x="8711" y="2823"/>
                </a:lnTo>
                <a:lnTo>
                  <a:pt x="8662" y="2726"/>
                </a:lnTo>
                <a:lnTo>
                  <a:pt x="8662" y="2604"/>
                </a:lnTo>
                <a:lnTo>
                  <a:pt x="8662" y="2507"/>
                </a:lnTo>
                <a:lnTo>
                  <a:pt x="8711" y="2361"/>
                </a:lnTo>
                <a:lnTo>
                  <a:pt x="8784" y="2215"/>
                </a:lnTo>
                <a:lnTo>
                  <a:pt x="8954" y="1899"/>
                </a:lnTo>
                <a:lnTo>
                  <a:pt x="9076" y="1582"/>
                </a:lnTo>
                <a:lnTo>
                  <a:pt x="9125" y="1436"/>
                </a:lnTo>
                <a:lnTo>
                  <a:pt x="9149" y="1266"/>
                </a:lnTo>
                <a:lnTo>
                  <a:pt x="9149" y="1096"/>
                </a:lnTo>
                <a:lnTo>
                  <a:pt x="9125" y="901"/>
                </a:lnTo>
                <a:lnTo>
                  <a:pt x="9100" y="755"/>
                </a:lnTo>
                <a:lnTo>
                  <a:pt x="9052" y="609"/>
                </a:lnTo>
                <a:lnTo>
                  <a:pt x="8979" y="463"/>
                </a:lnTo>
                <a:lnTo>
                  <a:pt x="8881" y="341"/>
                </a:lnTo>
                <a:lnTo>
                  <a:pt x="8784" y="220"/>
                </a:lnTo>
                <a:lnTo>
                  <a:pt x="8662" y="122"/>
                </a:lnTo>
                <a:lnTo>
                  <a:pt x="8541" y="49"/>
                </a:lnTo>
                <a:lnTo>
                  <a:pt x="8395" y="1"/>
                </a:lnTo>
                <a:close/>
                <a:moveTo>
                  <a:pt x="6497" y="7982"/>
                </a:moveTo>
                <a:lnTo>
                  <a:pt x="6424" y="8079"/>
                </a:lnTo>
                <a:lnTo>
                  <a:pt x="6229" y="8055"/>
                </a:lnTo>
                <a:lnTo>
                  <a:pt x="5791" y="8030"/>
                </a:lnTo>
                <a:lnTo>
                  <a:pt x="6156" y="8006"/>
                </a:lnTo>
                <a:lnTo>
                  <a:pt x="6497" y="7982"/>
                </a:lnTo>
                <a:close/>
                <a:moveTo>
                  <a:pt x="10512" y="6911"/>
                </a:moveTo>
                <a:lnTo>
                  <a:pt x="11242" y="6960"/>
                </a:lnTo>
                <a:lnTo>
                  <a:pt x="11972" y="7009"/>
                </a:lnTo>
                <a:lnTo>
                  <a:pt x="12677" y="7106"/>
                </a:lnTo>
                <a:lnTo>
                  <a:pt x="13407" y="7228"/>
                </a:lnTo>
                <a:lnTo>
                  <a:pt x="14089" y="7374"/>
                </a:lnTo>
                <a:lnTo>
                  <a:pt x="14186" y="7422"/>
                </a:lnTo>
                <a:lnTo>
                  <a:pt x="14259" y="7471"/>
                </a:lnTo>
                <a:lnTo>
                  <a:pt x="14283" y="7520"/>
                </a:lnTo>
                <a:lnTo>
                  <a:pt x="14283" y="7593"/>
                </a:lnTo>
                <a:lnTo>
                  <a:pt x="14259" y="7666"/>
                </a:lnTo>
                <a:lnTo>
                  <a:pt x="14210" y="7714"/>
                </a:lnTo>
                <a:lnTo>
                  <a:pt x="14162" y="7787"/>
                </a:lnTo>
                <a:lnTo>
                  <a:pt x="14089" y="7836"/>
                </a:lnTo>
                <a:lnTo>
                  <a:pt x="13894" y="7909"/>
                </a:lnTo>
                <a:lnTo>
                  <a:pt x="13699" y="7958"/>
                </a:lnTo>
                <a:lnTo>
                  <a:pt x="13310" y="8030"/>
                </a:lnTo>
                <a:lnTo>
                  <a:pt x="12775" y="8079"/>
                </a:lnTo>
                <a:lnTo>
                  <a:pt x="12750" y="8006"/>
                </a:lnTo>
                <a:lnTo>
                  <a:pt x="12677" y="7982"/>
                </a:lnTo>
                <a:lnTo>
                  <a:pt x="12215" y="7860"/>
                </a:lnTo>
                <a:lnTo>
                  <a:pt x="11753" y="7787"/>
                </a:lnTo>
                <a:lnTo>
                  <a:pt x="11290" y="7714"/>
                </a:lnTo>
                <a:lnTo>
                  <a:pt x="10804" y="7666"/>
                </a:lnTo>
                <a:lnTo>
                  <a:pt x="9855" y="7617"/>
                </a:lnTo>
                <a:lnTo>
                  <a:pt x="8906" y="7593"/>
                </a:lnTo>
                <a:lnTo>
                  <a:pt x="7884" y="7593"/>
                </a:lnTo>
                <a:lnTo>
                  <a:pt x="6862" y="7641"/>
                </a:lnTo>
                <a:lnTo>
                  <a:pt x="6424" y="7666"/>
                </a:lnTo>
                <a:lnTo>
                  <a:pt x="5986" y="7714"/>
                </a:lnTo>
                <a:lnTo>
                  <a:pt x="5767" y="7739"/>
                </a:lnTo>
                <a:lnTo>
                  <a:pt x="5548" y="7787"/>
                </a:lnTo>
                <a:lnTo>
                  <a:pt x="5353" y="7860"/>
                </a:lnTo>
                <a:lnTo>
                  <a:pt x="5159" y="7933"/>
                </a:lnTo>
                <a:lnTo>
                  <a:pt x="5159" y="7958"/>
                </a:lnTo>
                <a:lnTo>
                  <a:pt x="5159" y="7982"/>
                </a:lnTo>
                <a:lnTo>
                  <a:pt x="5207" y="8006"/>
                </a:lnTo>
                <a:lnTo>
                  <a:pt x="5207" y="8006"/>
                </a:lnTo>
                <a:lnTo>
                  <a:pt x="4696" y="7958"/>
                </a:lnTo>
                <a:lnTo>
                  <a:pt x="4331" y="7933"/>
                </a:lnTo>
                <a:lnTo>
                  <a:pt x="3869" y="7909"/>
                </a:lnTo>
                <a:lnTo>
                  <a:pt x="3626" y="7860"/>
                </a:lnTo>
                <a:lnTo>
                  <a:pt x="3431" y="7787"/>
                </a:lnTo>
                <a:lnTo>
                  <a:pt x="3334" y="7739"/>
                </a:lnTo>
                <a:lnTo>
                  <a:pt x="3261" y="7666"/>
                </a:lnTo>
                <a:lnTo>
                  <a:pt x="3212" y="7617"/>
                </a:lnTo>
                <a:lnTo>
                  <a:pt x="3163" y="7520"/>
                </a:lnTo>
                <a:lnTo>
                  <a:pt x="3261" y="7471"/>
                </a:lnTo>
                <a:lnTo>
                  <a:pt x="3358" y="7398"/>
                </a:lnTo>
                <a:lnTo>
                  <a:pt x="3577" y="7325"/>
                </a:lnTo>
                <a:lnTo>
                  <a:pt x="3820" y="7301"/>
                </a:lnTo>
                <a:lnTo>
                  <a:pt x="4064" y="7276"/>
                </a:lnTo>
                <a:lnTo>
                  <a:pt x="5548" y="7130"/>
                </a:lnTo>
                <a:lnTo>
                  <a:pt x="6935" y="7009"/>
                </a:lnTo>
                <a:lnTo>
                  <a:pt x="8322" y="6936"/>
                </a:lnTo>
                <a:lnTo>
                  <a:pt x="9052" y="6911"/>
                </a:lnTo>
                <a:close/>
                <a:moveTo>
                  <a:pt x="7032" y="7933"/>
                </a:moveTo>
                <a:lnTo>
                  <a:pt x="6935" y="8079"/>
                </a:lnTo>
                <a:lnTo>
                  <a:pt x="6935" y="8103"/>
                </a:lnTo>
                <a:lnTo>
                  <a:pt x="6765" y="8079"/>
                </a:lnTo>
                <a:lnTo>
                  <a:pt x="6789" y="8030"/>
                </a:lnTo>
                <a:lnTo>
                  <a:pt x="6862" y="7958"/>
                </a:lnTo>
                <a:lnTo>
                  <a:pt x="6862" y="7933"/>
                </a:lnTo>
                <a:close/>
                <a:moveTo>
                  <a:pt x="7519" y="7909"/>
                </a:moveTo>
                <a:lnTo>
                  <a:pt x="7470" y="8006"/>
                </a:lnTo>
                <a:lnTo>
                  <a:pt x="7421" y="8103"/>
                </a:lnTo>
                <a:lnTo>
                  <a:pt x="7275" y="8103"/>
                </a:lnTo>
                <a:lnTo>
                  <a:pt x="7348" y="8006"/>
                </a:lnTo>
                <a:lnTo>
                  <a:pt x="7421" y="7909"/>
                </a:lnTo>
                <a:close/>
                <a:moveTo>
                  <a:pt x="8054" y="7909"/>
                </a:moveTo>
                <a:lnTo>
                  <a:pt x="7981" y="8006"/>
                </a:lnTo>
                <a:lnTo>
                  <a:pt x="7908" y="8103"/>
                </a:lnTo>
                <a:lnTo>
                  <a:pt x="7908" y="8128"/>
                </a:lnTo>
                <a:lnTo>
                  <a:pt x="7665" y="8128"/>
                </a:lnTo>
                <a:lnTo>
                  <a:pt x="7689" y="8030"/>
                </a:lnTo>
                <a:lnTo>
                  <a:pt x="7786" y="7909"/>
                </a:lnTo>
                <a:close/>
                <a:moveTo>
                  <a:pt x="8468" y="7909"/>
                </a:moveTo>
                <a:lnTo>
                  <a:pt x="8395" y="8006"/>
                </a:lnTo>
                <a:lnTo>
                  <a:pt x="8322" y="8128"/>
                </a:lnTo>
                <a:lnTo>
                  <a:pt x="8224" y="8128"/>
                </a:lnTo>
                <a:lnTo>
                  <a:pt x="8322" y="7909"/>
                </a:lnTo>
                <a:close/>
                <a:moveTo>
                  <a:pt x="8784" y="7909"/>
                </a:moveTo>
                <a:lnTo>
                  <a:pt x="8662" y="8128"/>
                </a:lnTo>
                <a:lnTo>
                  <a:pt x="8541" y="8128"/>
                </a:lnTo>
                <a:lnTo>
                  <a:pt x="8589" y="7909"/>
                </a:lnTo>
                <a:close/>
                <a:moveTo>
                  <a:pt x="10171" y="7958"/>
                </a:moveTo>
                <a:lnTo>
                  <a:pt x="10122" y="8006"/>
                </a:lnTo>
                <a:lnTo>
                  <a:pt x="10001" y="8128"/>
                </a:lnTo>
                <a:lnTo>
                  <a:pt x="9976" y="8128"/>
                </a:lnTo>
                <a:lnTo>
                  <a:pt x="10049" y="7958"/>
                </a:lnTo>
                <a:close/>
                <a:moveTo>
                  <a:pt x="10414" y="7982"/>
                </a:moveTo>
                <a:lnTo>
                  <a:pt x="10585" y="8006"/>
                </a:lnTo>
                <a:lnTo>
                  <a:pt x="10585" y="8055"/>
                </a:lnTo>
                <a:lnTo>
                  <a:pt x="10560" y="8128"/>
                </a:lnTo>
                <a:lnTo>
                  <a:pt x="10341" y="8128"/>
                </a:lnTo>
                <a:lnTo>
                  <a:pt x="10414" y="7982"/>
                </a:lnTo>
                <a:close/>
                <a:moveTo>
                  <a:pt x="10779" y="8006"/>
                </a:moveTo>
                <a:lnTo>
                  <a:pt x="11485" y="8103"/>
                </a:lnTo>
                <a:lnTo>
                  <a:pt x="10804" y="8128"/>
                </a:lnTo>
                <a:lnTo>
                  <a:pt x="10779" y="8055"/>
                </a:lnTo>
                <a:lnTo>
                  <a:pt x="10779" y="8006"/>
                </a:lnTo>
                <a:close/>
                <a:moveTo>
                  <a:pt x="9319" y="7909"/>
                </a:moveTo>
                <a:lnTo>
                  <a:pt x="9222" y="8030"/>
                </a:lnTo>
                <a:lnTo>
                  <a:pt x="9125" y="8152"/>
                </a:lnTo>
                <a:lnTo>
                  <a:pt x="8979" y="8152"/>
                </a:lnTo>
                <a:lnTo>
                  <a:pt x="9027" y="7909"/>
                </a:lnTo>
                <a:close/>
                <a:moveTo>
                  <a:pt x="9417" y="7909"/>
                </a:moveTo>
                <a:lnTo>
                  <a:pt x="9952" y="7958"/>
                </a:lnTo>
                <a:lnTo>
                  <a:pt x="9855" y="8103"/>
                </a:lnTo>
                <a:lnTo>
                  <a:pt x="9855" y="8128"/>
                </a:lnTo>
                <a:lnTo>
                  <a:pt x="9611" y="8128"/>
                </a:lnTo>
                <a:lnTo>
                  <a:pt x="9660" y="8030"/>
                </a:lnTo>
                <a:lnTo>
                  <a:pt x="9660" y="7982"/>
                </a:lnTo>
                <a:lnTo>
                  <a:pt x="9636" y="7958"/>
                </a:lnTo>
                <a:lnTo>
                  <a:pt x="9611" y="7933"/>
                </a:lnTo>
                <a:lnTo>
                  <a:pt x="9563" y="7958"/>
                </a:lnTo>
                <a:lnTo>
                  <a:pt x="9441" y="8103"/>
                </a:lnTo>
                <a:lnTo>
                  <a:pt x="9417" y="8152"/>
                </a:lnTo>
                <a:lnTo>
                  <a:pt x="9344" y="8152"/>
                </a:lnTo>
                <a:lnTo>
                  <a:pt x="9417" y="7933"/>
                </a:lnTo>
                <a:lnTo>
                  <a:pt x="9417" y="7909"/>
                </a:lnTo>
                <a:close/>
                <a:moveTo>
                  <a:pt x="1874" y="8955"/>
                </a:moveTo>
                <a:lnTo>
                  <a:pt x="2117" y="9004"/>
                </a:lnTo>
                <a:lnTo>
                  <a:pt x="2360" y="9052"/>
                </a:lnTo>
                <a:lnTo>
                  <a:pt x="2604" y="9052"/>
                </a:lnTo>
                <a:lnTo>
                  <a:pt x="2823" y="10342"/>
                </a:lnTo>
                <a:lnTo>
                  <a:pt x="3115" y="11607"/>
                </a:lnTo>
                <a:lnTo>
                  <a:pt x="3309" y="12362"/>
                </a:lnTo>
                <a:lnTo>
                  <a:pt x="3309" y="12362"/>
                </a:lnTo>
                <a:lnTo>
                  <a:pt x="3163" y="12167"/>
                </a:lnTo>
                <a:lnTo>
                  <a:pt x="2993" y="11997"/>
                </a:lnTo>
                <a:lnTo>
                  <a:pt x="2823" y="11826"/>
                </a:lnTo>
                <a:lnTo>
                  <a:pt x="2628" y="11656"/>
                </a:lnTo>
                <a:lnTo>
                  <a:pt x="2385" y="11486"/>
                </a:lnTo>
                <a:lnTo>
                  <a:pt x="2117" y="11315"/>
                </a:lnTo>
                <a:lnTo>
                  <a:pt x="1825" y="11145"/>
                </a:lnTo>
                <a:lnTo>
                  <a:pt x="1557" y="10950"/>
                </a:lnTo>
                <a:lnTo>
                  <a:pt x="1338" y="10731"/>
                </a:lnTo>
                <a:lnTo>
                  <a:pt x="1217" y="10610"/>
                </a:lnTo>
                <a:lnTo>
                  <a:pt x="1144" y="10464"/>
                </a:lnTo>
                <a:lnTo>
                  <a:pt x="1071" y="10342"/>
                </a:lnTo>
                <a:lnTo>
                  <a:pt x="998" y="10196"/>
                </a:lnTo>
                <a:lnTo>
                  <a:pt x="973" y="10050"/>
                </a:lnTo>
                <a:lnTo>
                  <a:pt x="949" y="9880"/>
                </a:lnTo>
                <a:lnTo>
                  <a:pt x="949" y="9734"/>
                </a:lnTo>
                <a:lnTo>
                  <a:pt x="998" y="9563"/>
                </a:lnTo>
                <a:lnTo>
                  <a:pt x="1046" y="9442"/>
                </a:lnTo>
                <a:lnTo>
                  <a:pt x="1119" y="9320"/>
                </a:lnTo>
                <a:lnTo>
                  <a:pt x="1241" y="9198"/>
                </a:lnTo>
                <a:lnTo>
                  <a:pt x="1338" y="9101"/>
                </a:lnTo>
                <a:lnTo>
                  <a:pt x="1484" y="9028"/>
                </a:lnTo>
                <a:lnTo>
                  <a:pt x="1630" y="8979"/>
                </a:lnTo>
                <a:lnTo>
                  <a:pt x="1752" y="8955"/>
                </a:lnTo>
                <a:close/>
                <a:moveTo>
                  <a:pt x="14137" y="15525"/>
                </a:moveTo>
                <a:lnTo>
                  <a:pt x="14405" y="15598"/>
                </a:lnTo>
                <a:lnTo>
                  <a:pt x="14405" y="15720"/>
                </a:lnTo>
                <a:lnTo>
                  <a:pt x="14405" y="15841"/>
                </a:lnTo>
                <a:lnTo>
                  <a:pt x="14381" y="15939"/>
                </a:lnTo>
                <a:lnTo>
                  <a:pt x="14356" y="16012"/>
                </a:lnTo>
                <a:lnTo>
                  <a:pt x="14283" y="16060"/>
                </a:lnTo>
                <a:lnTo>
                  <a:pt x="14235" y="16085"/>
                </a:lnTo>
                <a:lnTo>
                  <a:pt x="14137" y="16109"/>
                </a:lnTo>
                <a:lnTo>
                  <a:pt x="14040" y="16109"/>
                </a:lnTo>
                <a:lnTo>
                  <a:pt x="13529" y="16133"/>
                </a:lnTo>
                <a:lnTo>
                  <a:pt x="13018" y="16133"/>
                </a:lnTo>
                <a:lnTo>
                  <a:pt x="13213" y="15866"/>
                </a:lnTo>
                <a:lnTo>
                  <a:pt x="13383" y="15549"/>
                </a:lnTo>
                <a:lnTo>
                  <a:pt x="13797" y="15549"/>
                </a:lnTo>
                <a:lnTo>
                  <a:pt x="14137" y="15525"/>
                </a:lnTo>
                <a:close/>
                <a:moveTo>
                  <a:pt x="4623" y="15379"/>
                </a:moveTo>
                <a:lnTo>
                  <a:pt x="4891" y="15768"/>
                </a:lnTo>
                <a:lnTo>
                  <a:pt x="5183" y="16157"/>
                </a:lnTo>
                <a:lnTo>
                  <a:pt x="5183" y="16157"/>
                </a:lnTo>
                <a:lnTo>
                  <a:pt x="3796" y="16085"/>
                </a:lnTo>
                <a:lnTo>
                  <a:pt x="3674" y="16109"/>
                </a:lnTo>
                <a:lnTo>
                  <a:pt x="3577" y="16060"/>
                </a:lnTo>
                <a:lnTo>
                  <a:pt x="3504" y="15987"/>
                </a:lnTo>
                <a:lnTo>
                  <a:pt x="3455" y="15841"/>
                </a:lnTo>
                <a:lnTo>
                  <a:pt x="3772" y="15695"/>
                </a:lnTo>
                <a:lnTo>
                  <a:pt x="4185" y="15525"/>
                </a:lnTo>
                <a:lnTo>
                  <a:pt x="4623" y="15379"/>
                </a:lnTo>
                <a:close/>
                <a:moveTo>
                  <a:pt x="3017" y="7982"/>
                </a:moveTo>
                <a:lnTo>
                  <a:pt x="3163" y="8079"/>
                </a:lnTo>
                <a:lnTo>
                  <a:pt x="3309" y="8152"/>
                </a:lnTo>
                <a:lnTo>
                  <a:pt x="3480" y="8201"/>
                </a:lnTo>
                <a:lnTo>
                  <a:pt x="3650" y="8249"/>
                </a:lnTo>
                <a:lnTo>
                  <a:pt x="3991" y="8298"/>
                </a:lnTo>
                <a:lnTo>
                  <a:pt x="4331" y="8322"/>
                </a:lnTo>
                <a:lnTo>
                  <a:pt x="5329" y="8420"/>
                </a:lnTo>
                <a:lnTo>
                  <a:pt x="6302" y="8493"/>
                </a:lnTo>
                <a:lnTo>
                  <a:pt x="7300" y="8541"/>
                </a:lnTo>
                <a:lnTo>
                  <a:pt x="8297" y="8566"/>
                </a:lnTo>
                <a:lnTo>
                  <a:pt x="10293" y="8566"/>
                </a:lnTo>
                <a:lnTo>
                  <a:pt x="12288" y="8517"/>
                </a:lnTo>
                <a:lnTo>
                  <a:pt x="13067" y="8493"/>
                </a:lnTo>
                <a:lnTo>
                  <a:pt x="13432" y="8468"/>
                </a:lnTo>
                <a:lnTo>
                  <a:pt x="13821" y="8395"/>
                </a:lnTo>
                <a:lnTo>
                  <a:pt x="14016" y="8347"/>
                </a:lnTo>
                <a:lnTo>
                  <a:pt x="14235" y="8249"/>
                </a:lnTo>
                <a:lnTo>
                  <a:pt x="14454" y="8152"/>
                </a:lnTo>
                <a:lnTo>
                  <a:pt x="14648" y="8006"/>
                </a:lnTo>
                <a:lnTo>
                  <a:pt x="14648" y="8931"/>
                </a:lnTo>
                <a:lnTo>
                  <a:pt x="14478" y="8931"/>
                </a:lnTo>
                <a:lnTo>
                  <a:pt x="14308" y="8955"/>
                </a:lnTo>
                <a:lnTo>
                  <a:pt x="13943" y="9052"/>
                </a:lnTo>
                <a:lnTo>
                  <a:pt x="13334" y="9174"/>
                </a:lnTo>
                <a:lnTo>
                  <a:pt x="12726" y="9247"/>
                </a:lnTo>
                <a:lnTo>
                  <a:pt x="12458" y="9271"/>
                </a:lnTo>
                <a:lnTo>
                  <a:pt x="12191" y="9271"/>
                </a:lnTo>
                <a:lnTo>
                  <a:pt x="11655" y="9247"/>
                </a:lnTo>
                <a:lnTo>
                  <a:pt x="10585" y="9247"/>
                </a:lnTo>
                <a:lnTo>
                  <a:pt x="10536" y="9271"/>
                </a:lnTo>
                <a:lnTo>
                  <a:pt x="10536" y="9296"/>
                </a:lnTo>
                <a:lnTo>
                  <a:pt x="10536" y="9344"/>
                </a:lnTo>
                <a:lnTo>
                  <a:pt x="10560" y="9369"/>
                </a:lnTo>
                <a:lnTo>
                  <a:pt x="10828" y="9442"/>
                </a:lnTo>
                <a:lnTo>
                  <a:pt x="11096" y="9490"/>
                </a:lnTo>
                <a:lnTo>
                  <a:pt x="11363" y="9539"/>
                </a:lnTo>
                <a:lnTo>
                  <a:pt x="11631" y="9563"/>
                </a:lnTo>
                <a:lnTo>
                  <a:pt x="12191" y="9539"/>
                </a:lnTo>
                <a:lnTo>
                  <a:pt x="12726" y="9515"/>
                </a:lnTo>
                <a:lnTo>
                  <a:pt x="13213" y="9490"/>
                </a:lnTo>
                <a:lnTo>
                  <a:pt x="13724" y="9417"/>
                </a:lnTo>
                <a:lnTo>
                  <a:pt x="13967" y="9369"/>
                </a:lnTo>
                <a:lnTo>
                  <a:pt x="14210" y="9320"/>
                </a:lnTo>
                <a:lnTo>
                  <a:pt x="14429" y="9223"/>
                </a:lnTo>
                <a:lnTo>
                  <a:pt x="14648" y="9125"/>
                </a:lnTo>
                <a:lnTo>
                  <a:pt x="14648" y="9125"/>
                </a:lnTo>
                <a:lnTo>
                  <a:pt x="14600" y="9612"/>
                </a:lnTo>
                <a:lnTo>
                  <a:pt x="13748" y="9855"/>
                </a:lnTo>
                <a:lnTo>
                  <a:pt x="13310" y="9977"/>
                </a:lnTo>
                <a:lnTo>
                  <a:pt x="12872" y="10050"/>
                </a:lnTo>
                <a:lnTo>
                  <a:pt x="12410" y="10050"/>
                </a:lnTo>
                <a:lnTo>
                  <a:pt x="11947" y="10026"/>
                </a:lnTo>
                <a:lnTo>
                  <a:pt x="11485" y="9977"/>
                </a:lnTo>
                <a:lnTo>
                  <a:pt x="11266" y="9977"/>
                </a:lnTo>
                <a:lnTo>
                  <a:pt x="11047" y="10001"/>
                </a:lnTo>
                <a:lnTo>
                  <a:pt x="10974" y="10026"/>
                </a:lnTo>
                <a:lnTo>
                  <a:pt x="10950" y="10074"/>
                </a:lnTo>
                <a:lnTo>
                  <a:pt x="10950" y="10123"/>
                </a:lnTo>
                <a:lnTo>
                  <a:pt x="10998" y="10172"/>
                </a:lnTo>
                <a:lnTo>
                  <a:pt x="11217" y="10293"/>
                </a:lnTo>
                <a:lnTo>
                  <a:pt x="11461" y="10366"/>
                </a:lnTo>
                <a:lnTo>
                  <a:pt x="11704" y="10439"/>
                </a:lnTo>
                <a:lnTo>
                  <a:pt x="11996" y="10464"/>
                </a:lnTo>
                <a:lnTo>
                  <a:pt x="12264" y="10464"/>
                </a:lnTo>
                <a:lnTo>
                  <a:pt x="12531" y="10439"/>
                </a:lnTo>
                <a:lnTo>
                  <a:pt x="13042" y="10415"/>
                </a:lnTo>
                <a:lnTo>
                  <a:pt x="13432" y="10342"/>
                </a:lnTo>
                <a:lnTo>
                  <a:pt x="13821" y="10269"/>
                </a:lnTo>
                <a:lnTo>
                  <a:pt x="14210" y="10123"/>
                </a:lnTo>
                <a:lnTo>
                  <a:pt x="14551" y="9953"/>
                </a:lnTo>
                <a:lnTo>
                  <a:pt x="14551" y="10074"/>
                </a:lnTo>
                <a:lnTo>
                  <a:pt x="14454" y="10537"/>
                </a:lnTo>
                <a:lnTo>
                  <a:pt x="14113" y="10585"/>
                </a:lnTo>
                <a:lnTo>
                  <a:pt x="13772" y="10658"/>
                </a:lnTo>
                <a:lnTo>
                  <a:pt x="13456" y="10756"/>
                </a:lnTo>
                <a:lnTo>
                  <a:pt x="13140" y="10829"/>
                </a:lnTo>
                <a:lnTo>
                  <a:pt x="12702" y="10853"/>
                </a:lnTo>
                <a:lnTo>
                  <a:pt x="12264" y="10902"/>
                </a:lnTo>
                <a:lnTo>
                  <a:pt x="11826" y="10950"/>
                </a:lnTo>
                <a:lnTo>
                  <a:pt x="11607" y="10999"/>
                </a:lnTo>
                <a:lnTo>
                  <a:pt x="11412" y="11072"/>
                </a:lnTo>
                <a:lnTo>
                  <a:pt x="11388" y="11096"/>
                </a:lnTo>
                <a:lnTo>
                  <a:pt x="11412" y="11121"/>
                </a:lnTo>
                <a:lnTo>
                  <a:pt x="11607" y="11218"/>
                </a:lnTo>
                <a:lnTo>
                  <a:pt x="11826" y="11267"/>
                </a:lnTo>
                <a:lnTo>
                  <a:pt x="12045" y="11291"/>
                </a:lnTo>
                <a:lnTo>
                  <a:pt x="12288" y="11291"/>
                </a:lnTo>
                <a:lnTo>
                  <a:pt x="12750" y="11242"/>
                </a:lnTo>
                <a:lnTo>
                  <a:pt x="13188" y="11194"/>
                </a:lnTo>
                <a:lnTo>
                  <a:pt x="13748" y="11121"/>
                </a:lnTo>
                <a:lnTo>
                  <a:pt x="14064" y="11048"/>
                </a:lnTo>
                <a:lnTo>
                  <a:pt x="14356" y="10950"/>
                </a:lnTo>
                <a:lnTo>
                  <a:pt x="14162" y="11729"/>
                </a:lnTo>
                <a:lnTo>
                  <a:pt x="13845" y="11753"/>
                </a:lnTo>
                <a:lnTo>
                  <a:pt x="13553" y="11778"/>
                </a:lnTo>
                <a:lnTo>
                  <a:pt x="12921" y="11875"/>
                </a:lnTo>
                <a:lnTo>
                  <a:pt x="12653" y="11875"/>
                </a:lnTo>
                <a:lnTo>
                  <a:pt x="12337" y="11899"/>
                </a:lnTo>
                <a:lnTo>
                  <a:pt x="12191" y="11899"/>
                </a:lnTo>
                <a:lnTo>
                  <a:pt x="12069" y="11948"/>
                </a:lnTo>
                <a:lnTo>
                  <a:pt x="11923" y="11997"/>
                </a:lnTo>
                <a:lnTo>
                  <a:pt x="11801" y="12070"/>
                </a:lnTo>
                <a:lnTo>
                  <a:pt x="11801" y="12094"/>
                </a:lnTo>
                <a:lnTo>
                  <a:pt x="11801" y="12118"/>
                </a:lnTo>
                <a:lnTo>
                  <a:pt x="11923" y="12191"/>
                </a:lnTo>
                <a:lnTo>
                  <a:pt x="12069" y="12240"/>
                </a:lnTo>
                <a:lnTo>
                  <a:pt x="12191" y="12264"/>
                </a:lnTo>
                <a:lnTo>
                  <a:pt x="12653" y="12264"/>
                </a:lnTo>
                <a:lnTo>
                  <a:pt x="12921" y="12216"/>
                </a:lnTo>
                <a:lnTo>
                  <a:pt x="13505" y="12167"/>
                </a:lnTo>
                <a:lnTo>
                  <a:pt x="13772" y="12143"/>
                </a:lnTo>
                <a:lnTo>
                  <a:pt x="14064" y="12070"/>
                </a:lnTo>
                <a:lnTo>
                  <a:pt x="14064" y="12070"/>
                </a:lnTo>
                <a:lnTo>
                  <a:pt x="13943" y="12483"/>
                </a:lnTo>
                <a:lnTo>
                  <a:pt x="13845" y="12848"/>
                </a:lnTo>
                <a:lnTo>
                  <a:pt x="13724" y="12800"/>
                </a:lnTo>
                <a:lnTo>
                  <a:pt x="13626" y="12775"/>
                </a:lnTo>
                <a:lnTo>
                  <a:pt x="13383" y="12775"/>
                </a:lnTo>
                <a:lnTo>
                  <a:pt x="12896" y="12848"/>
                </a:lnTo>
                <a:lnTo>
                  <a:pt x="12337" y="12897"/>
                </a:lnTo>
                <a:lnTo>
                  <a:pt x="12069" y="12946"/>
                </a:lnTo>
                <a:lnTo>
                  <a:pt x="11777" y="13043"/>
                </a:lnTo>
                <a:lnTo>
                  <a:pt x="11753" y="13067"/>
                </a:lnTo>
                <a:lnTo>
                  <a:pt x="11753" y="13116"/>
                </a:lnTo>
                <a:lnTo>
                  <a:pt x="11777" y="13165"/>
                </a:lnTo>
                <a:lnTo>
                  <a:pt x="11801" y="13189"/>
                </a:lnTo>
                <a:lnTo>
                  <a:pt x="12069" y="13238"/>
                </a:lnTo>
                <a:lnTo>
                  <a:pt x="12361" y="13238"/>
                </a:lnTo>
                <a:lnTo>
                  <a:pt x="12896" y="13213"/>
                </a:lnTo>
                <a:lnTo>
                  <a:pt x="13334" y="13189"/>
                </a:lnTo>
                <a:lnTo>
                  <a:pt x="13578" y="13165"/>
                </a:lnTo>
                <a:lnTo>
                  <a:pt x="13675" y="13140"/>
                </a:lnTo>
                <a:lnTo>
                  <a:pt x="13772" y="13092"/>
                </a:lnTo>
                <a:lnTo>
                  <a:pt x="13772" y="13092"/>
                </a:lnTo>
                <a:lnTo>
                  <a:pt x="13505" y="13870"/>
                </a:lnTo>
                <a:lnTo>
                  <a:pt x="13310" y="13870"/>
                </a:lnTo>
                <a:lnTo>
                  <a:pt x="13115" y="13895"/>
                </a:lnTo>
                <a:lnTo>
                  <a:pt x="12896" y="13919"/>
                </a:lnTo>
                <a:lnTo>
                  <a:pt x="12702" y="13943"/>
                </a:lnTo>
                <a:lnTo>
                  <a:pt x="12483" y="13943"/>
                </a:lnTo>
                <a:lnTo>
                  <a:pt x="12239" y="13919"/>
                </a:lnTo>
                <a:lnTo>
                  <a:pt x="11777" y="13870"/>
                </a:lnTo>
                <a:lnTo>
                  <a:pt x="11753" y="13895"/>
                </a:lnTo>
                <a:lnTo>
                  <a:pt x="11753" y="13919"/>
                </a:lnTo>
                <a:lnTo>
                  <a:pt x="11947" y="14041"/>
                </a:lnTo>
                <a:lnTo>
                  <a:pt x="12142" y="14138"/>
                </a:lnTo>
                <a:lnTo>
                  <a:pt x="12361" y="14187"/>
                </a:lnTo>
                <a:lnTo>
                  <a:pt x="12604" y="14211"/>
                </a:lnTo>
                <a:lnTo>
                  <a:pt x="12775" y="14235"/>
                </a:lnTo>
                <a:lnTo>
                  <a:pt x="13188" y="14235"/>
                </a:lnTo>
                <a:lnTo>
                  <a:pt x="13383" y="14187"/>
                </a:lnTo>
                <a:lnTo>
                  <a:pt x="13383" y="14187"/>
                </a:lnTo>
                <a:lnTo>
                  <a:pt x="13286" y="14430"/>
                </a:lnTo>
                <a:lnTo>
                  <a:pt x="13261" y="14454"/>
                </a:lnTo>
                <a:lnTo>
                  <a:pt x="13237" y="14479"/>
                </a:lnTo>
                <a:lnTo>
                  <a:pt x="13213" y="14576"/>
                </a:lnTo>
                <a:lnTo>
                  <a:pt x="13140" y="14527"/>
                </a:lnTo>
                <a:lnTo>
                  <a:pt x="12872" y="14527"/>
                </a:lnTo>
                <a:lnTo>
                  <a:pt x="12507" y="14552"/>
                </a:lnTo>
                <a:lnTo>
                  <a:pt x="12288" y="14552"/>
                </a:lnTo>
                <a:lnTo>
                  <a:pt x="12069" y="14503"/>
                </a:lnTo>
                <a:lnTo>
                  <a:pt x="11850" y="14479"/>
                </a:lnTo>
                <a:lnTo>
                  <a:pt x="11631" y="14454"/>
                </a:lnTo>
                <a:lnTo>
                  <a:pt x="11582" y="14479"/>
                </a:lnTo>
                <a:lnTo>
                  <a:pt x="11558" y="14503"/>
                </a:lnTo>
                <a:lnTo>
                  <a:pt x="11558" y="14552"/>
                </a:lnTo>
                <a:lnTo>
                  <a:pt x="11582" y="14600"/>
                </a:lnTo>
                <a:lnTo>
                  <a:pt x="11655" y="14673"/>
                </a:lnTo>
                <a:lnTo>
                  <a:pt x="11753" y="14746"/>
                </a:lnTo>
                <a:lnTo>
                  <a:pt x="11947" y="14844"/>
                </a:lnTo>
                <a:lnTo>
                  <a:pt x="12166" y="14917"/>
                </a:lnTo>
                <a:lnTo>
                  <a:pt x="12410" y="14941"/>
                </a:lnTo>
                <a:lnTo>
                  <a:pt x="12750" y="14941"/>
                </a:lnTo>
                <a:lnTo>
                  <a:pt x="12945" y="14892"/>
                </a:lnTo>
                <a:lnTo>
                  <a:pt x="13115" y="14819"/>
                </a:lnTo>
                <a:lnTo>
                  <a:pt x="12872" y="15257"/>
                </a:lnTo>
                <a:lnTo>
                  <a:pt x="12750" y="15233"/>
                </a:lnTo>
                <a:lnTo>
                  <a:pt x="12629" y="15257"/>
                </a:lnTo>
                <a:lnTo>
                  <a:pt x="12385" y="15257"/>
                </a:lnTo>
                <a:lnTo>
                  <a:pt x="12191" y="15233"/>
                </a:lnTo>
                <a:lnTo>
                  <a:pt x="11996" y="15209"/>
                </a:lnTo>
                <a:lnTo>
                  <a:pt x="11801" y="15184"/>
                </a:lnTo>
                <a:lnTo>
                  <a:pt x="11631" y="15184"/>
                </a:lnTo>
                <a:lnTo>
                  <a:pt x="11582" y="15209"/>
                </a:lnTo>
                <a:lnTo>
                  <a:pt x="11607" y="15257"/>
                </a:lnTo>
                <a:lnTo>
                  <a:pt x="11655" y="15330"/>
                </a:lnTo>
                <a:lnTo>
                  <a:pt x="11728" y="15403"/>
                </a:lnTo>
                <a:lnTo>
                  <a:pt x="11801" y="15476"/>
                </a:lnTo>
                <a:lnTo>
                  <a:pt x="11899" y="15525"/>
                </a:lnTo>
                <a:lnTo>
                  <a:pt x="12093" y="15574"/>
                </a:lnTo>
                <a:lnTo>
                  <a:pt x="12288" y="15598"/>
                </a:lnTo>
                <a:lnTo>
                  <a:pt x="12458" y="15622"/>
                </a:lnTo>
                <a:lnTo>
                  <a:pt x="12653" y="15622"/>
                </a:lnTo>
                <a:lnTo>
                  <a:pt x="12458" y="15890"/>
                </a:lnTo>
                <a:lnTo>
                  <a:pt x="12264" y="15866"/>
                </a:lnTo>
                <a:lnTo>
                  <a:pt x="12045" y="15890"/>
                </a:lnTo>
                <a:lnTo>
                  <a:pt x="11826" y="15866"/>
                </a:lnTo>
                <a:lnTo>
                  <a:pt x="11631" y="15841"/>
                </a:lnTo>
                <a:lnTo>
                  <a:pt x="11558" y="15841"/>
                </a:lnTo>
                <a:lnTo>
                  <a:pt x="11461" y="15890"/>
                </a:lnTo>
                <a:lnTo>
                  <a:pt x="11509" y="15987"/>
                </a:lnTo>
                <a:lnTo>
                  <a:pt x="11607" y="16060"/>
                </a:lnTo>
                <a:lnTo>
                  <a:pt x="11728" y="16133"/>
                </a:lnTo>
                <a:lnTo>
                  <a:pt x="11850" y="16157"/>
                </a:lnTo>
                <a:lnTo>
                  <a:pt x="8930" y="16206"/>
                </a:lnTo>
                <a:lnTo>
                  <a:pt x="7324" y="16206"/>
                </a:lnTo>
                <a:lnTo>
                  <a:pt x="5694" y="16182"/>
                </a:lnTo>
                <a:lnTo>
                  <a:pt x="5718" y="16109"/>
                </a:lnTo>
                <a:lnTo>
                  <a:pt x="5718" y="16036"/>
                </a:lnTo>
                <a:lnTo>
                  <a:pt x="5694" y="15963"/>
                </a:lnTo>
                <a:lnTo>
                  <a:pt x="5645" y="15890"/>
                </a:lnTo>
                <a:lnTo>
                  <a:pt x="5305" y="15428"/>
                </a:lnTo>
                <a:lnTo>
                  <a:pt x="5013" y="14965"/>
                </a:lnTo>
                <a:lnTo>
                  <a:pt x="4721" y="14454"/>
                </a:lnTo>
                <a:lnTo>
                  <a:pt x="4477" y="13968"/>
                </a:lnTo>
                <a:lnTo>
                  <a:pt x="4258" y="13432"/>
                </a:lnTo>
                <a:lnTo>
                  <a:pt x="4064" y="12897"/>
                </a:lnTo>
                <a:lnTo>
                  <a:pt x="3869" y="12362"/>
                </a:lnTo>
                <a:lnTo>
                  <a:pt x="3723" y="11826"/>
                </a:lnTo>
                <a:lnTo>
                  <a:pt x="3553" y="11267"/>
                </a:lnTo>
                <a:lnTo>
                  <a:pt x="3431" y="10683"/>
                </a:lnTo>
                <a:lnTo>
                  <a:pt x="3163" y="9539"/>
                </a:lnTo>
                <a:lnTo>
                  <a:pt x="3090" y="9125"/>
                </a:lnTo>
                <a:lnTo>
                  <a:pt x="3042" y="8736"/>
                </a:lnTo>
                <a:lnTo>
                  <a:pt x="3017" y="8371"/>
                </a:lnTo>
                <a:lnTo>
                  <a:pt x="3017" y="7982"/>
                </a:lnTo>
                <a:close/>
                <a:moveTo>
                  <a:pt x="4258" y="14746"/>
                </a:moveTo>
                <a:lnTo>
                  <a:pt x="4502" y="15209"/>
                </a:lnTo>
                <a:lnTo>
                  <a:pt x="4064" y="15257"/>
                </a:lnTo>
                <a:lnTo>
                  <a:pt x="3626" y="15379"/>
                </a:lnTo>
                <a:lnTo>
                  <a:pt x="3455" y="15428"/>
                </a:lnTo>
                <a:lnTo>
                  <a:pt x="3285" y="15501"/>
                </a:lnTo>
                <a:lnTo>
                  <a:pt x="3115" y="15622"/>
                </a:lnTo>
                <a:lnTo>
                  <a:pt x="3042" y="15671"/>
                </a:lnTo>
                <a:lnTo>
                  <a:pt x="2993" y="15744"/>
                </a:lnTo>
                <a:lnTo>
                  <a:pt x="2944" y="15914"/>
                </a:lnTo>
                <a:lnTo>
                  <a:pt x="2944" y="16060"/>
                </a:lnTo>
                <a:lnTo>
                  <a:pt x="2993" y="16182"/>
                </a:lnTo>
                <a:lnTo>
                  <a:pt x="3066" y="16279"/>
                </a:lnTo>
                <a:lnTo>
                  <a:pt x="3163" y="16352"/>
                </a:lnTo>
                <a:lnTo>
                  <a:pt x="3309" y="16401"/>
                </a:lnTo>
                <a:lnTo>
                  <a:pt x="3455" y="16449"/>
                </a:lnTo>
                <a:lnTo>
                  <a:pt x="3601" y="16474"/>
                </a:lnTo>
                <a:lnTo>
                  <a:pt x="4283" y="16547"/>
                </a:lnTo>
                <a:lnTo>
                  <a:pt x="4988" y="16571"/>
                </a:lnTo>
                <a:lnTo>
                  <a:pt x="6375" y="16620"/>
                </a:lnTo>
                <a:lnTo>
                  <a:pt x="9125" y="16620"/>
                </a:lnTo>
                <a:lnTo>
                  <a:pt x="11801" y="16571"/>
                </a:lnTo>
                <a:lnTo>
                  <a:pt x="13018" y="16571"/>
                </a:lnTo>
                <a:lnTo>
                  <a:pt x="13626" y="16547"/>
                </a:lnTo>
                <a:lnTo>
                  <a:pt x="13943" y="16522"/>
                </a:lnTo>
                <a:lnTo>
                  <a:pt x="14235" y="16498"/>
                </a:lnTo>
                <a:lnTo>
                  <a:pt x="14381" y="16449"/>
                </a:lnTo>
                <a:lnTo>
                  <a:pt x="14527" y="16376"/>
                </a:lnTo>
                <a:lnTo>
                  <a:pt x="14673" y="16303"/>
                </a:lnTo>
                <a:lnTo>
                  <a:pt x="14819" y="16182"/>
                </a:lnTo>
                <a:lnTo>
                  <a:pt x="14916" y="16060"/>
                </a:lnTo>
                <a:lnTo>
                  <a:pt x="14965" y="15914"/>
                </a:lnTo>
                <a:lnTo>
                  <a:pt x="14965" y="15841"/>
                </a:lnTo>
                <a:lnTo>
                  <a:pt x="14965" y="15744"/>
                </a:lnTo>
                <a:lnTo>
                  <a:pt x="14940" y="15671"/>
                </a:lnTo>
                <a:lnTo>
                  <a:pt x="14916" y="15574"/>
                </a:lnTo>
                <a:lnTo>
                  <a:pt x="14794" y="15403"/>
                </a:lnTo>
                <a:lnTo>
                  <a:pt x="14648" y="15282"/>
                </a:lnTo>
                <a:lnTo>
                  <a:pt x="14478" y="15209"/>
                </a:lnTo>
                <a:lnTo>
                  <a:pt x="14308" y="15184"/>
                </a:lnTo>
                <a:lnTo>
                  <a:pt x="14137" y="15160"/>
                </a:lnTo>
                <a:lnTo>
                  <a:pt x="13553" y="15160"/>
                </a:lnTo>
                <a:lnTo>
                  <a:pt x="13699" y="14819"/>
                </a:lnTo>
                <a:lnTo>
                  <a:pt x="13724" y="14771"/>
                </a:lnTo>
                <a:lnTo>
                  <a:pt x="14454" y="14844"/>
                </a:lnTo>
                <a:lnTo>
                  <a:pt x="14794" y="14917"/>
                </a:lnTo>
                <a:lnTo>
                  <a:pt x="15135" y="14990"/>
                </a:lnTo>
                <a:lnTo>
                  <a:pt x="15500" y="15087"/>
                </a:lnTo>
                <a:lnTo>
                  <a:pt x="15816" y="15184"/>
                </a:lnTo>
                <a:lnTo>
                  <a:pt x="16157" y="15330"/>
                </a:lnTo>
                <a:lnTo>
                  <a:pt x="16497" y="15452"/>
                </a:lnTo>
                <a:lnTo>
                  <a:pt x="16741" y="15598"/>
                </a:lnTo>
                <a:lnTo>
                  <a:pt x="16911" y="15744"/>
                </a:lnTo>
                <a:lnTo>
                  <a:pt x="17033" y="15914"/>
                </a:lnTo>
                <a:lnTo>
                  <a:pt x="17081" y="16060"/>
                </a:lnTo>
                <a:lnTo>
                  <a:pt x="17081" y="16230"/>
                </a:lnTo>
                <a:lnTo>
                  <a:pt x="17008" y="16401"/>
                </a:lnTo>
                <a:lnTo>
                  <a:pt x="16911" y="16547"/>
                </a:lnTo>
                <a:lnTo>
                  <a:pt x="16789" y="16717"/>
                </a:lnTo>
                <a:lnTo>
                  <a:pt x="16643" y="16863"/>
                </a:lnTo>
                <a:lnTo>
                  <a:pt x="16449" y="17009"/>
                </a:lnTo>
                <a:lnTo>
                  <a:pt x="16059" y="17277"/>
                </a:lnTo>
                <a:lnTo>
                  <a:pt x="15670" y="17496"/>
                </a:lnTo>
                <a:lnTo>
                  <a:pt x="15305" y="17642"/>
                </a:lnTo>
                <a:lnTo>
                  <a:pt x="14965" y="17763"/>
                </a:lnTo>
                <a:lnTo>
                  <a:pt x="14600" y="17836"/>
                </a:lnTo>
                <a:lnTo>
                  <a:pt x="14259" y="17909"/>
                </a:lnTo>
                <a:lnTo>
                  <a:pt x="13894" y="17958"/>
                </a:lnTo>
                <a:lnTo>
                  <a:pt x="13140" y="18007"/>
                </a:lnTo>
                <a:lnTo>
                  <a:pt x="12410" y="18055"/>
                </a:lnTo>
                <a:lnTo>
                  <a:pt x="11558" y="18080"/>
                </a:lnTo>
                <a:lnTo>
                  <a:pt x="10706" y="18080"/>
                </a:lnTo>
                <a:lnTo>
                  <a:pt x="9027" y="18055"/>
                </a:lnTo>
                <a:lnTo>
                  <a:pt x="7324" y="18031"/>
                </a:lnTo>
                <a:lnTo>
                  <a:pt x="6473" y="18007"/>
                </a:lnTo>
                <a:lnTo>
                  <a:pt x="5645" y="17982"/>
                </a:lnTo>
                <a:lnTo>
                  <a:pt x="4794" y="17934"/>
                </a:lnTo>
                <a:lnTo>
                  <a:pt x="3942" y="17861"/>
                </a:lnTo>
                <a:lnTo>
                  <a:pt x="3115" y="17739"/>
                </a:lnTo>
                <a:lnTo>
                  <a:pt x="2287" y="17593"/>
                </a:lnTo>
                <a:lnTo>
                  <a:pt x="1898" y="17496"/>
                </a:lnTo>
                <a:lnTo>
                  <a:pt x="1509" y="17350"/>
                </a:lnTo>
                <a:lnTo>
                  <a:pt x="1168" y="17179"/>
                </a:lnTo>
                <a:lnTo>
                  <a:pt x="827" y="16985"/>
                </a:lnTo>
                <a:lnTo>
                  <a:pt x="633" y="16839"/>
                </a:lnTo>
                <a:lnTo>
                  <a:pt x="487" y="16668"/>
                </a:lnTo>
                <a:lnTo>
                  <a:pt x="365" y="16449"/>
                </a:lnTo>
                <a:lnTo>
                  <a:pt x="316" y="16328"/>
                </a:lnTo>
                <a:lnTo>
                  <a:pt x="316" y="16230"/>
                </a:lnTo>
                <a:lnTo>
                  <a:pt x="316" y="16085"/>
                </a:lnTo>
                <a:lnTo>
                  <a:pt x="341" y="15963"/>
                </a:lnTo>
                <a:lnTo>
                  <a:pt x="414" y="15866"/>
                </a:lnTo>
                <a:lnTo>
                  <a:pt x="511" y="15768"/>
                </a:lnTo>
                <a:lnTo>
                  <a:pt x="730" y="15622"/>
                </a:lnTo>
                <a:lnTo>
                  <a:pt x="949" y="15501"/>
                </a:lnTo>
                <a:lnTo>
                  <a:pt x="1314" y="15330"/>
                </a:lnTo>
                <a:lnTo>
                  <a:pt x="1728" y="15184"/>
                </a:lnTo>
                <a:lnTo>
                  <a:pt x="2141" y="15063"/>
                </a:lnTo>
                <a:lnTo>
                  <a:pt x="2555" y="14965"/>
                </a:lnTo>
                <a:lnTo>
                  <a:pt x="2993" y="14892"/>
                </a:lnTo>
                <a:lnTo>
                  <a:pt x="3407" y="14844"/>
                </a:lnTo>
                <a:lnTo>
                  <a:pt x="4258" y="14746"/>
                </a:lnTo>
                <a:close/>
                <a:moveTo>
                  <a:pt x="9076" y="6498"/>
                </a:moveTo>
                <a:lnTo>
                  <a:pt x="8103" y="6522"/>
                </a:lnTo>
                <a:lnTo>
                  <a:pt x="7129" y="6571"/>
                </a:lnTo>
                <a:lnTo>
                  <a:pt x="6156" y="6644"/>
                </a:lnTo>
                <a:lnTo>
                  <a:pt x="5183" y="6717"/>
                </a:lnTo>
                <a:lnTo>
                  <a:pt x="4526" y="6765"/>
                </a:lnTo>
                <a:lnTo>
                  <a:pt x="4161" y="6790"/>
                </a:lnTo>
                <a:lnTo>
                  <a:pt x="3796" y="6838"/>
                </a:lnTo>
                <a:lnTo>
                  <a:pt x="3431" y="6911"/>
                </a:lnTo>
                <a:lnTo>
                  <a:pt x="3285" y="6960"/>
                </a:lnTo>
                <a:lnTo>
                  <a:pt x="3115" y="7033"/>
                </a:lnTo>
                <a:lnTo>
                  <a:pt x="2993" y="7106"/>
                </a:lnTo>
                <a:lnTo>
                  <a:pt x="2847" y="7228"/>
                </a:lnTo>
                <a:lnTo>
                  <a:pt x="2750" y="7325"/>
                </a:lnTo>
                <a:lnTo>
                  <a:pt x="2652" y="7471"/>
                </a:lnTo>
                <a:lnTo>
                  <a:pt x="2628" y="7520"/>
                </a:lnTo>
                <a:lnTo>
                  <a:pt x="2628" y="7593"/>
                </a:lnTo>
                <a:lnTo>
                  <a:pt x="2652" y="7666"/>
                </a:lnTo>
                <a:lnTo>
                  <a:pt x="2579" y="7812"/>
                </a:lnTo>
                <a:lnTo>
                  <a:pt x="2555" y="7982"/>
                </a:lnTo>
                <a:lnTo>
                  <a:pt x="2531" y="8152"/>
                </a:lnTo>
                <a:lnTo>
                  <a:pt x="2506" y="8298"/>
                </a:lnTo>
                <a:lnTo>
                  <a:pt x="2360" y="8249"/>
                </a:lnTo>
                <a:lnTo>
                  <a:pt x="2214" y="8201"/>
                </a:lnTo>
                <a:lnTo>
                  <a:pt x="2044" y="8176"/>
                </a:lnTo>
                <a:lnTo>
                  <a:pt x="1874" y="8176"/>
                </a:lnTo>
                <a:lnTo>
                  <a:pt x="1557" y="8201"/>
                </a:lnTo>
                <a:lnTo>
                  <a:pt x="1265" y="8249"/>
                </a:lnTo>
                <a:lnTo>
                  <a:pt x="1046" y="8347"/>
                </a:lnTo>
                <a:lnTo>
                  <a:pt x="827" y="8468"/>
                </a:lnTo>
                <a:lnTo>
                  <a:pt x="657" y="8639"/>
                </a:lnTo>
                <a:lnTo>
                  <a:pt x="487" y="8833"/>
                </a:lnTo>
                <a:lnTo>
                  <a:pt x="365" y="9052"/>
                </a:lnTo>
                <a:lnTo>
                  <a:pt x="268" y="9271"/>
                </a:lnTo>
                <a:lnTo>
                  <a:pt x="195" y="9515"/>
                </a:lnTo>
                <a:lnTo>
                  <a:pt x="170" y="9758"/>
                </a:lnTo>
                <a:lnTo>
                  <a:pt x="170" y="10026"/>
                </a:lnTo>
                <a:lnTo>
                  <a:pt x="219" y="10293"/>
                </a:lnTo>
                <a:lnTo>
                  <a:pt x="292" y="10537"/>
                </a:lnTo>
                <a:lnTo>
                  <a:pt x="389" y="10780"/>
                </a:lnTo>
                <a:lnTo>
                  <a:pt x="535" y="10999"/>
                </a:lnTo>
                <a:lnTo>
                  <a:pt x="706" y="11194"/>
                </a:lnTo>
                <a:lnTo>
                  <a:pt x="900" y="11388"/>
                </a:lnTo>
                <a:lnTo>
                  <a:pt x="1095" y="11559"/>
                </a:lnTo>
                <a:lnTo>
                  <a:pt x="1363" y="11729"/>
                </a:lnTo>
                <a:lnTo>
                  <a:pt x="1606" y="11899"/>
                </a:lnTo>
                <a:lnTo>
                  <a:pt x="2117" y="12240"/>
                </a:lnTo>
                <a:lnTo>
                  <a:pt x="2409" y="12459"/>
                </a:lnTo>
                <a:lnTo>
                  <a:pt x="2531" y="12581"/>
                </a:lnTo>
                <a:lnTo>
                  <a:pt x="2652" y="12727"/>
                </a:lnTo>
                <a:lnTo>
                  <a:pt x="2725" y="12873"/>
                </a:lnTo>
                <a:lnTo>
                  <a:pt x="2774" y="13043"/>
                </a:lnTo>
                <a:lnTo>
                  <a:pt x="2750" y="13165"/>
                </a:lnTo>
                <a:lnTo>
                  <a:pt x="2725" y="13238"/>
                </a:lnTo>
                <a:lnTo>
                  <a:pt x="2677" y="13262"/>
                </a:lnTo>
                <a:lnTo>
                  <a:pt x="2604" y="13262"/>
                </a:lnTo>
                <a:lnTo>
                  <a:pt x="2531" y="13213"/>
                </a:lnTo>
                <a:lnTo>
                  <a:pt x="2458" y="13189"/>
                </a:lnTo>
                <a:lnTo>
                  <a:pt x="2312" y="13165"/>
                </a:lnTo>
                <a:lnTo>
                  <a:pt x="2190" y="13213"/>
                </a:lnTo>
                <a:lnTo>
                  <a:pt x="2068" y="13286"/>
                </a:lnTo>
                <a:lnTo>
                  <a:pt x="1995" y="13408"/>
                </a:lnTo>
                <a:lnTo>
                  <a:pt x="1971" y="13530"/>
                </a:lnTo>
                <a:lnTo>
                  <a:pt x="1971" y="13603"/>
                </a:lnTo>
                <a:lnTo>
                  <a:pt x="1995" y="13651"/>
                </a:lnTo>
                <a:lnTo>
                  <a:pt x="2020" y="13724"/>
                </a:lnTo>
                <a:lnTo>
                  <a:pt x="2093" y="13773"/>
                </a:lnTo>
                <a:lnTo>
                  <a:pt x="2263" y="13895"/>
                </a:lnTo>
                <a:lnTo>
                  <a:pt x="2458" y="13968"/>
                </a:lnTo>
                <a:lnTo>
                  <a:pt x="2677" y="13992"/>
                </a:lnTo>
                <a:lnTo>
                  <a:pt x="2871" y="13968"/>
                </a:lnTo>
                <a:lnTo>
                  <a:pt x="3066" y="13895"/>
                </a:lnTo>
                <a:lnTo>
                  <a:pt x="3236" y="13773"/>
                </a:lnTo>
                <a:lnTo>
                  <a:pt x="3309" y="13700"/>
                </a:lnTo>
                <a:lnTo>
                  <a:pt x="3358" y="13603"/>
                </a:lnTo>
                <a:lnTo>
                  <a:pt x="3431" y="13505"/>
                </a:lnTo>
                <a:lnTo>
                  <a:pt x="3455" y="13408"/>
                </a:lnTo>
                <a:lnTo>
                  <a:pt x="3504" y="13213"/>
                </a:lnTo>
                <a:lnTo>
                  <a:pt x="3504" y="13019"/>
                </a:lnTo>
                <a:lnTo>
                  <a:pt x="3650" y="13432"/>
                </a:lnTo>
                <a:lnTo>
                  <a:pt x="3820" y="13822"/>
                </a:lnTo>
                <a:lnTo>
                  <a:pt x="3991" y="14211"/>
                </a:lnTo>
                <a:lnTo>
                  <a:pt x="4185" y="14600"/>
                </a:lnTo>
                <a:lnTo>
                  <a:pt x="3723" y="14600"/>
                </a:lnTo>
                <a:lnTo>
                  <a:pt x="3285" y="14625"/>
                </a:lnTo>
                <a:lnTo>
                  <a:pt x="2823" y="14673"/>
                </a:lnTo>
                <a:lnTo>
                  <a:pt x="2385" y="14746"/>
                </a:lnTo>
                <a:lnTo>
                  <a:pt x="1922" y="14819"/>
                </a:lnTo>
                <a:lnTo>
                  <a:pt x="1484" y="14941"/>
                </a:lnTo>
                <a:lnTo>
                  <a:pt x="1071" y="15087"/>
                </a:lnTo>
                <a:lnTo>
                  <a:pt x="657" y="15282"/>
                </a:lnTo>
                <a:lnTo>
                  <a:pt x="487" y="15379"/>
                </a:lnTo>
                <a:lnTo>
                  <a:pt x="341" y="15476"/>
                </a:lnTo>
                <a:lnTo>
                  <a:pt x="219" y="15574"/>
                </a:lnTo>
                <a:lnTo>
                  <a:pt x="122" y="15695"/>
                </a:lnTo>
                <a:lnTo>
                  <a:pt x="49" y="15841"/>
                </a:lnTo>
                <a:lnTo>
                  <a:pt x="24" y="15963"/>
                </a:lnTo>
                <a:lnTo>
                  <a:pt x="0" y="16109"/>
                </a:lnTo>
                <a:lnTo>
                  <a:pt x="0" y="16255"/>
                </a:lnTo>
                <a:lnTo>
                  <a:pt x="24" y="16376"/>
                </a:lnTo>
                <a:lnTo>
                  <a:pt x="49" y="16522"/>
                </a:lnTo>
                <a:lnTo>
                  <a:pt x="122" y="16668"/>
                </a:lnTo>
                <a:lnTo>
                  <a:pt x="195" y="16790"/>
                </a:lnTo>
                <a:lnTo>
                  <a:pt x="292" y="16936"/>
                </a:lnTo>
                <a:lnTo>
                  <a:pt x="389" y="17058"/>
                </a:lnTo>
                <a:lnTo>
                  <a:pt x="511" y="17179"/>
                </a:lnTo>
                <a:lnTo>
                  <a:pt x="633" y="17301"/>
                </a:lnTo>
                <a:lnTo>
                  <a:pt x="827" y="17423"/>
                </a:lnTo>
                <a:lnTo>
                  <a:pt x="1046" y="17544"/>
                </a:lnTo>
                <a:lnTo>
                  <a:pt x="1241" y="17642"/>
                </a:lnTo>
                <a:lnTo>
                  <a:pt x="1460" y="17739"/>
                </a:lnTo>
                <a:lnTo>
                  <a:pt x="1922" y="17885"/>
                </a:lnTo>
                <a:lnTo>
                  <a:pt x="2409" y="18007"/>
                </a:lnTo>
                <a:lnTo>
                  <a:pt x="2896" y="18080"/>
                </a:lnTo>
                <a:lnTo>
                  <a:pt x="3382" y="18128"/>
                </a:lnTo>
                <a:lnTo>
                  <a:pt x="4331" y="18226"/>
                </a:lnTo>
                <a:lnTo>
                  <a:pt x="5451" y="18299"/>
                </a:lnTo>
                <a:lnTo>
                  <a:pt x="6570" y="18347"/>
                </a:lnTo>
                <a:lnTo>
                  <a:pt x="8833" y="18396"/>
                </a:lnTo>
                <a:lnTo>
                  <a:pt x="9928" y="18420"/>
                </a:lnTo>
                <a:lnTo>
                  <a:pt x="11047" y="18420"/>
                </a:lnTo>
                <a:lnTo>
                  <a:pt x="12142" y="18396"/>
                </a:lnTo>
                <a:lnTo>
                  <a:pt x="13261" y="18347"/>
                </a:lnTo>
                <a:lnTo>
                  <a:pt x="13675" y="18323"/>
                </a:lnTo>
                <a:lnTo>
                  <a:pt x="14113" y="18274"/>
                </a:lnTo>
                <a:lnTo>
                  <a:pt x="14527" y="18201"/>
                </a:lnTo>
                <a:lnTo>
                  <a:pt x="14965" y="18128"/>
                </a:lnTo>
                <a:lnTo>
                  <a:pt x="15378" y="18007"/>
                </a:lnTo>
                <a:lnTo>
                  <a:pt x="15767" y="17861"/>
                </a:lnTo>
                <a:lnTo>
                  <a:pt x="16157" y="17690"/>
                </a:lnTo>
                <a:lnTo>
                  <a:pt x="16546" y="17471"/>
                </a:lnTo>
                <a:lnTo>
                  <a:pt x="16814" y="17277"/>
                </a:lnTo>
                <a:lnTo>
                  <a:pt x="17057" y="17033"/>
                </a:lnTo>
                <a:lnTo>
                  <a:pt x="17276" y="16766"/>
                </a:lnTo>
                <a:lnTo>
                  <a:pt x="17349" y="16620"/>
                </a:lnTo>
                <a:lnTo>
                  <a:pt x="17422" y="16474"/>
                </a:lnTo>
                <a:lnTo>
                  <a:pt x="17471" y="16328"/>
                </a:lnTo>
                <a:lnTo>
                  <a:pt x="17495" y="16157"/>
                </a:lnTo>
                <a:lnTo>
                  <a:pt x="17495" y="16012"/>
                </a:lnTo>
                <a:lnTo>
                  <a:pt x="17471" y="15866"/>
                </a:lnTo>
                <a:lnTo>
                  <a:pt x="17398" y="15720"/>
                </a:lnTo>
                <a:lnTo>
                  <a:pt x="17325" y="15598"/>
                </a:lnTo>
                <a:lnTo>
                  <a:pt x="17179" y="15452"/>
                </a:lnTo>
                <a:lnTo>
                  <a:pt x="17033" y="15330"/>
                </a:lnTo>
                <a:lnTo>
                  <a:pt x="16692" y="15111"/>
                </a:lnTo>
                <a:lnTo>
                  <a:pt x="16327" y="14941"/>
                </a:lnTo>
                <a:lnTo>
                  <a:pt x="15938" y="14795"/>
                </a:lnTo>
                <a:lnTo>
                  <a:pt x="15524" y="14673"/>
                </a:lnTo>
                <a:lnTo>
                  <a:pt x="15110" y="14576"/>
                </a:lnTo>
                <a:lnTo>
                  <a:pt x="14697" y="14503"/>
                </a:lnTo>
                <a:lnTo>
                  <a:pt x="14283" y="14454"/>
                </a:lnTo>
                <a:lnTo>
                  <a:pt x="13870" y="14406"/>
                </a:lnTo>
                <a:lnTo>
                  <a:pt x="14040" y="13968"/>
                </a:lnTo>
                <a:lnTo>
                  <a:pt x="14186" y="13530"/>
                </a:lnTo>
                <a:lnTo>
                  <a:pt x="14454" y="12629"/>
                </a:lnTo>
                <a:lnTo>
                  <a:pt x="14794" y="11340"/>
                </a:lnTo>
                <a:lnTo>
                  <a:pt x="14916" y="10683"/>
                </a:lnTo>
                <a:lnTo>
                  <a:pt x="15038" y="10026"/>
                </a:lnTo>
                <a:lnTo>
                  <a:pt x="15135" y="9417"/>
                </a:lnTo>
                <a:lnTo>
                  <a:pt x="15159" y="9077"/>
                </a:lnTo>
                <a:lnTo>
                  <a:pt x="15159" y="8760"/>
                </a:lnTo>
                <a:lnTo>
                  <a:pt x="15159" y="8444"/>
                </a:lnTo>
                <a:lnTo>
                  <a:pt x="15110" y="8128"/>
                </a:lnTo>
                <a:lnTo>
                  <a:pt x="15038" y="7836"/>
                </a:lnTo>
                <a:lnTo>
                  <a:pt x="14940" y="7544"/>
                </a:lnTo>
                <a:lnTo>
                  <a:pt x="14916" y="7495"/>
                </a:lnTo>
                <a:lnTo>
                  <a:pt x="14892" y="7471"/>
                </a:lnTo>
                <a:lnTo>
                  <a:pt x="14794" y="7447"/>
                </a:lnTo>
                <a:lnTo>
                  <a:pt x="14746" y="7325"/>
                </a:lnTo>
                <a:lnTo>
                  <a:pt x="14673" y="7228"/>
                </a:lnTo>
                <a:lnTo>
                  <a:pt x="14600" y="7130"/>
                </a:lnTo>
                <a:lnTo>
                  <a:pt x="14478" y="7057"/>
                </a:lnTo>
                <a:lnTo>
                  <a:pt x="14235" y="6936"/>
                </a:lnTo>
                <a:lnTo>
                  <a:pt x="13943" y="6863"/>
                </a:lnTo>
                <a:lnTo>
                  <a:pt x="13626" y="6790"/>
                </a:lnTo>
                <a:lnTo>
                  <a:pt x="13310" y="6765"/>
                </a:lnTo>
                <a:lnTo>
                  <a:pt x="12823" y="6717"/>
                </a:lnTo>
                <a:lnTo>
                  <a:pt x="11899" y="6595"/>
                </a:lnTo>
                <a:lnTo>
                  <a:pt x="10950" y="6522"/>
                </a:lnTo>
                <a:lnTo>
                  <a:pt x="10025" y="6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1c77683fd_0_40"/>
          <p:cNvSpPr/>
          <p:nvPr/>
        </p:nvSpPr>
        <p:spPr>
          <a:xfrm>
            <a:off x="4092000" y="98899"/>
            <a:ext cx="788694" cy="805193"/>
          </a:xfrm>
          <a:custGeom>
            <a:rect b="b" l="l" r="r" t="t"/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e1c77683fd_0_40"/>
          <p:cNvSpPr txBox="1"/>
          <p:nvPr>
            <p:ph idx="4294967295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e1c77683fd_0_40"/>
          <p:cNvSpPr txBox="1"/>
          <p:nvPr/>
        </p:nvSpPr>
        <p:spPr>
          <a:xfrm>
            <a:off x="368250" y="842400"/>
            <a:ext cx="8457600" cy="3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206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niglet"/>
              <a:buAutoNum type="arabicPeriod" startAt="12"/>
            </a:pP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function that takes an object and uses destructuring to extract the name and salary properties from it.                                                                         </a:t>
            </a: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const employee = { name: 'Dapo', role: 'Engineer', salary: 50000, department: 'Tech' };</a:t>
            </a:r>
            <a:endParaRPr sz="19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206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niglet"/>
              <a:buAutoNum type="arabicPeriod" startAt="12"/>
            </a:pP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Write a program using a conditional statement that takes a traffic light color and prints the instruct : "Red" → Stop, "Yellow"  →  Get Ready , "Green"  →  Go.</a:t>
            </a:r>
            <a:endParaRPr sz="19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206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niglet"/>
              <a:buAutoNum type="arabicPeriod" startAt="12"/>
            </a:pP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function that converts hours to minutes.</a:t>
            </a:r>
            <a:endParaRPr sz="19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2065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niglet"/>
              <a:buAutoNum type="arabicPeriod" startAt="12"/>
            </a:pP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Rewrite this if/else as a ternary operator:                                                                  let access;   if (age &gt;= 18) {  access = 'Granted';} else {  access = 'Denied';}</a:t>
            </a:r>
            <a:endParaRPr sz="19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20650" lvl="0" marL="342900" rtl="0" algn="l"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ts val="1900"/>
              <a:buFont typeface="Sniglet"/>
              <a:buAutoNum type="arabicPeriod" startAt="12"/>
            </a:pP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function that collects two numbers from the user and display their sum. </a:t>
            </a:r>
            <a:endParaRPr sz="19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96" name="Google Shape;96;g3e1c77683fd_0_40"/>
          <p:cNvSpPr/>
          <p:nvPr/>
        </p:nvSpPr>
        <p:spPr>
          <a:xfrm>
            <a:off x="4295168" y="299949"/>
            <a:ext cx="382375" cy="402591"/>
          </a:xfrm>
          <a:custGeom>
            <a:rect b="b" l="l" r="r" t="t"/>
            <a:pathLst>
              <a:path extrusionOk="0" h="18421" w="17496">
                <a:moveTo>
                  <a:pt x="7421" y="1047"/>
                </a:moveTo>
                <a:lnTo>
                  <a:pt x="7373" y="1071"/>
                </a:lnTo>
                <a:lnTo>
                  <a:pt x="7348" y="1120"/>
                </a:lnTo>
                <a:lnTo>
                  <a:pt x="7324" y="1169"/>
                </a:lnTo>
                <a:lnTo>
                  <a:pt x="7348" y="1315"/>
                </a:lnTo>
                <a:lnTo>
                  <a:pt x="7348" y="1461"/>
                </a:lnTo>
                <a:lnTo>
                  <a:pt x="7324" y="1582"/>
                </a:lnTo>
                <a:lnTo>
                  <a:pt x="7300" y="1704"/>
                </a:lnTo>
                <a:lnTo>
                  <a:pt x="7178" y="1923"/>
                </a:lnTo>
                <a:lnTo>
                  <a:pt x="7008" y="2142"/>
                </a:lnTo>
                <a:lnTo>
                  <a:pt x="6862" y="2385"/>
                </a:lnTo>
                <a:lnTo>
                  <a:pt x="6813" y="2483"/>
                </a:lnTo>
                <a:lnTo>
                  <a:pt x="6765" y="2604"/>
                </a:lnTo>
                <a:lnTo>
                  <a:pt x="6740" y="2750"/>
                </a:lnTo>
                <a:lnTo>
                  <a:pt x="6740" y="2872"/>
                </a:lnTo>
                <a:lnTo>
                  <a:pt x="6740" y="3018"/>
                </a:lnTo>
                <a:lnTo>
                  <a:pt x="6789" y="3164"/>
                </a:lnTo>
                <a:lnTo>
                  <a:pt x="6862" y="3286"/>
                </a:lnTo>
                <a:lnTo>
                  <a:pt x="6959" y="3432"/>
                </a:lnTo>
                <a:lnTo>
                  <a:pt x="7154" y="3699"/>
                </a:lnTo>
                <a:lnTo>
                  <a:pt x="7251" y="3845"/>
                </a:lnTo>
                <a:lnTo>
                  <a:pt x="7275" y="3991"/>
                </a:lnTo>
                <a:lnTo>
                  <a:pt x="7275" y="4064"/>
                </a:lnTo>
                <a:lnTo>
                  <a:pt x="7275" y="4137"/>
                </a:lnTo>
                <a:lnTo>
                  <a:pt x="7251" y="4186"/>
                </a:lnTo>
                <a:lnTo>
                  <a:pt x="7178" y="4259"/>
                </a:lnTo>
                <a:lnTo>
                  <a:pt x="7154" y="4332"/>
                </a:lnTo>
                <a:lnTo>
                  <a:pt x="7129" y="4405"/>
                </a:lnTo>
                <a:lnTo>
                  <a:pt x="7129" y="4478"/>
                </a:lnTo>
                <a:lnTo>
                  <a:pt x="7178" y="4527"/>
                </a:lnTo>
                <a:lnTo>
                  <a:pt x="7251" y="4575"/>
                </a:lnTo>
                <a:lnTo>
                  <a:pt x="7324" y="4600"/>
                </a:lnTo>
                <a:lnTo>
                  <a:pt x="7397" y="4575"/>
                </a:lnTo>
                <a:lnTo>
                  <a:pt x="7470" y="4527"/>
                </a:lnTo>
                <a:lnTo>
                  <a:pt x="7567" y="4429"/>
                </a:lnTo>
                <a:lnTo>
                  <a:pt x="7616" y="4332"/>
                </a:lnTo>
                <a:lnTo>
                  <a:pt x="7665" y="4235"/>
                </a:lnTo>
                <a:lnTo>
                  <a:pt x="7689" y="4113"/>
                </a:lnTo>
                <a:lnTo>
                  <a:pt x="7689" y="4016"/>
                </a:lnTo>
                <a:lnTo>
                  <a:pt x="7665" y="3918"/>
                </a:lnTo>
                <a:lnTo>
                  <a:pt x="7592" y="3724"/>
                </a:lnTo>
                <a:lnTo>
                  <a:pt x="7470" y="3505"/>
                </a:lnTo>
                <a:lnTo>
                  <a:pt x="7324" y="3310"/>
                </a:lnTo>
                <a:lnTo>
                  <a:pt x="7202" y="3115"/>
                </a:lnTo>
                <a:lnTo>
                  <a:pt x="7105" y="2921"/>
                </a:lnTo>
                <a:lnTo>
                  <a:pt x="7081" y="2823"/>
                </a:lnTo>
                <a:lnTo>
                  <a:pt x="7105" y="2726"/>
                </a:lnTo>
                <a:lnTo>
                  <a:pt x="7154" y="2604"/>
                </a:lnTo>
                <a:lnTo>
                  <a:pt x="7202" y="2483"/>
                </a:lnTo>
                <a:lnTo>
                  <a:pt x="7373" y="2239"/>
                </a:lnTo>
                <a:lnTo>
                  <a:pt x="7543" y="1972"/>
                </a:lnTo>
                <a:lnTo>
                  <a:pt x="7689" y="1728"/>
                </a:lnTo>
                <a:lnTo>
                  <a:pt x="7738" y="1607"/>
                </a:lnTo>
                <a:lnTo>
                  <a:pt x="7762" y="1485"/>
                </a:lnTo>
                <a:lnTo>
                  <a:pt x="7762" y="1363"/>
                </a:lnTo>
                <a:lnTo>
                  <a:pt x="7713" y="1242"/>
                </a:lnTo>
                <a:lnTo>
                  <a:pt x="7616" y="1144"/>
                </a:lnTo>
                <a:lnTo>
                  <a:pt x="7494" y="1071"/>
                </a:lnTo>
                <a:lnTo>
                  <a:pt x="7421" y="1047"/>
                </a:lnTo>
                <a:close/>
                <a:moveTo>
                  <a:pt x="10293" y="1242"/>
                </a:moveTo>
                <a:lnTo>
                  <a:pt x="10268" y="1266"/>
                </a:lnTo>
                <a:lnTo>
                  <a:pt x="10244" y="1363"/>
                </a:lnTo>
                <a:lnTo>
                  <a:pt x="10220" y="1485"/>
                </a:lnTo>
                <a:lnTo>
                  <a:pt x="10195" y="1607"/>
                </a:lnTo>
                <a:lnTo>
                  <a:pt x="10171" y="1680"/>
                </a:lnTo>
                <a:lnTo>
                  <a:pt x="10098" y="1826"/>
                </a:lnTo>
                <a:lnTo>
                  <a:pt x="10001" y="1923"/>
                </a:lnTo>
                <a:lnTo>
                  <a:pt x="9782" y="2166"/>
                </a:lnTo>
                <a:lnTo>
                  <a:pt x="9684" y="2288"/>
                </a:lnTo>
                <a:lnTo>
                  <a:pt x="9611" y="2434"/>
                </a:lnTo>
                <a:lnTo>
                  <a:pt x="9587" y="2604"/>
                </a:lnTo>
                <a:lnTo>
                  <a:pt x="9587" y="2775"/>
                </a:lnTo>
                <a:lnTo>
                  <a:pt x="9636" y="2921"/>
                </a:lnTo>
                <a:lnTo>
                  <a:pt x="9709" y="3042"/>
                </a:lnTo>
                <a:lnTo>
                  <a:pt x="9879" y="3286"/>
                </a:lnTo>
                <a:lnTo>
                  <a:pt x="10001" y="3456"/>
                </a:lnTo>
                <a:lnTo>
                  <a:pt x="10074" y="3626"/>
                </a:lnTo>
                <a:lnTo>
                  <a:pt x="10098" y="3724"/>
                </a:lnTo>
                <a:lnTo>
                  <a:pt x="10098" y="3821"/>
                </a:lnTo>
                <a:lnTo>
                  <a:pt x="10074" y="3918"/>
                </a:lnTo>
                <a:lnTo>
                  <a:pt x="10025" y="4016"/>
                </a:lnTo>
                <a:lnTo>
                  <a:pt x="9952" y="4137"/>
                </a:lnTo>
                <a:lnTo>
                  <a:pt x="9855" y="4235"/>
                </a:lnTo>
                <a:lnTo>
                  <a:pt x="9782" y="4332"/>
                </a:lnTo>
                <a:lnTo>
                  <a:pt x="9709" y="4454"/>
                </a:lnTo>
                <a:lnTo>
                  <a:pt x="9684" y="4502"/>
                </a:lnTo>
                <a:lnTo>
                  <a:pt x="9684" y="4575"/>
                </a:lnTo>
                <a:lnTo>
                  <a:pt x="9733" y="4673"/>
                </a:lnTo>
                <a:lnTo>
                  <a:pt x="9757" y="4721"/>
                </a:lnTo>
                <a:lnTo>
                  <a:pt x="9806" y="4746"/>
                </a:lnTo>
                <a:lnTo>
                  <a:pt x="9855" y="4770"/>
                </a:lnTo>
                <a:lnTo>
                  <a:pt x="9928" y="4746"/>
                </a:lnTo>
                <a:lnTo>
                  <a:pt x="10122" y="4648"/>
                </a:lnTo>
                <a:lnTo>
                  <a:pt x="10268" y="4502"/>
                </a:lnTo>
                <a:lnTo>
                  <a:pt x="10414" y="4332"/>
                </a:lnTo>
                <a:lnTo>
                  <a:pt x="10487" y="4137"/>
                </a:lnTo>
                <a:lnTo>
                  <a:pt x="10536" y="3943"/>
                </a:lnTo>
                <a:lnTo>
                  <a:pt x="10536" y="3724"/>
                </a:lnTo>
                <a:lnTo>
                  <a:pt x="10487" y="3505"/>
                </a:lnTo>
                <a:lnTo>
                  <a:pt x="10414" y="3310"/>
                </a:lnTo>
                <a:lnTo>
                  <a:pt x="10293" y="3140"/>
                </a:lnTo>
                <a:lnTo>
                  <a:pt x="10171" y="2994"/>
                </a:lnTo>
                <a:lnTo>
                  <a:pt x="10074" y="2872"/>
                </a:lnTo>
                <a:lnTo>
                  <a:pt x="10025" y="2775"/>
                </a:lnTo>
                <a:lnTo>
                  <a:pt x="10001" y="2653"/>
                </a:lnTo>
                <a:lnTo>
                  <a:pt x="10025" y="2556"/>
                </a:lnTo>
                <a:lnTo>
                  <a:pt x="10074" y="2434"/>
                </a:lnTo>
                <a:lnTo>
                  <a:pt x="10122" y="2337"/>
                </a:lnTo>
                <a:lnTo>
                  <a:pt x="10293" y="2118"/>
                </a:lnTo>
                <a:lnTo>
                  <a:pt x="10414" y="1947"/>
                </a:lnTo>
                <a:lnTo>
                  <a:pt x="10512" y="1753"/>
                </a:lnTo>
                <a:lnTo>
                  <a:pt x="10512" y="1655"/>
                </a:lnTo>
                <a:lnTo>
                  <a:pt x="10536" y="1558"/>
                </a:lnTo>
                <a:lnTo>
                  <a:pt x="10512" y="1461"/>
                </a:lnTo>
                <a:lnTo>
                  <a:pt x="10487" y="1363"/>
                </a:lnTo>
                <a:lnTo>
                  <a:pt x="10463" y="1290"/>
                </a:lnTo>
                <a:lnTo>
                  <a:pt x="10390" y="1266"/>
                </a:lnTo>
                <a:lnTo>
                  <a:pt x="10317" y="1242"/>
                </a:lnTo>
                <a:close/>
                <a:moveTo>
                  <a:pt x="8322" y="1"/>
                </a:moveTo>
                <a:lnTo>
                  <a:pt x="8273" y="49"/>
                </a:lnTo>
                <a:lnTo>
                  <a:pt x="8249" y="98"/>
                </a:lnTo>
                <a:lnTo>
                  <a:pt x="8273" y="171"/>
                </a:lnTo>
                <a:lnTo>
                  <a:pt x="8492" y="512"/>
                </a:lnTo>
                <a:lnTo>
                  <a:pt x="8614" y="682"/>
                </a:lnTo>
                <a:lnTo>
                  <a:pt x="8687" y="877"/>
                </a:lnTo>
                <a:lnTo>
                  <a:pt x="8711" y="1023"/>
                </a:lnTo>
                <a:lnTo>
                  <a:pt x="8735" y="1144"/>
                </a:lnTo>
                <a:lnTo>
                  <a:pt x="8711" y="1266"/>
                </a:lnTo>
                <a:lnTo>
                  <a:pt x="8687" y="1388"/>
                </a:lnTo>
                <a:lnTo>
                  <a:pt x="8614" y="1631"/>
                </a:lnTo>
                <a:lnTo>
                  <a:pt x="8492" y="1850"/>
                </a:lnTo>
                <a:lnTo>
                  <a:pt x="8322" y="2166"/>
                </a:lnTo>
                <a:lnTo>
                  <a:pt x="8249" y="2312"/>
                </a:lnTo>
                <a:lnTo>
                  <a:pt x="8200" y="2458"/>
                </a:lnTo>
                <a:lnTo>
                  <a:pt x="8200" y="2604"/>
                </a:lnTo>
                <a:lnTo>
                  <a:pt x="8200" y="2775"/>
                </a:lnTo>
                <a:lnTo>
                  <a:pt x="8249" y="2921"/>
                </a:lnTo>
                <a:lnTo>
                  <a:pt x="8322" y="3091"/>
                </a:lnTo>
                <a:lnTo>
                  <a:pt x="8419" y="3213"/>
                </a:lnTo>
                <a:lnTo>
                  <a:pt x="8516" y="3334"/>
                </a:lnTo>
                <a:lnTo>
                  <a:pt x="8589" y="3432"/>
                </a:lnTo>
                <a:lnTo>
                  <a:pt x="8638" y="3529"/>
                </a:lnTo>
                <a:lnTo>
                  <a:pt x="8662" y="3651"/>
                </a:lnTo>
                <a:lnTo>
                  <a:pt x="8662" y="3748"/>
                </a:lnTo>
                <a:lnTo>
                  <a:pt x="8638" y="3845"/>
                </a:lnTo>
                <a:lnTo>
                  <a:pt x="8614" y="3967"/>
                </a:lnTo>
                <a:lnTo>
                  <a:pt x="8516" y="4162"/>
                </a:lnTo>
                <a:lnTo>
                  <a:pt x="8297" y="4551"/>
                </a:lnTo>
                <a:lnTo>
                  <a:pt x="8200" y="4746"/>
                </a:lnTo>
                <a:lnTo>
                  <a:pt x="8103" y="4940"/>
                </a:lnTo>
                <a:lnTo>
                  <a:pt x="8054" y="5062"/>
                </a:lnTo>
                <a:lnTo>
                  <a:pt x="8054" y="5208"/>
                </a:lnTo>
                <a:lnTo>
                  <a:pt x="8054" y="5354"/>
                </a:lnTo>
                <a:lnTo>
                  <a:pt x="8078" y="5476"/>
                </a:lnTo>
                <a:lnTo>
                  <a:pt x="8127" y="5622"/>
                </a:lnTo>
                <a:lnTo>
                  <a:pt x="8224" y="5719"/>
                </a:lnTo>
                <a:lnTo>
                  <a:pt x="8297" y="5816"/>
                </a:lnTo>
                <a:lnTo>
                  <a:pt x="8419" y="5889"/>
                </a:lnTo>
                <a:lnTo>
                  <a:pt x="8492" y="5914"/>
                </a:lnTo>
                <a:lnTo>
                  <a:pt x="8565" y="5914"/>
                </a:lnTo>
                <a:lnTo>
                  <a:pt x="8614" y="5889"/>
                </a:lnTo>
                <a:lnTo>
                  <a:pt x="8662" y="5841"/>
                </a:lnTo>
                <a:lnTo>
                  <a:pt x="8711" y="5792"/>
                </a:lnTo>
                <a:lnTo>
                  <a:pt x="8711" y="5719"/>
                </a:lnTo>
                <a:lnTo>
                  <a:pt x="8687" y="5670"/>
                </a:lnTo>
                <a:lnTo>
                  <a:pt x="8662" y="5597"/>
                </a:lnTo>
                <a:lnTo>
                  <a:pt x="8589" y="5476"/>
                </a:lnTo>
                <a:lnTo>
                  <a:pt x="8541" y="5378"/>
                </a:lnTo>
                <a:lnTo>
                  <a:pt x="8516" y="5257"/>
                </a:lnTo>
                <a:lnTo>
                  <a:pt x="8516" y="5159"/>
                </a:lnTo>
                <a:lnTo>
                  <a:pt x="8541" y="5038"/>
                </a:lnTo>
                <a:lnTo>
                  <a:pt x="8565" y="4940"/>
                </a:lnTo>
                <a:lnTo>
                  <a:pt x="8687" y="4721"/>
                </a:lnTo>
                <a:lnTo>
                  <a:pt x="8954" y="4283"/>
                </a:lnTo>
                <a:lnTo>
                  <a:pt x="9076" y="4040"/>
                </a:lnTo>
                <a:lnTo>
                  <a:pt x="9100" y="3943"/>
                </a:lnTo>
                <a:lnTo>
                  <a:pt x="9125" y="3821"/>
                </a:lnTo>
                <a:lnTo>
                  <a:pt x="9125" y="3626"/>
                </a:lnTo>
                <a:lnTo>
                  <a:pt x="9076" y="3480"/>
                </a:lnTo>
                <a:lnTo>
                  <a:pt x="9027" y="3310"/>
                </a:lnTo>
                <a:lnTo>
                  <a:pt x="8930" y="3164"/>
                </a:lnTo>
                <a:lnTo>
                  <a:pt x="8784" y="2921"/>
                </a:lnTo>
                <a:lnTo>
                  <a:pt x="8711" y="2823"/>
                </a:lnTo>
                <a:lnTo>
                  <a:pt x="8662" y="2726"/>
                </a:lnTo>
                <a:lnTo>
                  <a:pt x="8662" y="2604"/>
                </a:lnTo>
                <a:lnTo>
                  <a:pt x="8662" y="2507"/>
                </a:lnTo>
                <a:lnTo>
                  <a:pt x="8711" y="2361"/>
                </a:lnTo>
                <a:lnTo>
                  <a:pt x="8784" y="2215"/>
                </a:lnTo>
                <a:lnTo>
                  <a:pt x="8954" y="1899"/>
                </a:lnTo>
                <a:lnTo>
                  <a:pt x="9076" y="1582"/>
                </a:lnTo>
                <a:lnTo>
                  <a:pt x="9125" y="1436"/>
                </a:lnTo>
                <a:lnTo>
                  <a:pt x="9149" y="1266"/>
                </a:lnTo>
                <a:lnTo>
                  <a:pt x="9149" y="1096"/>
                </a:lnTo>
                <a:lnTo>
                  <a:pt x="9125" y="901"/>
                </a:lnTo>
                <a:lnTo>
                  <a:pt x="9100" y="755"/>
                </a:lnTo>
                <a:lnTo>
                  <a:pt x="9052" y="609"/>
                </a:lnTo>
                <a:lnTo>
                  <a:pt x="8979" y="463"/>
                </a:lnTo>
                <a:lnTo>
                  <a:pt x="8881" y="341"/>
                </a:lnTo>
                <a:lnTo>
                  <a:pt x="8784" y="220"/>
                </a:lnTo>
                <a:lnTo>
                  <a:pt x="8662" y="122"/>
                </a:lnTo>
                <a:lnTo>
                  <a:pt x="8541" y="49"/>
                </a:lnTo>
                <a:lnTo>
                  <a:pt x="8395" y="1"/>
                </a:lnTo>
                <a:close/>
                <a:moveTo>
                  <a:pt x="6497" y="7982"/>
                </a:moveTo>
                <a:lnTo>
                  <a:pt x="6424" y="8079"/>
                </a:lnTo>
                <a:lnTo>
                  <a:pt x="6229" y="8055"/>
                </a:lnTo>
                <a:lnTo>
                  <a:pt x="5791" y="8030"/>
                </a:lnTo>
                <a:lnTo>
                  <a:pt x="6156" y="8006"/>
                </a:lnTo>
                <a:lnTo>
                  <a:pt x="6497" y="7982"/>
                </a:lnTo>
                <a:close/>
                <a:moveTo>
                  <a:pt x="10512" y="6911"/>
                </a:moveTo>
                <a:lnTo>
                  <a:pt x="11242" y="6960"/>
                </a:lnTo>
                <a:lnTo>
                  <a:pt x="11972" y="7009"/>
                </a:lnTo>
                <a:lnTo>
                  <a:pt x="12677" y="7106"/>
                </a:lnTo>
                <a:lnTo>
                  <a:pt x="13407" y="7228"/>
                </a:lnTo>
                <a:lnTo>
                  <a:pt x="14089" y="7374"/>
                </a:lnTo>
                <a:lnTo>
                  <a:pt x="14186" y="7422"/>
                </a:lnTo>
                <a:lnTo>
                  <a:pt x="14259" y="7471"/>
                </a:lnTo>
                <a:lnTo>
                  <a:pt x="14283" y="7520"/>
                </a:lnTo>
                <a:lnTo>
                  <a:pt x="14283" y="7593"/>
                </a:lnTo>
                <a:lnTo>
                  <a:pt x="14259" y="7666"/>
                </a:lnTo>
                <a:lnTo>
                  <a:pt x="14210" y="7714"/>
                </a:lnTo>
                <a:lnTo>
                  <a:pt x="14162" y="7787"/>
                </a:lnTo>
                <a:lnTo>
                  <a:pt x="14089" y="7836"/>
                </a:lnTo>
                <a:lnTo>
                  <a:pt x="13894" y="7909"/>
                </a:lnTo>
                <a:lnTo>
                  <a:pt x="13699" y="7958"/>
                </a:lnTo>
                <a:lnTo>
                  <a:pt x="13310" y="8030"/>
                </a:lnTo>
                <a:lnTo>
                  <a:pt x="12775" y="8079"/>
                </a:lnTo>
                <a:lnTo>
                  <a:pt x="12750" y="8006"/>
                </a:lnTo>
                <a:lnTo>
                  <a:pt x="12677" y="7982"/>
                </a:lnTo>
                <a:lnTo>
                  <a:pt x="12215" y="7860"/>
                </a:lnTo>
                <a:lnTo>
                  <a:pt x="11753" y="7787"/>
                </a:lnTo>
                <a:lnTo>
                  <a:pt x="11290" y="7714"/>
                </a:lnTo>
                <a:lnTo>
                  <a:pt x="10804" y="7666"/>
                </a:lnTo>
                <a:lnTo>
                  <a:pt x="9855" y="7617"/>
                </a:lnTo>
                <a:lnTo>
                  <a:pt x="8906" y="7593"/>
                </a:lnTo>
                <a:lnTo>
                  <a:pt x="7884" y="7593"/>
                </a:lnTo>
                <a:lnTo>
                  <a:pt x="6862" y="7641"/>
                </a:lnTo>
                <a:lnTo>
                  <a:pt x="6424" y="7666"/>
                </a:lnTo>
                <a:lnTo>
                  <a:pt x="5986" y="7714"/>
                </a:lnTo>
                <a:lnTo>
                  <a:pt x="5767" y="7739"/>
                </a:lnTo>
                <a:lnTo>
                  <a:pt x="5548" y="7787"/>
                </a:lnTo>
                <a:lnTo>
                  <a:pt x="5353" y="7860"/>
                </a:lnTo>
                <a:lnTo>
                  <a:pt x="5159" y="7933"/>
                </a:lnTo>
                <a:lnTo>
                  <a:pt x="5159" y="7958"/>
                </a:lnTo>
                <a:lnTo>
                  <a:pt x="5159" y="7982"/>
                </a:lnTo>
                <a:lnTo>
                  <a:pt x="5207" y="8006"/>
                </a:lnTo>
                <a:lnTo>
                  <a:pt x="5207" y="8006"/>
                </a:lnTo>
                <a:lnTo>
                  <a:pt x="4696" y="7958"/>
                </a:lnTo>
                <a:lnTo>
                  <a:pt x="4331" y="7933"/>
                </a:lnTo>
                <a:lnTo>
                  <a:pt x="3869" y="7909"/>
                </a:lnTo>
                <a:lnTo>
                  <a:pt x="3626" y="7860"/>
                </a:lnTo>
                <a:lnTo>
                  <a:pt x="3431" y="7787"/>
                </a:lnTo>
                <a:lnTo>
                  <a:pt x="3334" y="7739"/>
                </a:lnTo>
                <a:lnTo>
                  <a:pt x="3261" y="7666"/>
                </a:lnTo>
                <a:lnTo>
                  <a:pt x="3212" y="7617"/>
                </a:lnTo>
                <a:lnTo>
                  <a:pt x="3163" y="7520"/>
                </a:lnTo>
                <a:lnTo>
                  <a:pt x="3261" y="7471"/>
                </a:lnTo>
                <a:lnTo>
                  <a:pt x="3358" y="7398"/>
                </a:lnTo>
                <a:lnTo>
                  <a:pt x="3577" y="7325"/>
                </a:lnTo>
                <a:lnTo>
                  <a:pt x="3820" y="7301"/>
                </a:lnTo>
                <a:lnTo>
                  <a:pt x="4064" y="7276"/>
                </a:lnTo>
                <a:lnTo>
                  <a:pt x="5548" y="7130"/>
                </a:lnTo>
                <a:lnTo>
                  <a:pt x="6935" y="7009"/>
                </a:lnTo>
                <a:lnTo>
                  <a:pt x="8322" y="6936"/>
                </a:lnTo>
                <a:lnTo>
                  <a:pt x="9052" y="6911"/>
                </a:lnTo>
                <a:close/>
                <a:moveTo>
                  <a:pt x="7032" y="7933"/>
                </a:moveTo>
                <a:lnTo>
                  <a:pt x="6935" y="8079"/>
                </a:lnTo>
                <a:lnTo>
                  <a:pt x="6935" y="8103"/>
                </a:lnTo>
                <a:lnTo>
                  <a:pt x="6765" y="8079"/>
                </a:lnTo>
                <a:lnTo>
                  <a:pt x="6789" y="8030"/>
                </a:lnTo>
                <a:lnTo>
                  <a:pt x="6862" y="7958"/>
                </a:lnTo>
                <a:lnTo>
                  <a:pt x="6862" y="7933"/>
                </a:lnTo>
                <a:close/>
                <a:moveTo>
                  <a:pt x="7519" y="7909"/>
                </a:moveTo>
                <a:lnTo>
                  <a:pt x="7470" y="8006"/>
                </a:lnTo>
                <a:lnTo>
                  <a:pt x="7421" y="8103"/>
                </a:lnTo>
                <a:lnTo>
                  <a:pt x="7275" y="8103"/>
                </a:lnTo>
                <a:lnTo>
                  <a:pt x="7348" y="8006"/>
                </a:lnTo>
                <a:lnTo>
                  <a:pt x="7421" y="7909"/>
                </a:lnTo>
                <a:close/>
                <a:moveTo>
                  <a:pt x="8054" y="7909"/>
                </a:moveTo>
                <a:lnTo>
                  <a:pt x="7981" y="8006"/>
                </a:lnTo>
                <a:lnTo>
                  <a:pt x="7908" y="8103"/>
                </a:lnTo>
                <a:lnTo>
                  <a:pt x="7908" y="8128"/>
                </a:lnTo>
                <a:lnTo>
                  <a:pt x="7665" y="8128"/>
                </a:lnTo>
                <a:lnTo>
                  <a:pt x="7689" y="8030"/>
                </a:lnTo>
                <a:lnTo>
                  <a:pt x="7786" y="7909"/>
                </a:lnTo>
                <a:close/>
                <a:moveTo>
                  <a:pt x="8468" y="7909"/>
                </a:moveTo>
                <a:lnTo>
                  <a:pt x="8395" y="8006"/>
                </a:lnTo>
                <a:lnTo>
                  <a:pt x="8322" y="8128"/>
                </a:lnTo>
                <a:lnTo>
                  <a:pt x="8224" y="8128"/>
                </a:lnTo>
                <a:lnTo>
                  <a:pt x="8322" y="7909"/>
                </a:lnTo>
                <a:close/>
                <a:moveTo>
                  <a:pt x="8784" y="7909"/>
                </a:moveTo>
                <a:lnTo>
                  <a:pt x="8662" y="8128"/>
                </a:lnTo>
                <a:lnTo>
                  <a:pt x="8541" y="8128"/>
                </a:lnTo>
                <a:lnTo>
                  <a:pt x="8589" y="7909"/>
                </a:lnTo>
                <a:close/>
                <a:moveTo>
                  <a:pt x="10171" y="7958"/>
                </a:moveTo>
                <a:lnTo>
                  <a:pt x="10122" y="8006"/>
                </a:lnTo>
                <a:lnTo>
                  <a:pt x="10001" y="8128"/>
                </a:lnTo>
                <a:lnTo>
                  <a:pt x="9976" y="8128"/>
                </a:lnTo>
                <a:lnTo>
                  <a:pt x="10049" y="7958"/>
                </a:lnTo>
                <a:close/>
                <a:moveTo>
                  <a:pt x="10414" y="7982"/>
                </a:moveTo>
                <a:lnTo>
                  <a:pt x="10585" y="8006"/>
                </a:lnTo>
                <a:lnTo>
                  <a:pt x="10585" y="8055"/>
                </a:lnTo>
                <a:lnTo>
                  <a:pt x="10560" y="8128"/>
                </a:lnTo>
                <a:lnTo>
                  <a:pt x="10341" y="8128"/>
                </a:lnTo>
                <a:lnTo>
                  <a:pt x="10414" y="7982"/>
                </a:lnTo>
                <a:close/>
                <a:moveTo>
                  <a:pt x="10779" y="8006"/>
                </a:moveTo>
                <a:lnTo>
                  <a:pt x="11485" y="8103"/>
                </a:lnTo>
                <a:lnTo>
                  <a:pt x="10804" y="8128"/>
                </a:lnTo>
                <a:lnTo>
                  <a:pt x="10779" y="8055"/>
                </a:lnTo>
                <a:lnTo>
                  <a:pt x="10779" y="8006"/>
                </a:lnTo>
                <a:close/>
                <a:moveTo>
                  <a:pt x="9319" y="7909"/>
                </a:moveTo>
                <a:lnTo>
                  <a:pt x="9222" y="8030"/>
                </a:lnTo>
                <a:lnTo>
                  <a:pt x="9125" y="8152"/>
                </a:lnTo>
                <a:lnTo>
                  <a:pt x="8979" y="8152"/>
                </a:lnTo>
                <a:lnTo>
                  <a:pt x="9027" y="7909"/>
                </a:lnTo>
                <a:close/>
                <a:moveTo>
                  <a:pt x="9417" y="7909"/>
                </a:moveTo>
                <a:lnTo>
                  <a:pt x="9952" y="7958"/>
                </a:lnTo>
                <a:lnTo>
                  <a:pt x="9855" y="8103"/>
                </a:lnTo>
                <a:lnTo>
                  <a:pt x="9855" y="8128"/>
                </a:lnTo>
                <a:lnTo>
                  <a:pt x="9611" y="8128"/>
                </a:lnTo>
                <a:lnTo>
                  <a:pt x="9660" y="8030"/>
                </a:lnTo>
                <a:lnTo>
                  <a:pt x="9660" y="7982"/>
                </a:lnTo>
                <a:lnTo>
                  <a:pt x="9636" y="7958"/>
                </a:lnTo>
                <a:lnTo>
                  <a:pt x="9611" y="7933"/>
                </a:lnTo>
                <a:lnTo>
                  <a:pt x="9563" y="7958"/>
                </a:lnTo>
                <a:lnTo>
                  <a:pt x="9441" y="8103"/>
                </a:lnTo>
                <a:lnTo>
                  <a:pt x="9417" y="8152"/>
                </a:lnTo>
                <a:lnTo>
                  <a:pt x="9344" y="8152"/>
                </a:lnTo>
                <a:lnTo>
                  <a:pt x="9417" y="7933"/>
                </a:lnTo>
                <a:lnTo>
                  <a:pt x="9417" y="7909"/>
                </a:lnTo>
                <a:close/>
                <a:moveTo>
                  <a:pt x="1874" y="8955"/>
                </a:moveTo>
                <a:lnTo>
                  <a:pt x="2117" y="9004"/>
                </a:lnTo>
                <a:lnTo>
                  <a:pt x="2360" y="9052"/>
                </a:lnTo>
                <a:lnTo>
                  <a:pt x="2604" y="9052"/>
                </a:lnTo>
                <a:lnTo>
                  <a:pt x="2823" y="10342"/>
                </a:lnTo>
                <a:lnTo>
                  <a:pt x="3115" y="11607"/>
                </a:lnTo>
                <a:lnTo>
                  <a:pt x="3309" y="12362"/>
                </a:lnTo>
                <a:lnTo>
                  <a:pt x="3309" y="12362"/>
                </a:lnTo>
                <a:lnTo>
                  <a:pt x="3163" y="12167"/>
                </a:lnTo>
                <a:lnTo>
                  <a:pt x="2993" y="11997"/>
                </a:lnTo>
                <a:lnTo>
                  <a:pt x="2823" y="11826"/>
                </a:lnTo>
                <a:lnTo>
                  <a:pt x="2628" y="11656"/>
                </a:lnTo>
                <a:lnTo>
                  <a:pt x="2385" y="11486"/>
                </a:lnTo>
                <a:lnTo>
                  <a:pt x="2117" y="11315"/>
                </a:lnTo>
                <a:lnTo>
                  <a:pt x="1825" y="11145"/>
                </a:lnTo>
                <a:lnTo>
                  <a:pt x="1557" y="10950"/>
                </a:lnTo>
                <a:lnTo>
                  <a:pt x="1338" y="10731"/>
                </a:lnTo>
                <a:lnTo>
                  <a:pt x="1217" y="10610"/>
                </a:lnTo>
                <a:lnTo>
                  <a:pt x="1144" y="10464"/>
                </a:lnTo>
                <a:lnTo>
                  <a:pt x="1071" y="10342"/>
                </a:lnTo>
                <a:lnTo>
                  <a:pt x="998" y="10196"/>
                </a:lnTo>
                <a:lnTo>
                  <a:pt x="973" y="10050"/>
                </a:lnTo>
                <a:lnTo>
                  <a:pt x="949" y="9880"/>
                </a:lnTo>
                <a:lnTo>
                  <a:pt x="949" y="9734"/>
                </a:lnTo>
                <a:lnTo>
                  <a:pt x="998" y="9563"/>
                </a:lnTo>
                <a:lnTo>
                  <a:pt x="1046" y="9442"/>
                </a:lnTo>
                <a:lnTo>
                  <a:pt x="1119" y="9320"/>
                </a:lnTo>
                <a:lnTo>
                  <a:pt x="1241" y="9198"/>
                </a:lnTo>
                <a:lnTo>
                  <a:pt x="1338" y="9101"/>
                </a:lnTo>
                <a:lnTo>
                  <a:pt x="1484" y="9028"/>
                </a:lnTo>
                <a:lnTo>
                  <a:pt x="1630" y="8979"/>
                </a:lnTo>
                <a:lnTo>
                  <a:pt x="1752" y="8955"/>
                </a:lnTo>
                <a:close/>
                <a:moveTo>
                  <a:pt x="14137" y="15525"/>
                </a:moveTo>
                <a:lnTo>
                  <a:pt x="14405" y="15598"/>
                </a:lnTo>
                <a:lnTo>
                  <a:pt x="14405" y="15720"/>
                </a:lnTo>
                <a:lnTo>
                  <a:pt x="14405" y="15841"/>
                </a:lnTo>
                <a:lnTo>
                  <a:pt x="14381" y="15939"/>
                </a:lnTo>
                <a:lnTo>
                  <a:pt x="14356" y="16012"/>
                </a:lnTo>
                <a:lnTo>
                  <a:pt x="14283" y="16060"/>
                </a:lnTo>
                <a:lnTo>
                  <a:pt x="14235" y="16085"/>
                </a:lnTo>
                <a:lnTo>
                  <a:pt x="14137" y="16109"/>
                </a:lnTo>
                <a:lnTo>
                  <a:pt x="14040" y="16109"/>
                </a:lnTo>
                <a:lnTo>
                  <a:pt x="13529" y="16133"/>
                </a:lnTo>
                <a:lnTo>
                  <a:pt x="13018" y="16133"/>
                </a:lnTo>
                <a:lnTo>
                  <a:pt x="13213" y="15866"/>
                </a:lnTo>
                <a:lnTo>
                  <a:pt x="13383" y="15549"/>
                </a:lnTo>
                <a:lnTo>
                  <a:pt x="13797" y="15549"/>
                </a:lnTo>
                <a:lnTo>
                  <a:pt x="14137" y="15525"/>
                </a:lnTo>
                <a:close/>
                <a:moveTo>
                  <a:pt x="4623" y="15379"/>
                </a:moveTo>
                <a:lnTo>
                  <a:pt x="4891" y="15768"/>
                </a:lnTo>
                <a:lnTo>
                  <a:pt x="5183" y="16157"/>
                </a:lnTo>
                <a:lnTo>
                  <a:pt x="5183" y="16157"/>
                </a:lnTo>
                <a:lnTo>
                  <a:pt x="3796" y="16085"/>
                </a:lnTo>
                <a:lnTo>
                  <a:pt x="3674" y="16109"/>
                </a:lnTo>
                <a:lnTo>
                  <a:pt x="3577" y="16060"/>
                </a:lnTo>
                <a:lnTo>
                  <a:pt x="3504" y="15987"/>
                </a:lnTo>
                <a:lnTo>
                  <a:pt x="3455" y="15841"/>
                </a:lnTo>
                <a:lnTo>
                  <a:pt x="3772" y="15695"/>
                </a:lnTo>
                <a:lnTo>
                  <a:pt x="4185" y="15525"/>
                </a:lnTo>
                <a:lnTo>
                  <a:pt x="4623" y="15379"/>
                </a:lnTo>
                <a:close/>
                <a:moveTo>
                  <a:pt x="3017" y="7982"/>
                </a:moveTo>
                <a:lnTo>
                  <a:pt x="3163" y="8079"/>
                </a:lnTo>
                <a:lnTo>
                  <a:pt x="3309" y="8152"/>
                </a:lnTo>
                <a:lnTo>
                  <a:pt x="3480" y="8201"/>
                </a:lnTo>
                <a:lnTo>
                  <a:pt x="3650" y="8249"/>
                </a:lnTo>
                <a:lnTo>
                  <a:pt x="3991" y="8298"/>
                </a:lnTo>
                <a:lnTo>
                  <a:pt x="4331" y="8322"/>
                </a:lnTo>
                <a:lnTo>
                  <a:pt x="5329" y="8420"/>
                </a:lnTo>
                <a:lnTo>
                  <a:pt x="6302" y="8493"/>
                </a:lnTo>
                <a:lnTo>
                  <a:pt x="7300" y="8541"/>
                </a:lnTo>
                <a:lnTo>
                  <a:pt x="8297" y="8566"/>
                </a:lnTo>
                <a:lnTo>
                  <a:pt x="10293" y="8566"/>
                </a:lnTo>
                <a:lnTo>
                  <a:pt x="12288" y="8517"/>
                </a:lnTo>
                <a:lnTo>
                  <a:pt x="13067" y="8493"/>
                </a:lnTo>
                <a:lnTo>
                  <a:pt x="13432" y="8468"/>
                </a:lnTo>
                <a:lnTo>
                  <a:pt x="13821" y="8395"/>
                </a:lnTo>
                <a:lnTo>
                  <a:pt x="14016" y="8347"/>
                </a:lnTo>
                <a:lnTo>
                  <a:pt x="14235" y="8249"/>
                </a:lnTo>
                <a:lnTo>
                  <a:pt x="14454" y="8152"/>
                </a:lnTo>
                <a:lnTo>
                  <a:pt x="14648" y="8006"/>
                </a:lnTo>
                <a:lnTo>
                  <a:pt x="14648" y="8931"/>
                </a:lnTo>
                <a:lnTo>
                  <a:pt x="14478" y="8931"/>
                </a:lnTo>
                <a:lnTo>
                  <a:pt x="14308" y="8955"/>
                </a:lnTo>
                <a:lnTo>
                  <a:pt x="13943" y="9052"/>
                </a:lnTo>
                <a:lnTo>
                  <a:pt x="13334" y="9174"/>
                </a:lnTo>
                <a:lnTo>
                  <a:pt x="12726" y="9247"/>
                </a:lnTo>
                <a:lnTo>
                  <a:pt x="12458" y="9271"/>
                </a:lnTo>
                <a:lnTo>
                  <a:pt x="12191" y="9271"/>
                </a:lnTo>
                <a:lnTo>
                  <a:pt x="11655" y="9247"/>
                </a:lnTo>
                <a:lnTo>
                  <a:pt x="10585" y="9247"/>
                </a:lnTo>
                <a:lnTo>
                  <a:pt x="10536" y="9271"/>
                </a:lnTo>
                <a:lnTo>
                  <a:pt x="10536" y="9296"/>
                </a:lnTo>
                <a:lnTo>
                  <a:pt x="10536" y="9344"/>
                </a:lnTo>
                <a:lnTo>
                  <a:pt x="10560" y="9369"/>
                </a:lnTo>
                <a:lnTo>
                  <a:pt x="10828" y="9442"/>
                </a:lnTo>
                <a:lnTo>
                  <a:pt x="11096" y="9490"/>
                </a:lnTo>
                <a:lnTo>
                  <a:pt x="11363" y="9539"/>
                </a:lnTo>
                <a:lnTo>
                  <a:pt x="11631" y="9563"/>
                </a:lnTo>
                <a:lnTo>
                  <a:pt x="12191" y="9539"/>
                </a:lnTo>
                <a:lnTo>
                  <a:pt x="12726" y="9515"/>
                </a:lnTo>
                <a:lnTo>
                  <a:pt x="13213" y="9490"/>
                </a:lnTo>
                <a:lnTo>
                  <a:pt x="13724" y="9417"/>
                </a:lnTo>
                <a:lnTo>
                  <a:pt x="13967" y="9369"/>
                </a:lnTo>
                <a:lnTo>
                  <a:pt x="14210" y="9320"/>
                </a:lnTo>
                <a:lnTo>
                  <a:pt x="14429" y="9223"/>
                </a:lnTo>
                <a:lnTo>
                  <a:pt x="14648" y="9125"/>
                </a:lnTo>
                <a:lnTo>
                  <a:pt x="14648" y="9125"/>
                </a:lnTo>
                <a:lnTo>
                  <a:pt x="14600" y="9612"/>
                </a:lnTo>
                <a:lnTo>
                  <a:pt x="13748" y="9855"/>
                </a:lnTo>
                <a:lnTo>
                  <a:pt x="13310" y="9977"/>
                </a:lnTo>
                <a:lnTo>
                  <a:pt x="12872" y="10050"/>
                </a:lnTo>
                <a:lnTo>
                  <a:pt x="12410" y="10050"/>
                </a:lnTo>
                <a:lnTo>
                  <a:pt x="11947" y="10026"/>
                </a:lnTo>
                <a:lnTo>
                  <a:pt x="11485" y="9977"/>
                </a:lnTo>
                <a:lnTo>
                  <a:pt x="11266" y="9977"/>
                </a:lnTo>
                <a:lnTo>
                  <a:pt x="11047" y="10001"/>
                </a:lnTo>
                <a:lnTo>
                  <a:pt x="10974" y="10026"/>
                </a:lnTo>
                <a:lnTo>
                  <a:pt x="10950" y="10074"/>
                </a:lnTo>
                <a:lnTo>
                  <a:pt x="10950" y="10123"/>
                </a:lnTo>
                <a:lnTo>
                  <a:pt x="10998" y="10172"/>
                </a:lnTo>
                <a:lnTo>
                  <a:pt x="11217" y="10293"/>
                </a:lnTo>
                <a:lnTo>
                  <a:pt x="11461" y="10366"/>
                </a:lnTo>
                <a:lnTo>
                  <a:pt x="11704" y="10439"/>
                </a:lnTo>
                <a:lnTo>
                  <a:pt x="11996" y="10464"/>
                </a:lnTo>
                <a:lnTo>
                  <a:pt x="12264" y="10464"/>
                </a:lnTo>
                <a:lnTo>
                  <a:pt x="12531" y="10439"/>
                </a:lnTo>
                <a:lnTo>
                  <a:pt x="13042" y="10415"/>
                </a:lnTo>
                <a:lnTo>
                  <a:pt x="13432" y="10342"/>
                </a:lnTo>
                <a:lnTo>
                  <a:pt x="13821" y="10269"/>
                </a:lnTo>
                <a:lnTo>
                  <a:pt x="14210" y="10123"/>
                </a:lnTo>
                <a:lnTo>
                  <a:pt x="14551" y="9953"/>
                </a:lnTo>
                <a:lnTo>
                  <a:pt x="14551" y="10074"/>
                </a:lnTo>
                <a:lnTo>
                  <a:pt x="14454" y="10537"/>
                </a:lnTo>
                <a:lnTo>
                  <a:pt x="14113" y="10585"/>
                </a:lnTo>
                <a:lnTo>
                  <a:pt x="13772" y="10658"/>
                </a:lnTo>
                <a:lnTo>
                  <a:pt x="13456" y="10756"/>
                </a:lnTo>
                <a:lnTo>
                  <a:pt x="13140" y="10829"/>
                </a:lnTo>
                <a:lnTo>
                  <a:pt x="12702" y="10853"/>
                </a:lnTo>
                <a:lnTo>
                  <a:pt x="12264" y="10902"/>
                </a:lnTo>
                <a:lnTo>
                  <a:pt x="11826" y="10950"/>
                </a:lnTo>
                <a:lnTo>
                  <a:pt x="11607" y="10999"/>
                </a:lnTo>
                <a:lnTo>
                  <a:pt x="11412" y="11072"/>
                </a:lnTo>
                <a:lnTo>
                  <a:pt x="11388" y="11096"/>
                </a:lnTo>
                <a:lnTo>
                  <a:pt x="11412" y="11121"/>
                </a:lnTo>
                <a:lnTo>
                  <a:pt x="11607" y="11218"/>
                </a:lnTo>
                <a:lnTo>
                  <a:pt x="11826" y="11267"/>
                </a:lnTo>
                <a:lnTo>
                  <a:pt x="12045" y="11291"/>
                </a:lnTo>
                <a:lnTo>
                  <a:pt x="12288" y="11291"/>
                </a:lnTo>
                <a:lnTo>
                  <a:pt x="12750" y="11242"/>
                </a:lnTo>
                <a:lnTo>
                  <a:pt x="13188" y="11194"/>
                </a:lnTo>
                <a:lnTo>
                  <a:pt x="13748" y="11121"/>
                </a:lnTo>
                <a:lnTo>
                  <a:pt x="14064" y="11048"/>
                </a:lnTo>
                <a:lnTo>
                  <a:pt x="14356" y="10950"/>
                </a:lnTo>
                <a:lnTo>
                  <a:pt x="14162" y="11729"/>
                </a:lnTo>
                <a:lnTo>
                  <a:pt x="13845" y="11753"/>
                </a:lnTo>
                <a:lnTo>
                  <a:pt x="13553" y="11778"/>
                </a:lnTo>
                <a:lnTo>
                  <a:pt x="12921" y="11875"/>
                </a:lnTo>
                <a:lnTo>
                  <a:pt x="12653" y="11875"/>
                </a:lnTo>
                <a:lnTo>
                  <a:pt x="12337" y="11899"/>
                </a:lnTo>
                <a:lnTo>
                  <a:pt x="12191" y="11899"/>
                </a:lnTo>
                <a:lnTo>
                  <a:pt x="12069" y="11948"/>
                </a:lnTo>
                <a:lnTo>
                  <a:pt x="11923" y="11997"/>
                </a:lnTo>
                <a:lnTo>
                  <a:pt x="11801" y="12070"/>
                </a:lnTo>
                <a:lnTo>
                  <a:pt x="11801" y="12094"/>
                </a:lnTo>
                <a:lnTo>
                  <a:pt x="11801" y="12118"/>
                </a:lnTo>
                <a:lnTo>
                  <a:pt x="11923" y="12191"/>
                </a:lnTo>
                <a:lnTo>
                  <a:pt x="12069" y="12240"/>
                </a:lnTo>
                <a:lnTo>
                  <a:pt x="12191" y="12264"/>
                </a:lnTo>
                <a:lnTo>
                  <a:pt x="12653" y="12264"/>
                </a:lnTo>
                <a:lnTo>
                  <a:pt x="12921" y="12216"/>
                </a:lnTo>
                <a:lnTo>
                  <a:pt x="13505" y="12167"/>
                </a:lnTo>
                <a:lnTo>
                  <a:pt x="13772" y="12143"/>
                </a:lnTo>
                <a:lnTo>
                  <a:pt x="14064" y="12070"/>
                </a:lnTo>
                <a:lnTo>
                  <a:pt x="14064" y="12070"/>
                </a:lnTo>
                <a:lnTo>
                  <a:pt x="13943" y="12483"/>
                </a:lnTo>
                <a:lnTo>
                  <a:pt x="13845" y="12848"/>
                </a:lnTo>
                <a:lnTo>
                  <a:pt x="13724" y="12800"/>
                </a:lnTo>
                <a:lnTo>
                  <a:pt x="13626" y="12775"/>
                </a:lnTo>
                <a:lnTo>
                  <a:pt x="13383" y="12775"/>
                </a:lnTo>
                <a:lnTo>
                  <a:pt x="12896" y="12848"/>
                </a:lnTo>
                <a:lnTo>
                  <a:pt x="12337" y="12897"/>
                </a:lnTo>
                <a:lnTo>
                  <a:pt x="12069" y="12946"/>
                </a:lnTo>
                <a:lnTo>
                  <a:pt x="11777" y="13043"/>
                </a:lnTo>
                <a:lnTo>
                  <a:pt x="11753" y="13067"/>
                </a:lnTo>
                <a:lnTo>
                  <a:pt x="11753" y="13116"/>
                </a:lnTo>
                <a:lnTo>
                  <a:pt x="11777" y="13165"/>
                </a:lnTo>
                <a:lnTo>
                  <a:pt x="11801" y="13189"/>
                </a:lnTo>
                <a:lnTo>
                  <a:pt x="12069" y="13238"/>
                </a:lnTo>
                <a:lnTo>
                  <a:pt x="12361" y="13238"/>
                </a:lnTo>
                <a:lnTo>
                  <a:pt x="12896" y="13213"/>
                </a:lnTo>
                <a:lnTo>
                  <a:pt x="13334" y="13189"/>
                </a:lnTo>
                <a:lnTo>
                  <a:pt x="13578" y="13165"/>
                </a:lnTo>
                <a:lnTo>
                  <a:pt x="13675" y="13140"/>
                </a:lnTo>
                <a:lnTo>
                  <a:pt x="13772" y="13092"/>
                </a:lnTo>
                <a:lnTo>
                  <a:pt x="13772" y="13092"/>
                </a:lnTo>
                <a:lnTo>
                  <a:pt x="13505" y="13870"/>
                </a:lnTo>
                <a:lnTo>
                  <a:pt x="13310" y="13870"/>
                </a:lnTo>
                <a:lnTo>
                  <a:pt x="13115" y="13895"/>
                </a:lnTo>
                <a:lnTo>
                  <a:pt x="12896" y="13919"/>
                </a:lnTo>
                <a:lnTo>
                  <a:pt x="12702" y="13943"/>
                </a:lnTo>
                <a:lnTo>
                  <a:pt x="12483" y="13943"/>
                </a:lnTo>
                <a:lnTo>
                  <a:pt x="12239" y="13919"/>
                </a:lnTo>
                <a:lnTo>
                  <a:pt x="11777" y="13870"/>
                </a:lnTo>
                <a:lnTo>
                  <a:pt x="11753" y="13895"/>
                </a:lnTo>
                <a:lnTo>
                  <a:pt x="11753" y="13919"/>
                </a:lnTo>
                <a:lnTo>
                  <a:pt x="11947" y="14041"/>
                </a:lnTo>
                <a:lnTo>
                  <a:pt x="12142" y="14138"/>
                </a:lnTo>
                <a:lnTo>
                  <a:pt x="12361" y="14187"/>
                </a:lnTo>
                <a:lnTo>
                  <a:pt x="12604" y="14211"/>
                </a:lnTo>
                <a:lnTo>
                  <a:pt x="12775" y="14235"/>
                </a:lnTo>
                <a:lnTo>
                  <a:pt x="13188" y="14235"/>
                </a:lnTo>
                <a:lnTo>
                  <a:pt x="13383" y="14187"/>
                </a:lnTo>
                <a:lnTo>
                  <a:pt x="13383" y="14187"/>
                </a:lnTo>
                <a:lnTo>
                  <a:pt x="13286" y="14430"/>
                </a:lnTo>
                <a:lnTo>
                  <a:pt x="13261" y="14454"/>
                </a:lnTo>
                <a:lnTo>
                  <a:pt x="13237" y="14479"/>
                </a:lnTo>
                <a:lnTo>
                  <a:pt x="13213" y="14576"/>
                </a:lnTo>
                <a:lnTo>
                  <a:pt x="13140" y="14527"/>
                </a:lnTo>
                <a:lnTo>
                  <a:pt x="12872" y="14527"/>
                </a:lnTo>
                <a:lnTo>
                  <a:pt x="12507" y="14552"/>
                </a:lnTo>
                <a:lnTo>
                  <a:pt x="12288" y="14552"/>
                </a:lnTo>
                <a:lnTo>
                  <a:pt x="12069" y="14503"/>
                </a:lnTo>
                <a:lnTo>
                  <a:pt x="11850" y="14479"/>
                </a:lnTo>
                <a:lnTo>
                  <a:pt x="11631" y="14454"/>
                </a:lnTo>
                <a:lnTo>
                  <a:pt x="11582" y="14479"/>
                </a:lnTo>
                <a:lnTo>
                  <a:pt x="11558" y="14503"/>
                </a:lnTo>
                <a:lnTo>
                  <a:pt x="11558" y="14552"/>
                </a:lnTo>
                <a:lnTo>
                  <a:pt x="11582" y="14600"/>
                </a:lnTo>
                <a:lnTo>
                  <a:pt x="11655" y="14673"/>
                </a:lnTo>
                <a:lnTo>
                  <a:pt x="11753" y="14746"/>
                </a:lnTo>
                <a:lnTo>
                  <a:pt x="11947" y="14844"/>
                </a:lnTo>
                <a:lnTo>
                  <a:pt x="12166" y="14917"/>
                </a:lnTo>
                <a:lnTo>
                  <a:pt x="12410" y="14941"/>
                </a:lnTo>
                <a:lnTo>
                  <a:pt x="12750" y="14941"/>
                </a:lnTo>
                <a:lnTo>
                  <a:pt x="12945" y="14892"/>
                </a:lnTo>
                <a:lnTo>
                  <a:pt x="13115" y="14819"/>
                </a:lnTo>
                <a:lnTo>
                  <a:pt x="12872" y="15257"/>
                </a:lnTo>
                <a:lnTo>
                  <a:pt x="12750" y="15233"/>
                </a:lnTo>
                <a:lnTo>
                  <a:pt x="12629" y="15257"/>
                </a:lnTo>
                <a:lnTo>
                  <a:pt x="12385" y="15257"/>
                </a:lnTo>
                <a:lnTo>
                  <a:pt x="12191" y="15233"/>
                </a:lnTo>
                <a:lnTo>
                  <a:pt x="11996" y="15209"/>
                </a:lnTo>
                <a:lnTo>
                  <a:pt x="11801" y="15184"/>
                </a:lnTo>
                <a:lnTo>
                  <a:pt x="11631" y="15184"/>
                </a:lnTo>
                <a:lnTo>
                  <a:pt x="11582" y="15209"/>
                </a:lnTo>
                <a:lnTo>
                  <a:pt x="11607" y="15257"/>
                </a:lnTo>
                <a:lnTo>
                  <a:pt x="11655" y="15330"/>
                </a:lnTo>
                <a:lnTo>
                  <a:pt x="11728" y="15403"/>
                </a:lnTo>
                <a:lnTo>
                  <a:pt x="11801" y="15476"/>
                </a:lnTo>
                <a:lnTo>
                  <a:pt x="11899" y="15525"/>
                </a:lnTo>
                <a:lnTo>
                  <a:pt x="12093" y="15574"/>
                </a:lnTo>
                <a:lnTo>
                  <a:pt x="12288" y="15598"/>
                </a:lnTo>
                <a:lnTo>
                  <a:pt x="12458" y="15622"/>
                </a:lnTo>
                <a:lnTo>
                  <a:pt x="12653" y="15622"/>
                </a:lnTo>
                <a:lnTo>
                  <a:pt x="12458" y="15890"/>
                </a:lnTo>
                <a:lnTo>
                  <a:pt x="12264" y="15866"/>
                </a:lnTo>
                <a:lnTo>
                  <a:pt x="12045" y="15890"/>
                </a:lnTo>
                <a:lnTo>
                  <a:pt x="11826" y="15866"/>
                </a:lnTo>
                <a:lnTo>
                  <a:pt x="11631" y="15841"/>
                </a:lnTo>
                <a:lnTo>
                  <a:pt x="11558" y="15841"/>
                </a:lnTo>
                <a:lnTo>
                  <a:pt x="11461" y="15890"/>
                </a:lnTo>
                <a:lnTo>
                  <a:pt x="11509" y="15987"/>
                </a:lnTo>
                <a:lnTo>
                  <a:pt x="11607" y="16060"/>
                </a:lnTo>
                <a:lnTo>
                  <a:pt x="11728" y="16133"/>
                </a:lnTo>
                <a:lnTo>
                  <a:pt x="11850" y="16157"/>
                </a:lnTo>
                <a:lnTo>
                  <a:pt x="8930" y="16206"/>
                </a:lnTo>
                <a:lnTo>
                  <a:pt x="7324" y="16206"/>
                </a:lnTo>
                <a:lnTo>
                  <a:pt x="5694" y="16182"/>
                </a:lnTo>
                <a:lnTo>
                  <a:pt x="5718" y="16109"/>
                </a:lnTo>
                <a:lnTo>
                  <a:pt x="5718" y="16036"/>
                </a:lnTo>
                <a:lnTo>
                  <a:pt x="5694" y="15963"/>
                </a:lnTo>
                <a:lnTo>
                  <a:pt x="5645" y="15890"/>
                </a:lnTo>
                <a:lnTo>
                  <a:pt x="5305" y="15428"/>
                </a:lnTo>
                <a:lnTo>
                  <a:pt x="5013" y="14965"/>
                </a:lnTo>
                <a:lnTo>
                  <a:pt x="4721" y="14454"/>
                </a:lnTo>
                <a:lnTo>
                  <a:pt x="4477" y="13968"/>
                </a:lnTo>
                <a:lnTo>
                  <a:pt x="4258" y="13432"/>
                </a:lnTo>
                <a:lnTo>
                  <a:pt x="4064" y="12897"/>
                </a:lnTo>
                <a:lnTo>
                  <a:pt x="3869" y="12362"/>
                </a:lnTo>
                <a:lnTo>
                  <a:pt x="3723" y="11826"/>
                </a:lnTo>
                <a:lnTo>
                  <a:pt x="3553" y="11267"/>
                </a:lnTo>
                <a:lnTo>
                  <a:pt x="3431" y="10683"/>
                </a:lnTo>
                <a:lnTo>
                  <a:pt x="3163" y="9539"/>
                </a:lnTo>
                <a:lnTo>
                  <a:pt x="3090" y="9125"/>
                </a:lnTo>
                <a:lnTo>
                  <a:pt x="3042" y="8736"/>
                </a:lnTo>
                <a:lnTo>
                  <a:pt x="3017" y="8371"/>
                </a:lnTo>
                <a:lnTo>
                  <a:pt x="3017" y="7982"/>
                </a:lnTo>
                <a:close/>
                <a:moveTo>
                  <a:pt x="4258" y="14746"/>
                </a:moveTo>
                <a:lnTo>
                  <a:pt x="4502" y="15209"/>
                </a:lnTo>
                <a:lnTo>
                  <a:pt x="4064" y="15257"/>
                </a:lnTo>
                <a:lnTo>
                  <a:pt x="3626" y="15379"/>
                </a:lnTo>
                <a:lnTo>
                  <a:pt x="3455" y="15428"/>
                </a:lnTo>
                <a:lnTo>
                  <a:pt x="3285" y="15501"/>
                </a:lnTo>
                <a:lnTo>
                  <a:pt x="3115" y="15622"/>
                </a:lnTo>
                <a:lnTo>
                  <a:pt x="3042" y="15671"/>
                </a:lnTo>
                <a:lnTo>
                  <a:pt x="2993" y="15744"/>
                </a:lnTo>
                <a:lnTo>
                  <a:pt x="2944" y="15914"/>
                </a:lnTo>
                <a:lnTo>
                  <a:pt x="2944" y="16060"/>
                </a:lnTo>
                <a:lnTo>
                  <a:pt x="2993" y="16182"/>
                </a:lnTo>
                <a:lnTo>
                  <a:pt x="3066" y="16279"/>
                </a:lnTo>
                <a:lnTo>
                  <a:pt x="3163" y="16352"/>
                </a:lnTo>
                <a:lnTo>
                  <a:pt x="3309" y="16401"/>
                </a:lnTo>
                <a:lnTo>
                  <a:pt x="3455" y="16449"/>
                </a:lnTo>
                <a:lnTo>
                  <a:pt x="3601" y="16474"/>
                </a:lnTo>
                <a:lnTo>
                  <a:pt x="4283" y="16547"/>
                </a:lnTo>
                <a:lnTo>
                  <a:pt x="4988" y="16571"/>
                </a:lnTo>
                <a:lnTo>
                  <a:pt x="6375" y="16620"/>
                </a:lnTo>
                <a:lnTo>
                  <a:pt x="9125" y="16620"/>
                </a:lnTo>
                <a:lnTo>
                  <a:pt x="11801" y="16571"/>
                </a:lnTo>
                <a:lnTo>
                  <a:pt x="13018" y="16571"/>
                </a:lnTo>
                <a:lnTo>
                  <a:pt x="13626" y="16547"/>
                </a:lnTo>
                <a:lnTo>
                  <a:pt x="13943" y="16522"/>
                </a:lnTo>
                <a:lnTo>
                  <a:pt x="14235" y="16498"/>
                </a:lnTo>
                <a:lnTo>
                  <a:pt x="14381" y="16449"/>
                </a:lnTo>
                <a:lnTo>
                  <a:pt x="14527" y="16376"/>
                </a:lnTo>
                <a:lnTo>
                  <a:pt x="14673" y="16303"/>
                </a:lnTo>
                <a:lnTo>
                  <a:pt x="14819" y="16182"/>
                </a:lnTo>
                <a:lnTo>
                  <a:pt x="14916" y="16060"/>
                </a:lnTo>
                <a:lnTo>
                  <a:pt x="14965" y="15914"/>
                </a:lnTo>
                <a:lnTo>
                  <a:pt x="14965" y="15841"/>
                </a:lnTo>
                <a:lnTo>
                  <a:pt x="14965" y="15744"/>
                </a:lnTo>
                <a:lnTo>
                  <a:pt x="14940" y="15671"/>
                </a:lnTo>
                <a:lnTo>
                  <a:pt x="14916" y="15574"/>
                </a:lnTo>
                <a:lnTo>
                  <a:pt x="14794" y="15403"/>
                </a:lnTo>
                <a:lnTo>
                  <a:pt x="14648" y="15282"/>
                </a:lnTo>
                <a:lnTo>
                  <a:pt x="14478" y="15209"/>
                </a:lnTo>
                <a:lnTo>
                  <a:pt x="14308" y="15184"/>
                </a:lnTo>
                <a:lnTo>
                  <a:pt x="14137" y="15160"/>
                </a:lnTo>
                <a:lnTo>
                  <a:pt x="13553" y="15160"/>
                </a:lnTo>
                <a:lnTo>
                  <a:pt x="13699" y="14819"/>
                </a:lnTo>
                <a:lnTo>
                  <a:pt x="13724" y="14771"/>
                </a:lnTo>
                <a:lnTo>
                  <a:pt x="14454" y="14844"/>
                </a:lnTo>
                <a:lnTo>
                  <a:pt x="14794" y="14917"/>
                </a:lnTo>
                <a:lnTo>
                  <a:pt x="15135" y="14990"/>
                </a:lnTo>
                <a:lnTo>
                  <a:pt x="15500" y="15087"/>
                </a:lnTo>
                <a:lnTo>
                  <a:pt x="15816" y="15184"/>
                </a:lnTo>
                <a:lnTo>
                  <a:pt x="16157" y="15330"/>
                </a:lnTo>
                <a:lnTo>
                  <a:pt x="16497" y="15452"/>
                </a:lnTo>
                <a:lnTo>
                  <a:pt x="16741" y="15598"/>
                </a:lnTo>
                <a:lnTo>
                  <a:pt x="16911" y="15744"/>
                </a:lnTo>
                <a:lnTo>
                  <a:pt x="17033" y="15914"/>
                </a:lnTo>
                <a:lnTo>
                  <a:pt x="17081" y="16060"/>
                </a:lnTo>
                <a:lnTo>
                  <a:pt x="17081" y="16230"/>
                </a:lnTo>
                <a:lnTo>
                  <a:pt x="17008" y="16401"/>
                </a:lnTo>
                <a:lnTo>
                  <a:pt x="16911" y="16547"/>
                </a:lnTo>
                <a:lnTo>
                  <a:pt x="16789" y="16717"/>
                </a:lnTo>
                <a:lnTo>
                  <a:pt x="16643" y="16863"/>
                </a:lnTo>
                <a:lnTo>
                  <a:pt x="16449" y="17009"/>
                </a:lnTo>
                <a:lnTo>
                  <a:pt x="16059" y="17277"/>
                </a:lnTo>
                <a:lnTo>
                  <a:pt x="15670" y="17496"/>
                </a:lnTo>
                <a:lnTo>
                  <a:pt x="15305" y="17642"/>
                </a:lnTo>
                <a:lnTo>
                  <a:pt x="14965" y="17763"/>
                </a:lnTo>
                <a:lnTo>
                  <a:pt x="14600" y="17836"/>
                </a:lnTo>
                <a:lnTo>
                  <a:pt x="14259" y="17909"/>
                </a:lnTo>
                <a:lnTo>
                  <a:pt x="13894" y="17958"/>
                </a:lnTo>
                <a:lnTo>
                  <a:pt x="13140" y="18007"/>
                </a:lnTo>
                <a:lnTo>
                  <a:pt x="12410" y="18055"/>
                </a:lnTo>
                <a:lnTo>
                  <a:pt x="11558" y="18080"/>
                </a:lnTo>
                <a:lnTo>
                  <a:pt x="10706" y="18080"/>
                </a:lnTo>
                <a:lnTo>
                  <a:pt x="9027" y="18055"/>
                </a:lnTo>
                <a:lnTo>
                  <a:pt x="7324" y="18031"/>
                </a:lnTo>
                <a:lnTo>
                  <a:pt x="6473" y="18007"/>
                </a:lnTo>
                <a:lnTo>
                  <a:pt x="5645" y="17982"/>
                </a:lnTo>
                <a:lnTo>
                  <a:pt x="4794" y="17934"/>
                </a:lnTo>
                <a:lnTo>
                  <a:pt x="3942" y="17861"/>
                </a:lnTo>
                <a:lnTo>
                  <a:pt x="3115" y="17739"/>
                </a:lnTo>
                <a:lnTo>
                  <a:pt x="2287" y="17593"/>
                </a:lnTo>
                <a:lnTo>
                  <a:pt x="1898" y="17496"/>
                </a:lnTo>
                <a:lnTo>
                  <a:pt x="1509" y="17350"/>
                </a:lnTo>
                <a:lnTo>
                  <a:pt x="1168" y="17179"/>
                </a:lnTo>
                <a:lnTo>
                  <a:pt x="827" y="16985"/>
                </a:lnTo>
                <a:lnTo>
                  <a:pt x="633" y="16839"/>
                </a:lnTo>
                <a:lnTo>
                  <a:pt x="487" y="16668"/>
                </a:lnTo>
                <a:lnTo>
                  <a:pt x="365" y="16449"/>
                </a:lnTo>
                <a:lnTo>
                  <a:pt x="316" y="16328"/>
                </a:lnTo>
                <a:lnTo>
                  <a:pt x="316" y="16230"/>
                </a:lnTo>
                <a:lnTo>
                  <a:pt x="316" y="16085"/>
                </a:lnTo>
                <a:lnTo>
                  <a:pt x="341" y="15963"/>
                </a:lnTo>
                <a:lnTo>
                  <a:pt x="414" y="15866"/>
                </a:lnTo>
                <a:lnTo>
                  <a:pt x="511" y="15768"/>
                </a:lnTo>
                <a:lnTo>
                  <a:pt x="730" y="15622"/>
                </a:lnTo>
                <a:lnTo>
                  <a:pt x="949" y="15501"/>
                </a:lnTo>
                <a:lnTo>
                  <a:pt x="1314" y="15330"/>
                </a:lnTo>
                <a:lnTo>
                  <a:pt x="1728" y="15184"/>
                </a:lnTo>
                <a:lnTo>
                  <a:pt x="2141" y="15063"/>
                </a:lnTo>
                <a:lnTo>
                  <a:pt x="2555" y="14965"/>
                </a:lnTo>
                <a:lnTo>
                  <a:pt x="2993" y="14892"/>
                </a:lnTo>
                <a:lnTo>
                  <a:pt x="3407" y="14844"/>
                </a:lnTo>
                <a:lnTo>
                  <a:pt x="4258" y="14746"/>
                </a:lnTo>
                <a:close/>
                <a:moveTo>
                  <a:pt x="9076" y="6498"/>
                </a:moveTo>
                <a:lnTo>
                  <a:pt x="8103" y="6522"/>
                </a:lnTo>
                <a:lnTo>
                  <a:pt x="7129" y="6571"/>
                </a:lnTo>
                <a:lnTo>
                  <a:pt x="6156" y="6644"/>
                </a:lnTo>
                <a:lnTo>
                  <a:pt x="5183" y="6717"/>
                </a:lnTo>
                <a:lnTo>
                  <a:pt x="4526" y="6765"/>
                </a:lnTo>
                <a:lnTo>
                  <a:pt x="4161" y="6790"/>
                </a:lnTo>
                <a:lnTo>
                  <a:pt x="3796" y="6838"/>
                </a:lnTo>
                <a:lnTo>
                  <a:pt x="3431" y="6911"/>
                </a:lnTo>
                <a:lnTo>
                  <a:pt x="3285" y="6960"/>
                </a:lnTo>
                <a:lnTo>
                  <a:pt x="3115" y="7033"/>
                </a:lnTo>
                <a:lnTo>
                  <a:pt x="2993" y="7106"/>
                </a:lnTo>
                <a:lnTo>
                  <a:pt x="2847" y="7228"/>
                </a:lnTo>
                <a:lnTo>
                  <a:pt x="2750" y="7325"/>
                </a:lnTo>
                <a:lnTo>
                  <a:pt x="2652" y="7471"/>
                </a:lnTo>
                <a:lnTo>
                  <a:pt x="2628" y="7520"/>
                </a:lnTo>
                <a:lnTo>
                  <a:pt x="2628" y="7593"/>
                </a:lnTo>
                <a:lnTo>
                  <a:pt x="2652" y="7666"/>
                </a:lnTo>
                <a:lnTo>
                  <a:pt x="2579" y="7812"/>
                </a:lnTo>
                <a:lnTo>
                  <a:pt x="2555" y="7982"/>
                </a:lnTo>
                <a:lnTo>
                  <a:pt x="2531" y="8152"/>
                </a:lnTo>
                <a:lnTo>
                  <a:pt x="2506" y="8298"/>
                </a:lnTo>
                <a:lnTo>
                  <a:pt x="2360" y="8249"/>
                </a:lnTo>
                <a:lnTo>
                  <a:pt x="2214" y="8201"/>
                </a:lnTo>
                <a:lnTo>
                  <a:pt x="2044" y="8176"/>
                </a:lnTo>
                <a:lnTo>
                  <a:pt x="1874" y="8176"/>
                </a:lnTo>
                <a:lnTo>
                  <a:pt x="1557" y="8201"/>
                </a:lnTo>
                <a:lnTo>
                  <a:pt x="1265" y="8249"/>
                </a:lnTo>
                <a:lnTo>
                  <a:pt x="1046" y="8347"/>
                </a:lnTo>
                <a:lnTo>
                  <a:pt x="827" y="8468"/>
                </a:lnTo>
                <a:lnTo>
                  <a:pt x="657" y="8639"/>
                </a:lnTo>
                <a:lnTo>
                  <a:pt x="487" y="8833"/>
                </a:lnTo>
                <a:lnTo>
                  <a:pt x="365" y="9052"/>
                </a:lnTo>
                <a:lnTo>
                  <a:pt x="268" y="9271"/>
                </a:lnTo>
                <a:lnTo>
                  <a:pt x="195" y="9515"/>
                </a:lnTo>
                <a:lnTo>
                  <a:pt x="170" y="9758"/>
                </a:lnTo>
                <a:lnTo>
                  <a:pt x="170" y="10026"/>
                </a:lnTo>
                <a:lnTo>
                  <a:pt x="219" y="10293"/>
                </a:lnTo>
                <a:lnTo>
                  <a:pt x="292" y="10537"/>
                </a:lnTo>
                <a:lnTo>
                  <a:pt x="389" y="10780"/>
                </a:lnTo>
                <a:lnTo>
                  <a:pt x="535" y="10999"/>
                </a:lnTo>
                <a:lnTo>
                  <a:pt x="706" y="11194"/>
                </a:lnTo>
                <a:lnTo>
                  <a:pt x="900" y="11388"/>
                </a:lnTo>
                <a:lnTo>
                  <a:pt x="1095" y="11559"/>
                </a:lnTo>
                <a:lnTo>
                  <a:pt x="1363" y="11729"/>
                </a:lnTo>
                <a:lnTo>
                  <a:pt x="1606" y="11899"/>
                </a:lnTo>
                <a:lnTo>
                  <a:pt x="2117" y="12240"/>
                </a:lnTo>
                <a:lnTo>
                  <a:pt x="2409" y="12459"/>
                </a:lnTo>
                <a:lnTo>
                  <a:pt x="2531" y="12581"/>
                </a:lnTo>
                <a:lnTo>
                  <a:pt x="2652" y="12727"/>
                </a:lnTo>
                <a:lnTo>
                  <a:pt x="2725" y="12873"/>
                </a:lnTo>
                <a:lnTo>
                  <a:pt x="2774" y="13043"/>
                </a:lnTo>
                <a:lnTo>
                  <a:pt x="2750" y="13165"/>
                </a:lnTo>
                <a:lnTo>
                  <a:pt x="2725" y="13238"/>
                </a:lnTo>
                <a:lnTo>
                  <a:pt x="2677" y="13262"/>
                </a:lnTo>
                <a:lnTo>
                  <a:pt x="2604" y="13262"/>
                </a:lnTo>
                <a:lnTo>
                  <a:pt x="2531" y="13213"/>
                </a:lnTo>
                <a:lnTo>
                  <a:pt x="2458" y="13189"/>
                </a:lnTo>
                <a:lnTo>
                  <a:pt x="2312" y="13165"/>
                </a:lnTo>
                <a:lnTo>
                  <a:pt x="2190" y="13213"/>
                </a:lnTo>
                <a:lnTo>
                  <a:pt x="2068" y="13286"/>
                </a:lnTo>
                <a:lnTo>
                  <a:pt x="1995" y="13408"/>
                </a:lnTo>
                <a:lnTo>
                  <a:pt x="1971" y="13530"/>
                </a:lnTo>
                <a:lnTo>
                  <a:pt x="1971" y="13603"/>
                </a:lnTo>
                <a:lnTo>
                  <a:pt x="1995" y="13651"/>
                </a:lnTo>
                <a:lnTo>
                  <a:pt x="2020" y="13724"/>
                </a:lnTo>
                <a:lnTo>
                  <a:pt x="2093" y="13773"/>
                </a:lnTo>
                <a:lnTo>
                  <a:pt x="2263" y="13895"/>
                </a:lnTo>
                <a:lnTo>
                  <a:pt x="2458" y="13968"/>
                </a:lnTo>
                <a:lnTo>
                  <a:pt x="2677" y="13992"/>
                </a:lnTo>
                <a:lnTo>
                  <a:pt x="2871" y="13968"/>
                </a:lnTo>
                <a:lnTo>
                  <a:pt x="3066" y="13895"/>
                </a:lnTo>
                <a:lnTo>
                  <a:pt x="3236" y="13773"/>
                </a:lnTo>
                <a:lnTo>
                  <a:pt x="3309" y="13700"/>
                </a:lnTo>
                <a:lnTo>
                  <a:pt x="3358" y="13603"/>
                </a:lnTo>
                <a:lnTo>
                  <a:pt x="3431" y="13505"/>
                </a:lnTo>
                <a:lnTo>
                  <a:pt x="3455" y="13408"/>
                </a:lnTo>
                <a:lnTo>
                  <a:pt x="3504" y="13213"/>
                </a:lnTo>
                <a:lnTo>
                  <a:pt x="3504" y="13019"/>
                </a:lnTo>
                <a:lnTo>
                  <a:pt x="3650" y="13432"/>
                </a:lnTo>
                <a:lnTo>
                  <a:pt x="3820" y="13822"/>
                </a:lnTo>
                <a:lnTo>
                  <a:pt x="3991" y="14211"/>
                </a:lnTo>
                <a:lnTo>
                  <a:pt x="4185" y="14600"/>
                </a:lnTo>
                <a:lnTo>
                  <a:pt x="3723" y="14600"/>
                </a:lnTo>
                <a:lnTo>
                  <a:pt x="3285" y="14625"/>
                </a:lnTo>
                <a:lnTo>
                  <a:pt x="2823" y="14673"/>
                </a:lnTo>
                <a:lnTo>
                  <a:pt x="2385" y="14746"/>
                </a:lnTo>
                <a:lnTo>
                  <a:pt x="1922" y="14819"/>
                </a:lnTo>
                <a:lnTo>
                  <a:pt x="1484" y="14941"/>
                </a:lnTo>
                <a:lnTo>
                  <a:pt x="1071" y="15087"/>
                </a:lnTo>
                <a:lnTo>
                  <a:pt x="657" y="15282"/>
                </a:lnTo>
                <a:lnTo>
                  <a:pt x="487" y="15379"/>
                </a:lnTo>
                <a:lnTo>
                  <a:pt x="341" y="15476"/>
                </a:lnTo>
                <a:lnTo>
                  <a:pt x="219" y="15574"/>
                </a:lnTo>
                <a:lnTo>
                  <a:pt x="122" y="15695"/>
                </a:lnTo>
                <a:lnTo>
                  <a:pt x="49" y="15841"/>
                </a:lnTo>
                <a:lnTo>
                  <a:pt x="24" y="15963"/>
                </a:lnTo>
                <a:lnTo>
                  <a:pt x="0" y="16109"/>
                </a:lnTo>
                <a:lnTo>
                  <a:pt x="0" y="16255"/>
                </a:lnTo>
                <a:lnTo>
                  <a:pt x="24" y="16376"/>
                </a:lnTo>
                <a:lnTo>
                  <a:pt x="49" y="16522"/>
                </a:lnTo>
                <a:lnTo>
                  <a:pt x="122" y="16668"/>
                </a:lnTo>
                <a:lnTo>
                  <a:pt x="195" y="16790"/>
                </a:lnTo>
                <a:lnTo>
                  <a:pt x="292" y="16936"/>
                </a:lnTo>
                <a:lnTo>
                  <a:pt x="389" y="17058"/>
                </a:lnTo>
                <a:lnTo>
                  <a:pt x="511" y="17179"/>
                </a:lnTo>
                <a:lnTo>
                  <a:pt x="633" y="17301"/>
                </a:lnTo>
                <a:lnTo>
                  <a:pt x="827" y="17423"/>
                </a:lnTo>
                <a:lnTo>
                  <a:pt x="1046" y="17544"/>
                </a:lnTo>
                <a:lnTo>
                  <a:pt x="1241" y="17642"/>
                </a:lnTo>
                <a:lnTo>
                  <a:pt x="1460" y="17739"/>
                </a:lnTo>
                <a:lnTo>
                  <a:pt x="1922" y="17885"/>
                </a:lnTo>
                <a:lnTo>
                  <a:pt x="2409" y="18007"/>
                </a:lnTo>
                <a:lnTo>
                  <a:pt x="2896" y="18080"/>
                </a:lnTo>
                <a:lnTo>
                  <a:pt x="3382" y="18128"/>
                </a:lnTo>
                <a:lnTo>
                  <a:pt x="4331" y="18226"/>
                </a:lnTo>
                <a:lnTo>
                  <a:pt x="5451" y="18299"/>
                </a:lnTo>
                <a:lnTo>
                  <a:pt x="6570" y="18347"/>
                </a:lnTo>
                <a:lnTo>
                  <a:pt x="8833" y="18396"/>
                </a:lnTo>
                <a:lnTo>
                  <a:pt x="9928" y="18420"/>
                </a:lnTo>
                <a:lnTo>
                  <a:pt x="11047" y="18420"/>
                </a:lnTo>
                <a:lnTo>
                  <a:pt x="12142" y="18396"/>
                </a:lnTo>
                <a:lnTo>
                  <a:pt x="13261" y="18347"/>
                </a:lnTo>
                <a:lnTo>
                  <a:pt x="13675" y="18323"/>
                </a:lnTo>
                <a:lnTo>
                  <a:pt x="14113" y="18274"/>
                </a:lnTo>
                <a:lnTo>
                  <a:pt x="14527" y="18201"/>
                </a:lnTo>
                <a:lnTo>
                  <a:pt x="14965" y="18128"/>
                </a:lnTo>
                <a:lnTo>
                  <a:pt x="15378" y="18007"/>
                </a:lnTo>
                <a:lnTo>
                  <a:pt x="15767" y="17861"/>
                </a:lnTo>
                <a:lnTo>
                  <a:pt x="16157" y="17690"/>
                </a:lnTo>
                <a:lnTo>
                  <a:pt x="16546" y="17471"/>
                </a:lnTo>
                <a:lnTo>
                  <a:pt x="16814" y="17277"/>
                </a:lnTo>
                <a:lnTo>
                  <a:pt x="17057" y="17033"/>
                </a:lnTo>
                <a:lnTo>
                  <a:pt x="17276" y="16766"/>
                </a:lnTo>
                <a:lnTo>
                  <a:pt x="17349" y="16620"/>
                </a:lnTo>
                <a:lnTo>
                  <a:pt x="17422" y="16474"/>
                </a:lnTo>
                <a:lnTo>
                  <a:pt x="17471" y="16328"/>
                </a:lnTo>
                <a:lnTo>
                  <a:pt x="17495" y="16157"/>
                </a:lnTo>
                <a:lnTo>
                  <a:pt x="17495" y="16012"/>
                </a:lnTo>
                <a:lnTo>
                  <a:pt x="17471" y="15866"/>
                </a:lnTo>
                <a:lnTo>
                  <a:pt x="17398" y="15720"/>
                </a:lnTo>
                <a:lnTo>
                  <a:pt x="17325" y="15598"/>
                </a:lnTo>
                <a:lnTo>
                  <a:pt x="17179" y="15452"/>
                </a:lnTo>
                <a:lnTo>
                  <a:pt x="17033" y="15330"/>
                </a:lnTo>
                <a:lnTo>
                  <a:pt x="16692" y="15111"/>
                </a:lnTo>
                <a:lnTo>
                  <a:pt x="16327" y="14941"/>
                </a:lnTo>
                <a:lnTo>
                  <a:pt x="15938" y="14795"/>
                </a:lnTo>
                <a:lnTo>
                  <a:pt x="15524" y="14673"/>
                </a:lnTo>
                <a:lnTo>
                  <a:pt x="15110" y="14576"/>
                </a:lnTo>
                <a:lnTo>
                  <a:pt x="14697" y="14503"/>
                </a:lnTo>
                <a:lnTo>
                  <a:pt x="14283" y="14454"/>
                </a:lnTo>
                <a:lnTo>
                  <a:pt x="13870" y="14406"/>
                </a:lnTo>
                <a:lnTo>
                  <a:pt x="14040" y="13968"/>
                </a:lnTo>
                <a:lnTo>
                  <a:pt x="14186" y="13530"/>
                </a:lnTo>
                <a:lnTo>
                  <a:pt x="14454" y="12629"/>
                </a:lnTo>
                <a:lnTo>
                  <a:pt x="14794" y="11340"/>
                </a:lnTo>
                <a:lnTo>
                  <a:pt x="14916" y="10683"/>
                </a:lnTo>
                <a:lnTo>
                  <a:pt x="15038" y="10026"/>
                </a:lnTo>
                <a:lnTo>
                  <a:pt x="15135" y="9417"/>
                </a:lnTo>
                <a:lnTo>
                  <a:pt x="15159" y="9077"/>
                </a:lnTo>
                <a:lnTo>
                  <a:pt x="15159" y="8760"/>
                </a:lnTo>
                <a:lnTo>
                  <a:pt x="15159" y="8444"/>
                </a:lnTo>
                <a:lnTo>
                  <a:pt x="15110" y="8128"/>
                </a:lnTo>
                <a:lnTo>
                  <a:pt x="15038" y="7836"/>
                </a:lnTo>
                <a:lnTo>
                  <a:pt x="14940" y="7544"/>
                </a:lnTo>
                <a:lnTo>
                  <a:pt x="14916" y="7495"/>
                </a:lnTo>
                <a:lnTo>
                  <a:pt x="14892" y="7471"/>
                </a:lnTo>
                <a:lnTo>
                  <a:pt x="14794" y="7447"/>
                </a:lnTo>
                <a:lnTo>
                  <a:pt x="14746" y="7325"/>
                </a:lnTo>
                <a:lnTo>
                  <a:pt x="14673" y="7228"/>
                </a:lnTo>
                <a:lnTo>
                  <a:pt x="14600" y="7130"/>
                </a:lnTo>
                <a:lnTo>
                  <a:pt x="14478" y="7057"/>
                </a:lnTo>
                <a:lnTo>
                  <a:pt x="14235" y="6936"/>
                </a:lnTo>
                <a:lnTo>
                  <a:pt x="13943" y="6863"/>
                </a:lnTo>
                <a:lnTo>
                  <a:pt x="13626" y="6790"/>
                </a:lnTo>
                <a:lnTo>
                  <a:pt x="13310" y="6765"/>
                </a:lnTo>
                <a:lnTo>
                  <a:pt x="12823" y="6717"/>
                </a:lnTo>
                <a:lnTo>
                  <a:pt x="11899" y="6595"/>
                </a:lnTo>
                <a:lnTo>
                  <a:pt x="10950" y="6522"/>
                </a:lnTo>
                <a:lnTo>
                  <a:pt x="10025" y="6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1c77683fd_0_52"/>
          <p:cNvSpPr/>
          <p:nvPr/>
        </p:nvSpPr>
        <p:spPr>
          <a:xfrm>
            <a:off x="4092000" y="98899"/>
            <a:ext cx="788694" cy="805193"/>
          </a:xfrm>
          <a:custGeom>
            <a:rect b="b" l="l" r="r" t="t"/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e1c77683fd_0_52"/>
          <p:cNvSpPr txBox="1"/>
          <p:nvPr>
            <p:ph idx="4294967295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e1c77683fd_0_52"/>
          <p:cNvSpPr txBox="1"/>
          <p:nvPr/>
        </p:nvSpPr>
        <p:spPr>
          <a:xfrm>
            <a:off x="368250" y="842400"/>
            <a:ext cx="8457600" cy="3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7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niglet"/>
              <a:buAutoNum type="arabicPeriod" startAt="17"/>
            </a:pP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function that takes the following student object and returns the student's name.                                                                                                                   const student = { name: "Chinedu", age: 22, course: "Computer Science"}; </a:t>
            </a:r>
            <a:endParaRPr sz="19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778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niglet"/>
              <a:buAutoNum type="arabicPeriod" startAt="17"/>
            </a:pPr>
            <a:r>
              <a:rPr lang="en-US" sz="19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Write a function that accepts the following car object and returns: "This car is available". </a:t>
            </a:r>
            <a:r>
              <a:rPr lang="en-US" sz="18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if available is true.                                                                               const car = {brand: "Toyota",model: "Camry",available: true}; </a:t>
            </a:r>
            <a:endParaRPr sz="18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7145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niglet"/>
              <a:buAutoNum type="arabicPeriod" startAt="17"/>
            </a:pPr>
            <a:r>
              <a:rPr lang="en-US" sz="18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function that takes the following employee object and returns the salary.   const employee = {name: "Dapo",role: "Engineer",salary: 50000};</a:t>
            </a:r>
            <a:endParaRPr sz="18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7145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Sniglet"/>
              <a:buAutoNum type="arabicPeriod" startAt="17"/>
            </a:pPr>
            <a:r>
              <a:rPr lang="en-US" sz="18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 Write a function that takes the following object and uses destructuring to extract name and age. 	                                                                                                                                const user = {name: "Amaka",age: 25,country: "Nigeria"}; </a:t>
            </a:r>
            <a:endParaRPr sz="18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04" name="Google Shape;104;g3e1c77683fd_0_52"/>
          <p:cNvSpPr/>
          <p:nvPr/>
        </p:nvSpPr>
        <p:spPr>
          <a:xfrm>
            <a:off x="4295168" y="299949"/>
            <a:ext cx="382375" cy="402591"/>
          </a:xfrm>
          <a:custGeom>
            <a:rect b="b" l="l" r="r" t="t"/>
            <a:pathLst>
              <a:path extrusionOk="0" h="18421" w="17496">
                <a:moveTo>
                  <a:pt x="7421" y="1047"/>
                </a:moveTo>
                <a:lnTo>
                  <a:pt x="7373" y="1071"/>
                </a:lnTo>
                <a:lnTo>
                  <a:pt x="7348" y="1120"/>
                </a:lnTo>
                <a:lnTo>
                  <a:pt x="7324" y="1169"/>
                </a:lnTo>
                <a:lnTo>
                  <a:pt x="7348" y="1315"/>
                </a:lnTo>
                <a:lnTo>
                  <a:pt x="7348" y="1461"/>
                </a:lnTo>
                <a:lnTo>
                  <a:pt x="7324" y="1582"/>
                </a:lnTo>
                <a:lnTo>
                  <a:pt x="7300" y="1704"/>
                </a:lnTo>
                <a:lnTo>
                  <a:pt x="7178" y="1923"/>
                </a:lnTo>
                <a:lnTo>
                  <a:pt x="7008" y="2142"/>
                </a:lnTo>
                <a:lnTo>
                  <a:pt x="6862" y="2385"/>
                </a:lnTo>
                <a:lnTo>
                  <a:pt x="6813" y="2483"/>
                </a:lnTo>
                <a:lnTo>
                  <a:pt x="6765" y="2604"/>
                </a:lnTo>
                <a:lnTo>
                  <a:pt x="6740" y="2750"/>
                </a:lnTo>
                <a:lnTo>
                  <a:pt x="6740" y="2872"/>
                </a:lnTo>
                <a:lnTo>
                  <a:pt x="6740" y="3018"/>
                </a:lnTo>
                <a:lnTo>
                  <a:pt x="6789" y="3164"/>
                </a:lnTo>
                <a:lnTo>
                  <a:pt x="6862" y="3286"/>
                </a:lnTo>
                <a:lnTo>
                  <a:pt x="6959" y="3432"/>
                </a:lnTo>
                <a:lnTo>
                  <a:pt x="7154" y="3699"/>
                </a:lnTo>
                <a:lnTo>
                  <a:pt x="7251" y="3845"/>
                </a:lnTo>
                <a:lnTo>
                  <a:pt x="7275" y="3991"/>
                </a:lnTo>
                <a:lnTo>
                  <a:pt x="7275" y="4064"/>
                </a:lnTo>
                <a:lnTo>
                  <a:pt x="7275" y="4137"/>
                </a:lnTo>
                <a:lnTo>
                  <a:pt x="7251" y="4186"/>
                </a:lnTo>
                <a:lnTo>
                  <a:pt x="7178" y="4259"/>
                </a:lnTo>
                <a:lnTo>
                  <a:pt x="7154" y="4332"/>
                </a:lnTo>
                <a:lnTo>
                  <a:pt x="7129" y="4405"/>
                </a:lnTo>
                <a:lnTo>
                  <a:pt x="7129" y="4478"/>
                </a:lnTo>
                <a:lnTo>
                  <a:pt x="7178" y="4527"/>
                </a:lnTo>
                <a:lnTo>
                  <a:pt x="7251" y="4575"/>
                </a:lnTo>
                <a:lnTo>
                  <a:pt x="7324" y="4600"/>
                </a:lnTo>
                <a:lnTo>
                  <a:pt x="7397" y="4575"/>
                </a:lnTo>
                <a:lnTo>
                  <a:pt x="7470" y="4527"/>
                </a:lnTo>
                <a:lnTo>
                  <a:pt x="7567" y="4429"/>
                </a:lnTo>
                <a:lnTo>
                  <a:pt x="7616" y="4332"/>
                </a:lnTo>
                <a:lnTo>
                  <a:pt x="7665" y="4235"/>
                </a:lnTo>
                <a:lnTo>
                  <a:pt x="7689" y="4113"/>
                </a:lnTo>
                <a:lnTo>
                  <a:pt x="7689" y="4016"/>
                </a:lnTo>
                <a:lnTo>
                  <a:pt x="7665" y="3918"/>
                </a:lnTo>
                <a:lnTo>
                  <a:pt x="7592" y="3724"/>
                </a:lnTo>
                <a:lnTo>
                  <a:pt x="7470" y="3505"/>
                </a:lnTo>
                <a:lnTo>
                  <a:pt x="7324" y="3310"/>
                </a:lnTo>
                <a:lnTo>
                  <a:pt x="7202" y="3115"/>
                </a:lnTo>
                <a:lnTo>
                  <a:pt x="7105" y="2921"/>
                </a:lnTo>
                <a:lnTo>
                  <a:pt x="7081" y="2823"/>
                </a:lnTo>
                <a:lnTo>
                  <a:pt x="7105" y="2726"/>
                </a:lnTo>
                <a:lnTo>
                  <a:pt x="7154" y="2604"/>
                </a:lnTo>
                <a:lnTo>
                  <a:pt x="7202" y="2483"/>
                </a:lnTo>
                <a:lnTo>
                  <a:pt x="7373" y="2239"/>
                </a:lnTo>
                <a:lnTo>
                  <a:pt x="7543" y="1972"/>
                </a:lnTo>
                <a:lnTo>
                  <a:pt x="7689" y="1728"/>
                </a:lnTo>
                <a:lnTo>
                  <a:pt x="7738" y="1607"/>
                </a:lnTo>
                <a:lnTo>
                  <a:pt x="7762" y="1485"/>
                </a:lnTo>
                <a:lnTo>
                  <a:pt x="7762" y="1363"/>
                </a:lnTo>
                <a:lnTo>
                  <a:pt x="7713" y="1242"/>
                </a:lnTo>
                <a:lnTo>
                  <a:pt x="7616" y="1144"/>
                </a:lnTo>
                <a:lnTo>
                  <a:pt x="7494" y="1071"/>
                </a:lnTo>
                <a:lnTo>
                  <a:pt x="7421" y="1047"/>
                </a:lnTo>
                <a:close/>
                <a:moveTo>
                  <a:pt x="10293" y="1242"/>
                </a:moveTo>
                <a:lnTo>
                  <a:pt x="10268" y="1266"/>
                </a:lnTo>
                <a:lnTo>
                  <a:pt x="10244" y="1363"/>
                </a:lnTo>
                <a:lnTo>
                  <a:pt x="10220" y="1485"/>
                </a:lnTo>
                <a:lnTo>
                  <a:pt x="10195" y="1607"/>
                </a:lnTo>
                <a:lnTo>
                  <a:pt x="10171" y="1680"/>
                </a:lnTo>
                <a:lnTo>
                  <a:pt x="10098" y="1826"/>
                </a:lnTo>
                <a:lnTo>
                  <a:pt x="10001" y="1923"/>
                </a:lnTo>
                <a:lnTo>
                  <a:pt x="9782" y="2166"/>
                </a:lnTo>
                <a:lnTo>
                  <a:pt x="9684" y="2288"/>
                </a:lnTo>
                <a:lnTo>
                  <a:pt x="9611" y="2434"/>
                </a:lnTo>
                <a:lnTo>
                  <a:pt x="9587" y="2604"/>
                </a:lnTo>
                <a:lnTo>
                  <a:pt x="9587" y="2775"/>
                </a:lnTo>
                <a:lnTo>
                  <a:pt x="9636" y="2921"/>
                </a:lnTo>
                <a:lnTo>
                  <a:pt x="9709" y="3042"/>
                </a:lnTo>
                <a:lnTo>
                  <a:pt x="9879" y="3286"/>
                </a:lnTo>
                <a:lnTo>
                  <a:pt x="10001" y="3456"/>
                </a:lnTo>
                <a:lnTo>
                  <a:pt x="10074" y="3626"/>
                </a:lnTo>
                <a:lnTo>
                  <a:pt x="10098" y="3724"/>
                </a:lnTo>
                <a:lnTo>
                  <a:pt x="10098" y="3821"/>
                </a:lnTo>
                <a:lnTo>
                  <a:pt x="10074" y="3918"/>
                </a:lnTo>
                <a:lnTo>
                  <a:pt x="10025" y="4016"/>
                </a:lnTo>
                <a:lnTo>
                  <a:pt x="9952" y="4137"/>
                </a:lnTo>
                <a:lnTo>
                  <a:pt x="9855" y="4235"/>
                </a:lnTo>
                <a:lnTo>
                  <a:pt x="9782" y="4332"/>
                </a:lnTo>
                <a:lnTo>
                  <a:pt x="9709" y="4454"/>
                </a:lnTo>
                <a:lnTo>
                  <a:pt x="9684" y="4502"/>
                </a:lnTo>
                <a:lnTo>
                  <a:pt x="9684" y="4575"/>
                </a:lnTo>
                <a:lnTo>
                  <a:pt x="9733" y="4673"/>
                </a:lnTo>
                <a:lnTo>
                  <a:pt x="9757" y="4721"/>
                </a:lnTo>
                <a:lnTo>
                  <a:pt x="9806" y="4746"/>
                </a:lnTo>
                <a:lnTo>
                  <a:pt x="9855" y="4770"/>
                </a:lnTo>
                <a:lnTo>
                  <a:pt x="9928" y="4746"/>
                </a:lnTo>
                <a:lnTo>
                  <a:pt x="10122" y="4648"/>
                </a:lnTo>
                <a:lnTo>
                  <a:pt x="10268" y="4502"/>
                </a:lnTo>
                <a:lnTo>
                  <a:pt x="10414" y="4332"/>
                </a:lnTo>
                <a:lnTo>
                  <a:pt x="10487" y="4137"/>
                </a:lnTo>
                <a:lnTo>
                  <a:pt x="10536" y="3943"/>
                </a:lnTo>
                <a:lnTo>
                  <a:pt x="10536" y="3724"/>
                </a:lnTo>
                <a:lnTo>
                  <a:pt x="10487" y="3505"/>
                </a:lnTo>
                <a:lnTo>
                  <a:pt x="10414" y="3310"/>
                </a:lnTo>
                <a:lnTo>
                  <a:pt x="10293" y="3140"/>
                </a:lnTo>
                <a:lnTo>
                  <a:pt x="10171" y="2994"/>
                </a:lnTo>
                <a:lnTo>
                  <a:pt x="10074" y="2872"/>
                </a:lnTo>
                <a:lnTo>
                  <a:pt x="10025" y="2775"/>
                </a:lnTo>
                <a:lnTo>
                  <a:pt x="10001" y="2653"/>
                </a:lnTo>
                <a:lnTo>
                  <a:pt x="10025" y="2556"/>
                </a:lnTo>
                <a:lnTo>
                  <a:pt x="10074" y="2434"/>
                </a:lnTo>
                <a:lnTo>
                  <a:pt x="10122" y="2337"/>
                </a:lnTo>
                <a:lnTo>
                  <a:pt x="10293" y="2118"/>
                </a:lnTo>
                <a:lnTo>
                  <a:pt x="10414" y="1947"/>
                </a:lnTo>
                <a:lnTo>
                  <a:pt x="10512" y="1753"/>
                </a:lnTo>
                <a:lnTo>
                  <a:pt x="10512" y="1655"/>
                </a:lnTo>
                <a:lnTo>
                  <a:pt x="10536" y="1558"/>
                </a:lnTo>
                <a:lnTo>
                  <a:pt x="10512" y="1461"/>
                </a:lnTo>
                <a:lnTo>
                  <a:pt x="10487" y="1363"/>
                </a:lnTo>
                <a:lnTo>
                  <a:pt x="10463" y="1290"/>
                </a:lnTo>
                <a:lnTo>
                  <a:pt x="10390" y="1266"/>
                </a:lnTo>
                <a:lnTo>
                  <a:pt x="10317" y="1242"/>
                </a:lnTo>
                <a:close/>
                <a:moveTo>
                  <a:pt x="8322" y="1"/>
                </a:moveTo>
                <a:lnTo>
                  <a:pt x="8273" y="49"/>
                </a:lnTo>
                <a:lnTo>
                  <a:pt x="8249" y="98"/>
                </a:lnTo>
                <a:lnTo>
                  <a:pt x="8273" y="171"/>
                </a:lnTo>
                <a:lnTo>
                  <a:pt x="8492" y="512"/>
                </a:lnTo>
                <a:lnTo>
                  <a:pt x="8614" y="682"/>
                </a:lnTo>
                <a:lnTo>
                  <a:pt x="8687" y="877"/>
                </a:lnTo>
                <a:lnTo>
                  <a:pt x="8711" y="1023"/>
                </a:lnTo>
                <a:lnTo>
                  <a:pt x="8735" y="1144"/>
                </a:lnTo>
                <a:lnTo>
                  <a:pt x="8711" y="1266"/>
                </a:lnTo>
                <a:lnTo>
                  <a:pt x="8687" y="1388"/>
                </a:lnTo>
                <a:lnTo>
                  <a:pt x="8614" y="1631"/>
                </a:lnTo>
                <a:lnTo>
                  <a:pt x="8492" y="1850"/>
                </a:lnTo>
                <a:lnTo>
                  <a:pt x="8322" y="2166"/>
                </a:lnTo>
                <a:lnTo>
                  <a:pt x="8249" y="2312"/>
                </a:lnTo>
                <a:lnTo>
                  <a:pt x="8200" y="2458"/>
                </a:lnTo>
                <a:lnTo>
                  <a:pt x="8200" y="2604"/>
                </a:lnTo>
                <a:lnTo>
                  <a:pt x="8200" y="2775"/>
                </a:lnTo>
                <a:lnTo>
                  <a:pt x="8249" y="2921"/>
                </a:lnTo>
                <a:lnTo>
                  <a:pt x="8322" y="3091"/>
                </a:lnTo>
                <a:lnTo>
                  <a:pt x="8419" y="3213"/>
                </a:lnTo>
                <a:lnTo>
                  <a:pt x="8516" y="3334"/>
                </a:lnTo>
                <a:lnTo>
                  <a:pt x="8589" y="3432"/>
                </a:lnTo>
                <a:lnTo>
                  <a:pt x="8638" y="3529"/>
                </a:lnTo>
                <a:lnTo>
                  <a:pt x="8662" y="3651"/>
                </a:lnTo>
                <a:lnTo>
                  <a:pt x="8662" y="3748"/>
                </a:lnTo>
                <a:lnTo>
                  <a:pt x="8638" y="3845"/>
                </a:lnTo>
                <a:lnTo>
                  <a:pt x="8614" y="3967"/>
                </a:lnTo>
                <a:lnTo>
                  <a:pt x="8516" y="4162"/>
                </a:lnTo>
                <a:lnTo>
                  <a:pt x="8297" y="4551"/>
                </a:lnTo>
                <a:lnTo>
                  <a:pt x="8200" y="4746"/>
                </a:lnTo>
                <a:lnTo>
                  <a:pt x="8103" y="4940"/>
                </a:lnTo>
                <a:lnTo>
                  <a:pt x="8054" y="5062"/>
                </a:lnTo>
                <a:lnTo>
                  <a:pt x="8054" y="5208"/>
                </a:lnTo>
                <a:lnTo>
                  <a:pt x="8054" y="5354"/>
                </a:lnTo>
                <a:lnTo>
                  <a:pt x="8078" y="5476"/>
                </a:lnTo>
                <a:lnTo>
                  <a:pt x="8127" y="5622"/>
                </a:lnTo>
                <a:lnTo>
                  <a:pt x="8224" y="5719"/>
                </a:lnTo>
                <a:lnTo>
                  <a:pt x="8297" y="5816"/>
                </a:lnTo>
                <a:lnTo>
                  <a:pt x="8419" y="5889"/>
                </a:lnTo>
                <a:lnTo>
                  <a:pt x="8492" y="5914"/>
                </a:lnTo>
                <a:lnTo>
                  <a:pt x="8565" y="5914"/>
                </a:lnTo>
                <a:lnTo>
                  <a:pt x="8614" y="5889"/>
                </a:lnTo>
                <a:lnTo>
                  <a:pt x="8662" y="5841"/>
                </a:lnTo>
                <a:lnTo>
                  <a:pt x="8711" y="5792"/>
                </a:lnTo>
                <a:lnTo>
                  <a:pt x="8711" y="5719"/>
                </a:lnTo>
                <a:lnTo>
                  <a:pt x="8687" y="5670"/>
                </a:lnTo>
                <a:lnTo>
                  <a:pt x="8662" y="5597"/>
                </a:lnTo>
                <a:lnTo>
                  <a:pt x="8589" y="5476"/>
                </a:lnTo>
                <a:lnTo>
                  <a:pt x="8541" y="5378"/>
                </a:lnTo>
                <a:lnTo>
                  <a:pt x="8516" y="5257"/>
                </a:lnTo>
                <a:lnTo>
                  <a:pt x="8516" y="5159"/>
                </a:lnTo>
                <a:lnTo>
                  <a:pt x="8541" y="5038"/>
                </a:lnTo>
                <a:lnTo>
                  <a:pt x="8565" y="4940"/>
                </a:lnTo>
                <a:lnTo>
                  <a:pt x="8687" y="4721"/>
                </a:lnTo>
                <a:lnTo>
                  <a:pt x="8954" y="4283"/>
                </a:lnTo>
                <a:lnTo>
                  <a:pt x="9076" y="4040"/>
                </a:lnTo>
                <a:lnTo>
                  <a:pt x="9100" y="3943"/>
                </a:lnTo>
                <a:lnTo>
                  <a:pt x="9125" y="3821"/>
                </a:lnTo>
                <a:lnTo>
                  <a:pt x="9125" y="3626"/>
                </a:lnTo>
                <a:lnTo>
                  <a:pt x="9076" y="3480"/>
                </a:lnTo>
                <a:lnTo>
                  <a:pt x="9027" y="3310"/>
                </a:lnTo>
                <a:lnTo>
                  <a:pt x="8930" y="3164"/>
                </a:lnTo>
                <a:lnTo>
                  <a:pt x="8784" y="2921"/>
                </a:lnTo>
                <a:lnTo>
                  <a:pt x="8711" y="2823"/>
                </a:lnTo>
                <a:lnTo>
                  <a:pt x="8662" y="2726"/>
                </a:lnTo>
                <a:lnTo>
                  <a:pt x="8662" y="2604"/>
                </a:lnTo>
                <a:lnTo>
                  <a:pt x="8662" y="2507"/>
                </a:lnTo>
                <a:lnTo>
                  <a:pt x="8711" y="2361"/>
                </a:lnTo>
                <a:lnTo>
                  <a:pt x="8784" y="2215"/>
                </a:lnTo>
                <a:lnTo>
                  <a:pt x="8954" y="1899"/>
                </a:lnTo>
                <a:lnTo>
                  <a:pt x="9076" y="1582"/>
                </a:lnTo>
                <a:lnTo>
                  <a:pt x="9125" y="1436"/>
                </a:lnTo>
                <a:lnTo>
                  <a:pt x="9149" y="1266"/>
                </a:lnTo>
                <a:lnTo>
                  <a:pt x="9149" y="1096"/>
                </a:lnTo>
                <a:lnTo>
                  <a:pt x="9125" y="901"/>
                </a:lnTo>
                <a:lnTo>
                  <a:pt x="9100" y="755"/>
                </a:lnTo>
                <a:lnTo>
                  <a:pt x="9052" y="609"/>
                </a:lnTo>
                <a:lnTo>
                  <a:pt x="8979" y="463"/>
                </a:lnTo>
                <a:lnTo>
                  <a:pt x="8881" y="341"/>
                </a:lnTo>
                <a:lnTo>
                  <a:pt x="8784" y="220"/>
                </a:lnTo>
                <a:lnTo>
                  <a:pt x="8662" y="122"/>
                </a:lnTo>
                <a:lnTo>
                  <a:pt x="8541" y="49"/>
                </a:lnTo>
                <a:lnTo>
                  <a:pt x="8395" y="1"/>
                </a:lnTo>
                <a:close/>
                <a:moveTo>
                  <a:pt x="6497" y="7982"/>
                </a:moveTo>
                <a:lnTo>
                  <a:pt x="6424" y="8079"/>
                </a:lnTo>
                <a:lnTo>
                  <a:pt x="6229" y="8055"/>
                </a:lnTo>
                <a:lnTo>
                  <a:pt x="5791" y="8030"/>
                </a:lnTo>
                <a:lnTo>
                  <a:pt x="6156" y="8006"/>
                </a:lnTo>
                <a:lnTo>
                  <a:pt x="6497" y="7982"/>
                </a:lnTo>
                <a:close/>
                <a:moveTo>
                  <a:pt x="10512" y="6911"/>
                </a:moveTo>
                <a:lnTo>
                  <a:pt x="11242" y="6960"/>
                </a:lnTo>
                <a:lnTo>
                  <a:pt x="11972" y="7009"/>
                </a:lnTo>
                <a:lnTo>
                  <a:pt x="12677" y="7106"/>
                </a:lnTo>
                <a:lnTo>
                  <a:pt x="13407" y="7228"/>
                </a:lnTo>
                <a:lnTo>
                  <a:pt x="14089" y="7374"/>
                </a:lnTo>
                <a:lnTo>
                  <a:pt x="14186" y="7422"/>
                </a:lnTo>
                <a:lnTo>
                  <a:pt x="14259" y="7471"/>
                </a:lnTo>
                <a:lnTo>
                  <a:pt x="14283" y="7520"/>
                </a:lnTo>
                <a:lnTo>
                  <a:pt x="14283" y="7593"/>
                </a:lnTo>
                <a:lnTo>
                  <a:pt x="14259" y="7666"/>
                </a:lnTo>
                <a:lnTo>
                  <a:pt x="14210" y="7714"/>
                </a:lnTo>
                <a:lnTo>
                  <a:pt x="14162" y="7787"/>
                </a:lnTo>
                <a:lnTo>
                  <a:pt x="14089" y="7836"/>
                </a:lnTo>
                <a:lnTo>
                  <a:pt x="13894" y="7909"/>
                </a:lnTo>
                <a:lnTo>
                  <a:pt x="13699" y="7958"/>
                </a:lnTo>
                <a:lnTo>
                  <a:pt x="13310" y="8030"/>
                </a:lnTo>
                <a:lnTo>
                  <a:pt x="12775" y="8079"/>
                </a:lnTo>
                <a:lnTo>
                  <a:pt x="12750" y="8006"/>
                </a:lnTo>
                <a:lnTo>
                  <a:pt x="12677" y="7982"/>
                </a:lnTo>
                <a:lnTo>
                  <a:pt x="12215" y="7860"/>
                </a:lnTo>
                <a:lnTo>
                  <a:pt x="11753" y="7787"/>
                </a:lnTo>
                <a:lnTo>
                  <a:pt x="11290" y="7714"/>
                </a:lnTo>
                <a:lnTo>
                  <a:pt x="10804" y="7666"/>
                </a:lnTo>
                <a:lnTo>
                  <a:pt x="9855" y="7617"/>
                </a:lnTo>
                <a:lnTo>
                  <a:pt x="8906" y="7593"/>
                </a:lnTo>
                <a:lnTo>
                  <a:pt x="7884" y="7593"/>
                </a:lnTo>
                <a:lnTo>
                  <a:pt x="6862" y="7641"/>
                </a:lnTo>
                <a:lnTo>
                  <a:pt x="6424" y="7666"/>
                </a:lnTo>
                <a:lnTo>
                  <a:pt x="5986" y="7714"/>
                </a:lnTo>
                <a:lnTo>
                  <a:pt x="5767" y="7739"/>
                </a:lnTo>
                <a:lnTo>
                  <a:pt x="5548" y="7787"/>
                </a:lnTo>
                <a:lnTo>
                  <a:pt x="5353" y="7860"/>
                </a:lnTo>
                <a:lnTo>
                  <a:pt x="5159" y="7933"/>
                </a:lnTo>
                <a:lnTo>
                  <a:pt x="5159" y="7958"/>
                </a:lnTo>
                <a:lnTo>
                  <a:pt x="5159" y="7982"/>
                </a:lnTo>
                <a:lnTo>
                  <a:pt x="5207" y="8006"/>
                </a:lnTo>
                <a:lnTo>
                  <a:pt x="5207" y="8006"/>
                </a:lnTo>
                <a:lnTo>
                  <a:pt x="4696" y="7958"/>
                </a:lnTo>
                <a:lnTo>
                  <a:pt x="4331" y="7933"/>
                </a:lnTo>
                <a:lnTo>
                  <a:pt x="3869" y="7909"/>
                </a:lnTo>
                <a:lnTo>
                  <a:pt x="3626" y="7860"/>
                </a:lnTo>
                <a:lnTo>
                  <a:pt x="3431" y="7787"/>
                </a:lnTo>
                <a:lnTo>
                  <a:pt x="3334" y="7739"/>
                </a:lnTo>
                <a:lnTo>
                  <a:pt x="3261" y="7666"/>
                </a:lnTo>
                <a:lnTo>
                  <a:pt x="3212" y="7617"/>
                </a:lnTo>
                <a:lnTo>
                  <a:pt x="3163" y="7520"/>
                </a:lnTo>
                <a:lnTo>
                  <a:pt x="3261" y="7471"/>
                </a:lnTo>
                <a:lnTo>
                  <a:pt x="3358" y="7398"/>
                </a:lnTo>
                <a:lnTo>
                  <a:pt x="3577" y="7325"/>
                </a:lnTo>
                <a:lnTo>
                  <a:pt x="3820" y="7301"/>
                </a:lnTo>
                <a:lnTo>
                  <a:pt x="4064" y="7276"/>
                </a:lnTo>
                <a:lnTo>
                  <a:pt x="5548" y="7130"/>
                </a:lnTo>
                <a:lnTo>
                  <a:pt x="6935" y="7009"/>
                </a:lnTo>
                <a:lnTo>
                  <a:pt x="8322" y="6936"/>
                </a:lnTo>
                <a:lnTo>
                  <a:pt x="9052" y="6911"/>
                </a:lnTo>
                <a:close/>
                <a:moveTo>
                  <a:pt x="7032" y="7933"/>
                </a:moveTo>
                <a:lnTo>
                  <a:pt x="6935" y="8079"/>
                </a:lnTo>
                <a:lnTo>
                  <a:pt x="6935" y="8103"/>
                </a:lnTo>
                <a:lnTo>
                  <a:pt x="6765" y="8079"/>
                </a:lnTo>
                <a:lnTo>
                  <a:pt x="6789" y="8030"/>
                </a:lnTo>
                <a:lnTo>
                  <a:pt x="6862" y="7958"/>
                </a:lnTo>
                <a:lnTo>
                  <a:pt x="6862" y="7933"/>
                </a:lnTo>
                <a:close/>
                <a:moveTo>
                  <a:pt x="7519" y="7909"/>
                </a:moveTo>
                <a:lnTo>
                  <a:pt x="7470" y="8006"/>
                </a:lnTo>
                <a:lnTo>
                  <a:pt x="7421" y="8103"/>
                </a:lnTo>
                <a:lnTo>
                  <a:pt x="7275" y="8103"/>
                </a:lnTo>
                <a:lnTo>
                  <a:pt x="7348" y="8006"/>
                </a:lnTo>
                <a:lnTo>
                  <a:pt x="7421" y="7909"/>
                </a:lnTo>
                <a:close/>
                <a:moveTo>
                  <a:pt x="8054" y="7909"/>
                </a:moveTo>
                <a:lnTo>
                  <a:pt x="7981" y="8006"/>
                </a:lnTo>
                <a:lnTo>
                  <a:pt x="7908" y="8103"/>
                </a:lnTo>
                <a:lnTo>
                  <a:pt x="7908" y="8128"/>
                </a:lnTo>
                <a:lnTo>
                  <a:pt x="7665" y="8128"/>
                </a:lnTo>
                <a:lnTo>
                  <a:pt x="7689" y="8030"/>
                </a:lnTo>
                <a:lnTo>
                  <a:pt x="7786" y="7909"/>
                </a:lnTo>
                <a:close/>
                <a:moveTo>
                  <a:pt x="8468" y="7909"/>
                </a:moveTo>
                <a:lnTo>
                  <a:pt x="8395" y="8006"/>
                </a:lnTo>
                <a:lnTo>
                  <a:pt x="8322" y="8128"/>
                </a:lnTo>
                <a:lnTo>
                  <a:pt x="8224" y="8128"/>
                </a:lnTo>
                <a:lnTo>
                  <a:pt x="8322" y="7909"/>
                </a:lnTo>
                <a:close/>
                <a:moveTo>
                  <a:pt x="8784" y="7909"/>
                </a:moveTo>
                <a:lnTo>
                  <a:pt x="8662" y="8128"/>
                </a:lnTo>
                <a:lnTo>
                  <a:pt x="8541" y="8128"/>
                </a:lnTo>
                <a:lnTo>
                  <a:pt x="8589" y="7909"/>
                </a:lnTo>
                <a:close/>
                <a:moveTo>
                  <a:pt x="10171" y="7958"/>
                </a:moveTo>
                <a:lnTo>
                  <a:pt x="10122" y="8006"/>
                </a:lnTo>
                <a:lnTo>
                  <a:pt x="10001" y="8128"/>
                </a:lnTo>
                <a:lnTo>
                  <a:pt x="9976" y="8128"/>
                </a:lnTo>
                <a:lnTo>
                  <a:pt x="10049" y="7958"/>
                </a:lnTo>
                <a:close/>
                <a:moveTo>
                  <a:pt x="10414" y="7982"/>
                </a:moveTo>
                <a:lnTo>
                  <a:pt x="10585" y="8006"/>
                </a:lnTo>
                <a:lnTo>
                  <a:pt x="10585" y="8055"/>
                </a:lnTo>
                <a:lnTo>
                  <a:pt x="10560" y="8128"/>
                </a:lnTo>
                <a:lnTo>
                  <a:pt x="10341" y="8128"/>
                </a:lnTo>
                <a:lnTo>
                  <a:pt x="10414" y="7982"/>
                </a:lnTo>
                <a:close/>
                <a:moveTo>
                  <a:pt x="10779" y="8006"/>
                </a:moveTo>
                <a:lnTo>
                  <a:pt x="11485" y="8103"/>
                </a:lnTo>
                <a:lnTo>
                  <a:pt x="10804" y="8128"/>
                </a:lnTo>
                <a:lnTo>
                  <a:pt x="10779" y="8055"/>
                </a:lnTo>
                <a:lnTo>
                  <a:pt x="10779" y="8006"/>
                </a:lnTo>
                <a:close/>
                <a:moveTo>
                  <a:pt x="9319" y="7909"/>
                </a:moveTo>
                <a:lnTo>
                  <a:pt x="9222" y="8030"/>
                </a:lnTo>
                <a:lnTo>
                  <a:pt x="9125" y="8152"/>
                </a:lnTo>
                <a:lnTo>
                  <a:pt x="8979" y="8152"/>
                </a:lnTo>
                <a:lnTo>
                  <a:pt x="9027" y="7909"/>
                </a:lnTo>
                <a:close/>
                <a:moveTo>
                  <a:pt x="9417" y="7909"/>
                </a:moveTo>
                <a:lnTo>
                  <a:pt x="9952" y="7958"/>
                </a:lnTo>
                <a:lnTo>
                  <a:pt x="9855" y="8103"/>
                </a:lnTo>
                <a:lnTo>
                  <a:pt x="9855" y="8128"/>
                </a:lnTo>
                <a:lnTo>
                  <a:pt x="9611" y="8128"/>
                </a:lnTo>
                <a:lnTo>
                  <a:pt x="9660" y="8030"/>
                </a:lnTo>
                <a:lnTo>
                  <a:pt x="9660" y="7982"/>
                </a:lnTo>
                <a:lnTo>
                  <a:pt x="9636" y="7958"/>
                </a:lnTo>
                <a:lnTo>
                  <a:pt x="9611" y="7933"/>
                </a:lnTo>
                <a:lnTo>
                  <a:pt x="9563" y="7958"/>
                </a:lnTo>
                <a:lnTo>
                  <a:pt x="9441" y="8103"/>
                </a:lnTo>
                <a:lnTo>
                  <a:pt x="9417" y="8152"/>
                </a:lnTo>
                <a:lnTo>
                  <a:pt x="9344" y="8152"/>
                </a:lnTo>
                <a:lnTo>
                  <a:pt x="9417" y="7933"/>
                </a:lnTo>
                <a:lnTo>
                  <a:pt x="9417" y="7909"/>
                </a:lnTo>
                <a:close/>
                <a:moveTo>
                  <a:pt x="1874" y="8955"/>
                </a:moveTo>
                <a:lnTo>
                  <a:pt x="2117" y="9004"/>
                </a:lnTo>
                <a:lnTo>
                  <a:pt x="2360" y="9052"/>
                </a:lnTo>
                <a:lnTo>
                  <a:pt x="2604" y="9052"/>
                </a:lnTo>
                <a:lnTo>
                  <a:pt x="2823" y="10342"/>
                </a:lnTo>
                <a:lnTo>
                  <a:pt x="3115" y="11607"/>
                </a:lnTo>
                <a:lnTo>
                  <a:pt x="3309" y="12362"/>
                </a:lnTo>
                <a:lnTo>
                  <a:pt x="3309" y="12362"/>
                </a:lnTo>
                <a:lnTo>
                  <a:pt x="3163" y="12167"/>
                </a:lnTo>
                <a:lnTo>
                  <a:pt x="2993" y="11997"/>
                </a:lnTo>
                <a:lnTo>
                  <a:pt x="2823" y="11826"/>
                </a:lnTo>
                <a:lnTo>
                  <a:pt x="2628" y="11656"/>
                </a:lnTo>
                <a:lnTo>
                  <a:pt x="2385" y="11486"/>
                </a:lnTo>
                <a:lnTo>
                  <a:pt x="2117" y="11315"/>
                </a:lnTo>
                <a:lnTo>
                  <a:pt x="1825" y="11145"/>
                </a:lnTo>
                <a:lnTo>
                  <a:pt x="1557" y="10950"/>
                </a:lnTo>
                <a:lnTo>
                  <a:pt x="1338" y="10731"/>
                </a:lnTo>
                <a:lnTo>
                  <a:pt x="1217" y="10610"/>
                </a:lnTo>
                <a:lnTo>
                  <a:pt x="1144" y="10464"/>
                </a:lnTo>
                <a:lnTo>
                  <a:pt x="1071" y="10342"/>
                </a:lnTo>
                <a:lnTo>
                  <a:pt x="998" y="10196"/>
                </a:lnTo>
                <a:lnTo>
                  <a:pt x="973" y="10050"/>
                </a:lnTo>
                <a:lnTo>
                  <a:pt x="949" y="9880"/>
                </a:lnTo>
                <a:lnTo>
                  <a:pt x="949" y="9734"/>
                </a:lnTo>
                <a:lnTo>
                  <a:pt x="998" y="9563"/>
                </a:lnTo>
                <a:lnTo>
                  <a:pt x="1046" y="9442"/>
                </a:lnTo>
                <a:lnTo>
                  <a:pt x="1119" y="9320"/>
                </a:lnTo>
                <a:lnTo>
                  <a:pt x="1241" y="9198"/>
                </a:lnTo>
                <a:lnTo>
                  <a:pt x="1338" y="9101"/>
                </a:lnTo>
                <a:lnTo>
                  <a:pt x="1484" y="9028"/>
                </a:lnTo>
                <a:lnTo>
                  <a:pt x="1630" y="8979"/>
                </a:lnTo>
                <a:lnTo>
                  <a:pt x="1752" y="8955"/>
                </a:lnTo>
                <a:close/>
                <a:moveTo>
                  <a:pt x="14137" y="15525"/>
                </a:moveTo>
                <a:lnTo>
                  <a:pt x="14405" y="15598"/>
                </a:lnTo>
                <a:lnTo>
                  <a:pt x="14405" y="15720"/>
                </a:lnTo>
                <a:lnTo>
                  <a:pt x="14405" y="15841"/>
                </a:lnTo>
                <a:lnTo>
                  <a:pt x="14381" y="15939"/>
                </a:lnTo>
                <a:lnTo>
                  <a:pt x="14356" y="16012"/>
                </a:lnTo>
                <a:lnTo>
                  <a:pt x="14283" y="16060"/>
                </a:lnTo>
                <a:lnTo>
                  <a:pt x="14235" y="16085"/>
                </a:lnTo>
                <a:lnTo>
                  <a:pt x="14137" y="16109"/>
                </a:lnTo>
                <a:lnTo>
                  <a:pt x="14040" y="16109"/>
                </a:lnTo>
                <a:lnTo>
                  <a:pt x="13529" y="16133"/>
                </a:lnTo>
                <a:lnTo>
                  <a:pt x="13018" y="16133"/>
                </a:lnTo>
                <a:lnTo>
                  <a:pt x="13213" y="15866"/>
                </a:lnTo>
                <a:lnTo>
                  <a:pt x="13383" y="15549"/>
                </a:lnTo>
                <a:lnTo>
                  <a:pt x="13797" y="15549"/>
                </a:lnTo>
                <a:lnTo>
                  <a:pt x="14137" y="15525"/>
                </a:lnTo>
                <a:close/>
                <a:moveTo>
                  <a:pt x="4623" y="15379"/>
                </a:moveTo>
                <a:lnTo>
                  <a:pt x="4891" y="15768"/>
                </a:lnTo>
                <a:lnTo>
                  <a:pt x="5183" y="16157"/>
                </a:lnTo>
                <a:lnTo>
                  <a:pt x="5183" y="16157"/>
                </a:lnTo>
                <a:lnTo>
                  <a:pt x="3796" y="16085"/>
                </a:lnTo>
                <a:lnTo>
                  <a:pt x="3674" y="16109"/>
                </a:lnTo>
                <a:lnTo>
                  <a:pt x="3577" y="16060"/>
                </a:lnTo>
                <a:lnTo>
                  <a:pt x="3504" y="15987"/>
                </a:lnTo>
                <a:lnTo>
                  <a:pt x="3455" y="15841"/>
                </a:lnTo>
                <a:lnTo>
                  <a:pt x="3772" y="15695"/>
                </a:lnTo>
                <a:lnTo>
                  <a:pt x="4185" y="15525"/>
                </a:lnTo>
                <a:lnTo>
                  <a:pt x="4623" y="15379"/>
                </a:lnTo>
                <a:close/>
                <a:moveTo>
                  <a:pt x="3017" y="7982"/>
                </a:moveTo>
                <a:lnTo>
                  <a:pt x="3163" y="8079"/>
                </a:lnTo>
                <a:lnTo>
                  <a:pt x="3309" y="8152"/>
                </a:lnTo>
                <a:lnTo>
                  <a:pt x="3480" y="8201"/>
                </a:lnTo>
                <a:lnTo>
                  <a:pt x="3650" y="8249"/>
                </a:lnTo>
                <a:lnTo>
                  <a:pt x="3991" y="8298"/>
                </a:lnTo>
                <a:lnTo>
                  <a:pt x="4331" y="8322"/>
                </a:lnTo>
                <a:lnTo>
                  <a:pt x="5329" y="8420"/>
                </a:lnTo>
                <a:lnTo>
                  <a:pt x="6302" y="8493"/>
                </a:lnTo>
                <a:lnTo>
                  <a:pt x="7300" y="8541"/>
                </a:lnTo>
                <a:lnTo>
                  <a:pt x="8297" y="8566"/>
                </a:lnTo>
                <a:lnTo>
                  <a:pt x="10293" y="8566"/>
                </a:lnTo>
                <a:lnTo>
                  <a:pt x="12288" y="8517"/>
                </a:lnTo>
                <a:lnTo>
                  <a:pt x="13067" y="8493"/>
                </a:lnTo>
                <a:lnTo>
                  <a:pt x="13432" y="8468"/>
                </a:lnTo>
                <a:lnTo>
                  <a:pt x="13821" y="8395"/>
                </a:lnTo>
                <a:lnTo>
                  <a:pt x="14016" y="8347"/>
                </a:lnTo>
                <a:lnTo>
                  <a:pt x="14235" y="8249"/>
                </a:lnTo>
                <a:lnTo>
                  <a:pt x="14454" y="8152"/>
                </a:lnTo>
                <a:lnTo>
                  <a:pt x="14648" y="8006"/>
                </a:lnTo>
                <a:lnTo>
                  <a:pt x="14648" y="8931"/>
                </a:lnTo>
                <a:lnTo>
                  <a:pt x="14478" y="8931"/>
                </a:lnTo>
                <a:lnTo>
                  <a:pt x="14308" y="8955"/>
                </a:lnTo>
                <a:lnTo>
                  <a:pt x="13943" y="9052"/>
                </a:lnTo>
                <a:lnTo>
                  <a:pt x="13334" y="9174"/>
                </a:lnTo>
                <a:lnTo>
                  <a:pt x="12726" y="9247"/>
                </a:lnTo>
                <a:lnTo>
                  <a:pt x="12458" y="9271"/>
                </a:lnTo>
                <a:lnTo>
                  <a:pt x="12191" y="9271"/>
                </a:lnTo>
                <a:lnTo>
                  <a:pt x="11655" y="9247"/>
                </a:lnTo>
                <a:lnTo>
                  <a:pt x="10585" y="9247"/>
                </a:lnTo>
                <a:lnTo>
                  <a:pt x="10536" y="9271"/>
                </a:lnTo>
                <a:lnTo>
                  <a:pt x="10536" y="9296"/>
                </a:lnTo>
                <a:lnTo>
                  <a:pt x="10536" y="9344"/>
                </a:lnTo>
                <a:lnTo>
                  <a:pt x="10560" y="9369"/>
                </a:lnTo>
                <a:lnTo>
                  <a:pt x="10828" y="9442"/>
                </a:lnTo>
                <a:lnTo>
                  <a:pt x="11096" y="9490"/>
                </a:lnTo>
                <a:lnTo>
                  <a:pt x="11363" y="9539"/>
                </a:lnTo>
                <a:lnTo>
                  <a:pt x="11631" y="9563"/>
                </a:lnTo>
                <a:lnTo>
                  <a:pt x="12191" y="9539"/>
                </a:lnTo>
                <a:lnTo>
                  <a:pt x="12726" y="9515"/>
                </a:lnTo>
                <a:lnTo>
                  <a:pt x="13213" y="9490"/>
                </a:lnTo>
                <a:lnTo>
                  <a:pt x="13724" y="9417"/>
                </a:lnTo>
                <a:lnTo>
                  <a:pt x="13967" y="9369"/>
                </a:lnTo>
                <a:lnTo>
                  <a:pt x="14210" y="9320"/>
                </a:lnTo>
                <a:lnTo>
                  <a:pt x="14429" y="9223"/>
                </a:lnTo>
                <a:lnTo>
                  <a:pt x="14648" y="9125"/>
                </a:lnTo>
                <a:lnTo>
                  <a:pt x="14648" y="9125"/>
                </a:lnTo>
                <a:lnTo>
                  <a:pt x="14600" y="9612"/>
                </a:lnTo>
                <a:lnTo>
                  <a:pt x="13748" y="9855"/>
                </a:lnTo>
                <a:lnTo>
                  <a:pt x="13310" y="9977"/>
                </a:lnTo>
                <a:lnTo>
                  <a:pt x="12872" y="10050"/>
                </a:lnTo>
                <a:lnTo>
                  <a:pt x="12410" y="10050"/>
                </a:lnTo>
                <a:lnTo>
                  <a:pt x="11947" y="10026"/>
                </a:lnTo>
                <a:lnTo>
                  <a:pt x="11485" y="9977"/>
                </a:lnTo>
                <a:lnTo>
                  <a:pt x="11266" y="9977"/>
                </a:lnTo>
                <a:lnTo>
                  <a:pt x="11047" y="10001"/>
                </a:lnTo>
                <a:lnTo>
                  <a:pt x="10974" y="10026"/>
                </a:lnTo>
                <a:lnTo>
                  <a:pt x="10950" y="10074"/>
                </a:lnTo>
                <a:lnTo>
                  <a:pt x="10950" y="10123"/>
                </a:lnTo>
                <a:lnTo>
                  <a:pt x="10998" y="10172"/>
                </a:lnTo>
                <a:lnTo>
                  <a:pt x="11217" y="10293"/>
                </a:lnTo>
                <a:lnTo>
                  <a:pt x="11461" y="10366"/>
                </a:lnTo>
                <a:lnTo>
                  <a:pt x="11704" y="10439"/>
                </a:lnTo>
                <a:lnTo>
                  <a:pt x="11996" y="10464"/>
                </a:lnTo>
                <a:lnTo>
                  <a:pt x="12264" y="10464"/>
                </a:lnTo>
                <a:lnTo>
                  <a:pt x="12531" y="10439"/>
                </a:lnTo>
                <a:lnTo>
                  <a:pt x="13042" y="10415"/>
                </a:lnTo>
                <a:lnTo>
                  <a:pt x="13432" y="10342"/>
                </a:lnTo>
                <a:lnTo>
                  <a:pt x="13821" y="10269"/>
                </a:lnTo>
                <a:lnTo>
                  <a:pt x="14210" y="10123"/>
                </a:lnTo>
                <a:lnTo>
                  <a:pt x="14551" y="9953"/>
                </a:lnTo>
                <a:lnTo>
                  <a:pt x="14551" y="10074"/>
                </a:lnTo>
                <a:lnTo>
                  <a:pt x="14454" y="10537"/>
                </a:lnTo>
                <a:lnTo>
                  <a:pt x="14113" y="10585"/>
                </a:lnTo>
                <a:lnTo>
                  <a:pt x="13772" y="10658"/>
                </a:lnTo>
                <a:lnTo>
                  <a:pt x="13456" y="10756"/>
                </a:lnTo>
                <a:lnTo>
                  <a:pt x="13140" y="10829"/>
                </a:lnTo>
                <a:lnTo>
                  <a:pt x="12702" y="10853"/>
                </a:lnTo>
                <a:lnTo>
                  <a:pt x="12264" y="10902"/>
                </a:lnTo>
                <a:lnTo>
                  <a:pt x="11826" y="10950"/>
                </a:lnTo>
                <a:lnTo>
                  <a:pt x="11607" y="10999"/>
                </a:lnTo>
                <a:lnTo>
                  <a:pt x="11412" y="11072"/>
                </a:lnTo>
                <a:lnTo>
                  <a:pt x="11388" y="11096"/>
                </a:lnTo>
                <a:lnTo>
                  <a:pt x="11412" y="11121"/>
                </a:lnTo>
                <a:lnTo>
                  <a:pt x="11607" y="11218"/>
                </a:lnTo>
                <a:lnTo>
                  <a:pt x="11826" y="11267"/>
                </a:lnTo>
                <a:lnTo>
                  <a:pt x="12045" y="11291"/>
                </a:lnTo>
                <a:lnTo>
                  <a:pt x="12288" y="11291"/>
                </a:lnTo>
                <a:lnTo>
                  <a:pt x="12750" y="11242"/>
                </a:lnTo>
                <a:lnTo>
                  <a:pt x="13188" y="11194"/>
                </a:lnTo>
                <a:lnTo>
                  <a:pt x="13748" y="11121"/>
                </a:lnTo>
                <a:lnTo>
                  <a:pt x="14064" y="11048"/>
                </a:lnTo>
                <a:lnTo>
                  <a:pt x="14356" y="10950"/>
                </a:lnTo>
                <a:lnTo>
                  <a:pt x="14162" y="11729"/>
                </a:lnTo>
                <a:lnTo>
                  <a:pt x="13845" y="11753"/>
                </a:lnTo>
                <a:lnTo>
                  <a:pt x="13553" y="11778"/>
                </a:lnTo>
                <a:lnTo>
                  <a:pt x="12921" y="11875"/>
                </a:lnTo>
                <a:lnTo>
                  <a:pt x="12653" y="11875"/>
                </a:lnTo>
                <a:lnTo>
                  <a:pt x="12337" y="11899"/>
                </a:lnTo>
                <a:lnTo>
                  <a:pt x="12191" y="11899"/>
                </a:lnTo>
                <a:lnTo>
                  <a:pt x="12069" y="11948"/>
                </a:lnTo>
                <a:lnTo>
                  <a:pt x="11923" y="11997"/>
                </a:lnTo>
                <a:lnTo>
                  <a:pt x="11801" y="12070"/>
                </a:lnTo>
                <a:lnTo>
                  <a:pt x="11801" y="12094"/>
                </a:lnTo>
                <a:lnTo>
                  <a:pt x="11801" y="12118"/>
                </a:lnTo>
                <a:lnTo>
                  <a:pt x="11923" y="12191"/>
                </a:lnTo>
                <a:lnTo>
                  <a:pt x="12069" y="12240"/>
                </a:lnTo>
                <a:lnTo>
                  <a:pt x="12191" y="12264"/>
                </a:lnTo>
                <a:lnTo>
                  <a:pt x="12653" y="12264"/>
                </a:lnTo>
                <a:lnTo>
                  <a:pt x="12921" y="12216"/>
                </a:lnTo>
                <a:lnTo>
                  <a:pt x="13505" y="12167"/>
                </a:lnTo>
                <a:lnTo>
                  <a:pt x="13772" y="12143"/>
                </a:lnTo>
                <a:lnTo>
                  <a:pt x="14064" y="12070"/>
                </a:lnTo>
                <a:lnTo>
                  <a:pt x="14064" y="12070"/>
                </a:lnTo>
                <a:lnTo>
                  <a:pt x="13943" y="12483"/>
                </a:lnTo>
                <a:lnTo>
                  <a:pt x="13845" y="12848"/>
                </a:lnTo>
                <a:lnTo>
                  <a:pt x="13724" y="12800"/>
                </a:lnTo>
                <a:lnTo>
                  <a:pt x="13626" y="12775"/>
                </a:lnTo>
                <a:lnTo>
                  <a:pt x="13383" y="12775"/>
                </a:lnTo>
                <a:lnTo>
                  <a:pt x="12896" y="12848"/>
                </a:lnTo>
                <a:lnTo>
                  <a:pt x="12337" y="12897"/>
                </a:lnTo>
                <a:lnTo>
                  <a:pt x="12069" y="12946"/>
                </a:lnTo>
                <a:lnTo>
                  <a:pt x="11777" y="13043"/>
                </a:lnTo>
                <a:lnTo>
                  <a:pt x="11753" y="13067"/>
                </a:lnTo>
                <a:lnTo>
                  <a:pt x="11753" y="13116"/>
                </a:lnTo>
                <a:lnTo>
                  <a:pt x="11777" y="13165"/>
                </a:lnTo>
                <a:lnTo>
                  <a:pt x="11801" y="13189"/>
                </a:lnTo>
                <a:lnTo>
                  <a:pt x="12069" y="13238"/>
                </a:lnTo>
                <a:lnTo>
                  <a:pt x="12361" y="13238"/>
                </a:lnTo>
                <a:lnTo>
                  <a:pt x="12896" y="13213"/>
                </a:lnTo>
                <a:lnTo>
                  <a:pt x="13334" y="13189"/>
                </a:lnTo>
                <a:lnTo>
                  <a:pt x="13578" y="13165"/>
                </a:lnTo>
                <a:lnTo>
                  <a:pt x="13675" y="13140"/>
                </a:lnTo>
                <a:lnTo>
                  <a:pt x="13772" y="13092"/>
                </a:lnTo>
                <a:lnTo>
                  <a:pt x="13772" y="13092"/>
                </a:lnTo>
                <a:lnTo>
                  <a:pt x="13505" y="13870"/>
                </a:lnTo>
                <a:lnTo>
                  <a:pt x="13310" y="13870"/>
                </a:lnTo>
                <a:lnTo>
                  <a:pt x="13115" y="13895"/>
                </a:lnTo>
                <a:lnTo>
                  <a:pt x="12896" y="13919"/>
                </a:lnTo>
                <a:lnTo>
                  <a:pt x="12702" y="13943"/>
                </a:lnTo>
                <a:lnTo>
                  <a:pt x="12483" y="13943"/>
                </a:lnTo>
                <a:lnTo>
                  <a:pt x="12239" y="13919"/>
                </a:lnTo>
                <a:lnTo>
                  <a:pt x="11777" y="13870"/>
                </a:lnTo>
                <a:lnTo>
                  <a:pt x="11753" y="13895"/>
                </a:lnTo>
                <a:lnTo>
                  <a:pt x="11753" y="13919"/>
                </a:lnTo>
                <a:lnTo>
                  <a:pt x="11947" y="14041"/>
                </a:lnTo>
                <a:lnTo>
                  <a:pt x="12142" y="14138"/>
                </a:lnTo>
                <a:lnTo>
                  <a:pt x="12361" y="14187"/>
                </a:lnTo>
                <a:lnTo>
                  <a:pt x="12604" y="14211"/>
                </a:lnTo>
                <a:lnTo>
                  <a:pt x="12775" y="14235"/>
                </a:lnTo>
                <a:lnTo>
                  <a:pt x="13188" y="14235"/>
                </a:lnTo>
                <a:lnTo>
                  <a:pt x="13383" y="14187"/>
                </a:lnTo>
                <a:lnTo>
                  <a:pt x="13383" y="14187"/>
                </a:lnTo>
                <a:lnTo>
                  <a:pt x="13286" y="14430"/>
                </a:lnTo>
                <a:lnTo>
                  <a:pt x="13261" y="14454"/>
                </a:lnTo>
                <a:lnTo>
                  <a:pt x="13237" y="14479"/>
                </a:lnTo>
                <a:lnTo>
                  <a:pt x="13213" y="14576"/>
                </a:lnTo>
                <a:lnTo>
                  <a:pt x="13140" y="14527"/>
                </a:lnTo>
                <a:lnTo>
                  <a:pt x="12872" y="14527"/>
                </a:lnTo>
                <a:lnTo>
                  <a:pt x="12507" y="14552"/>
                </a:lnTo>
                <a:lnTo>
                  <a:pt x="12288" y="14552"/>
                </a:lnTo>
                <a:lnTo>
                  <a:pt x="12069" y="14503"/>
                </a:lnTo>
                <a:lnTo>
                  <a:pt x="11850" y="14479"/>
                </a:lnTo>
                <a:lnTo>
                  <a:pt x="11631" y="14454"/>
                </a:lnTo>
                <a:lnTo>
                  <a:pt x="11582" y="14479"/>
                </a:lnTo>
                <a:lnTo>
                  <a:pt x="11558" y="14503"/>
                </a:lnTo>
                <a:lnTo>
                  <a:pt x="11558" y="14552"/>
                </a:lnTo>
                <a:lnTo>
                  <a:pt x="11582" y="14600"/>
                </a:lnTo>
                <a:lnTo>
                  <a:pt x="11655" y="14673"/>
                </a:lnTo>
                <a:lnTo>
                  <a:pt x="11753" y="14746"/>
                </a:lnTo>
                <a:lnTo>
                  <a:pt x="11947" y="14844"/>
                </a:lnTo>
                <a:lnTo>
                  <a:pt x="12166" y="14917"/>
                </a:lnTo>
                <a:lnTo>
                  <a:pt x="12410" y="14941"/>
                </a:lnTo>
                <a:lnTo>
                  <a:pt x="12750" y="14941"/>
                </a:lnTo>
                <a:lnTo>
                  <a:pt x="12945" y="14892"/>
                </a:lnTo>
                <a:lnTo>
                  <a:pt x="13115" y="14819"/>
                </a:lnTo>
                <a:lnTo>
                  <a:pt x="12872" y="15257"/>
                </a:lnTo>
                <a:lnTo>
                  <a:pt x="12750" y="15233"/>
                </a:lnTo>
                <a:lnTo>
                  <a:pt x="12629" y="15257"/>
                </a:lnTo>
                <a:lnTo>
                  <a:pt x="12385" y="15257"/>
                </a:lnTo>
                <a:lnTo>
                  <a:pt x="12191" y="15233"/>
                </a:lnTo>
                <a:lnTo>
                  <a:pt x="11996" y="15209"/>
                </a:lnTo>
                <a:lnTo>
                  <a:pt x="11801" y="15184"/>
                </a:lnTo>
                <a:lnTo>
                  <a:pt x="11631" y="15184"/>
                </a:lnTo>
                <a:lnTo>
                  <a:pt x="11582" y="15209"/>
                </a:lnTo>
                <a:lnTo>
                  <a:pt x="11607" y="15257"/>
                </a:lnTo>
                <a:lnTo>
                  <a:pt x="11655" y="15330"/>
                </a:lnTo>
                <a:lnTo>
                  <a:pt x="11728" y="15403"/>
                </a:lnTo>
                <a:lnTo>
                  <a:pt x="11801" y="15476"/>
                </a:lnTo>
                <a:lnTo>
                  <a:pt x="11899" y="15525"/>
                </a:lnTo>
                <a:lnTo>
                  <a:pt x="12093" y="15574"/>
                </a:lnTo>
                <a:lnTo>
                  <a:pt x="12288" y="15598"/>
                </a:lnTo>
                <a:lnTo>
                  <a:pt x="12458" y="15622"/>
                </a:lnTo>
                <a:lnTo>
                  <a:pt x="12653" y="15622"/>
                </a:lnTo>
                <a:lnTo>
                  <a:pt x="12458" y="15890"/>
                </a:lnTo>
                <a:lnTo>
                  <a:pt x="12264" y="15866"/>
                </a:lnTo>
                <a:lnTo>
                  <a:pt x="12045" y="15890"/>
                </a:lnTo>
                <a:lnTo>
                  <a:pt x="11826" y="15866"/>
                </a:lnTo>
                <a:lnTo>
                  <a:pt x="11631" y="15841"/>
                </a:lnTo>
                <a:lnTo>
                  <a:pt x="11558" y="15841"/>
                </a:lnTo>
                <a:lnTo>
                  <a:pt x="11461" y="15890"/>
                </a:lnTo>
                <a:lnTo>
                  <a:pt x="11509" y="15987"/>
                </a:lnTo>
                <a:lnTo>
                  <a:pt x="11607" y="16060"/>
                </a:lnTo>
                <a:lnTo>
                  <a:pt x="11728" y="16133"/>
                </a:lnTo>
                <a:lnTo>
                  <a:pt x="11850" y="16157"/>
                </a:lnTo>
                <a:lnTo>
                  <a:pt x="8930" y="16206"/>
                </a:lnTo>
                <a:lnTo>
                  <a:pt x="7324" y="16206"/>
                </a:lnTo>
                <a:lnTo>
                  <a:pt x="5694" y="16182"/>
                </a:lnTo>
                <a:lnTo>
                  <a:pt x="5718" y="16109"/>
                </a:lnTo>
                <a:lnTo>
                  <a:pt x="5718" y="16036"/>
                </a:lnTo>
                <a:lnTo>
                  <a:pt x="5694" y="15963"/>
                </a:lnTo>
                <a:lnTo>
                  <a:pt x="5645" y="15890"/>
                </a:lnTo>
                <a:lnTo>
                  <a:pt x="5305" y="15428"/>
                </a:lnTo>
                <a:lnTo>
                  <a:pt x="5013" y="14965"/>
                </a:lnTo>
                <a:lnTo>
                  <a:pt x="4721" y="14454"/>
                </a:lnTo>
                <a:lnTo>
                  <a:pt x="4477" y="13968"/>
                </a:lnTo>
                <a:lnTo>
                  <a:pt x="4258" y="13432"/>
                </a:lnTo>
                <a:lnTo>
                  <a:pt x="4064" y="12897"/>
                </a:lnTo>
                <a:lnTo>
                  <a:pt x="3869" y="12362"/>
                </a:lnTo>
                <a:lnTo>
                  <a:pt x="3723" y="11826"/>
                </a:lnTo>
                <a:lnTo>
                  <a:pt x="3553" y="11267"/>
                </a:lnTo>
                <a:lnTo>
                  <a:pt x="3431" y="10683"/>
                </a:lnTo>
                <a:lnTo>
                  <a:pt x="3163" y="9539"/>
                </a:lnTo>
                <a:lnTo>
                  <a:pt x="3090" y="9125"/>
                </a:lnTo>
                <a:lnTo>
                  <a:pt x="3042" y="8736"/>
                </a:lnTo>
                <a:lnTo>
                  <a:pt x="3017" y="8371"/>
                </a:lnTo>
                <a:lnTo>
                  <a:pt x="3017" y="7982"/>
                </a:lnTo>
                <a:close/>
                <a:moveTo>
                  <a:pt x="4258" y="14746"/>
                </a:moveTo>
                <a:lnTo>
                  <a:pt x="4502" y="15209"/>
                </a:lnTo>
                <a:lnTo>
                  <a:pt x="4064" y="15257"/>
                </a:lnTo>
                <a:lnTo>
                  <a:pt x="3626" y="15379"/>
                </a:lnTo>
                <a:lnTo>
                  <a:pt x="3455" y="15428"/>
                </a:lnTo>
                <a:lnTo>
                  <a:pt x="3285" y="15501"/>
                </a:lnTo>
                <a:lnTo>
                  <a:pt x="3115" y="15622"/>
                </a:lnTo>
                <a:lnTo>
                  <a:pt x="3042" y="15671"/>
                </a:lnTo>
                <a:lnTo>
                  <a:pt x="2993" y="15744"/>
                </a:lnTo>
                <a:lnTo>
                  <a:pt x="2944" y="15914"/>
                </a:lnTo>
                <a:lnTo>
                  <a:pt x="2944" y="16060"/>
                </a:lnTo>
                <a:lnTo>
                  <a:pt x="2993" y="16182"/>
                </a:lnTo>
                <a:lnTo>
                  <a:pt x="3066" y="16279"/>
                </a:lnTo>
                <a:lnTo>
                  <a:pt x="3163" y="16352"/>
                </a:lnTo>
                <a:lnTo>
                  <a:pt x="3309" y="16401"/>
                </a:lnTo>
                <a:lnTo>
                  <a:pt x="3455" y="16449"/>
                </a:lnTo>
                <a:lnTo>
                  <a:pt x="3601" y="16474"/>
                </a:lnTo>
                <a:lnTo>
                  <a:pt x="4283" y="16547"/>
                </a:lnTo>
                <a:lnTo>
                  <a:pt x="4988" y="16571"/>
                </a:lnTo>
                <a:lnTo>
                  <a:pt x="6375" y="16620"/>
                </a:lnTo>
                <a:lnTo>
                  <a:pt x="9125" y="16620"/>
                </a:lnTo>
                <a:lnTo>
                  <a:pt x="11801" y="16571"/>
                </a:lnTo>
                <a:lnTo>
                  <a:pt x="13018" y="16571"/>
                </a:lnTo>
                <a:lnTo>
                  <a:pt x="13626" y="16547"/>
                </a:lnTo>
                <a:lnTo>
                  <a:pt x="13943" y="16522"/>
                </a:lnTo>
                <a:lnTo>
                  <a:pt x="14235" y="16498"/>
                </a:lnTo>
                <a:lnTo>
                  <a:pt x="14381" y="16449"/>
                </a:lnTo>
                <a:lnTo>
                  <a:pt x="14527" y="16376"/>
                </a:lnTo>
                <a:lnTo>
                  <a:pt x="14673" y="16303"/>
                </a:lnTo>
                <a:lnTo>
                  <a:pt x="14819" y="16182"/>
                </a:lnTo>
                <a:lnTo>
                  <a:pt x="14916" y="16060"/>
                </a:lnTo>
                <a:lnTo>
                  <a:pt x="14965" y="15914"/>
                </a:lnTo>
                <a:lnTo>
                  <a:pt x="14965" y="15841"/>
                </a:lnTo>
                <a:lnTo>
                  <a:pt x="14965" y="15744"/>
                </a:lnTo>
                <a:lnTo>
                  <a:pt x="14940" y="15671"/>
                </a:lnTo>
                <a:lnTo>
                  <a:pt x="14916" y="15574"/>
                </a:lnTo>
                <a:lnTo>
                  <a:pt x="14794" y="15403"/>
                </a:lnTo>
                <a:lnTo>
                  <a:pt x="14648" y="15282"/>
                </a:lnTo>
                <a:lnTo>
                  <a:pt x="14478" y="15209"/>
                </a:lnTo>
                <a:lnTo>
                  <a:pt x="14308" y="15184"/>
                </a:lnTo>
                <a:lnTo>
                  <a:pt x="14137" y="15160"/>
                </a:lnTo>
                <a:lnTo>
                  <a:pt x="13553" y="15160"/>
                </a:lnTo>
                <a:lnTo>
                  <a:pt x="13699" y="14819"/>
                </a:lnTo>
                <a:lnTo>
                  <a:pt x="13724" y="14771"/>
                </a:lnTo>
                <a:lnTo>
                  <a:pt x="14454" y="14844"/>
                </a:lnTo>
                <a:lnTo>
                  <a:pt x="14794" y="14917"/>
                </a:lnTo>
                <a:lnTo>
                  <a:pt x="15135" y="14990"/>
                </a:lnTo>
                <a:lnTo>
                  <a:pt x="15500" y="15087"/>
                </a:lnTo>
                <a:lnTo>
                  <a:pt x="15816" y="15184"/>
                </a:lnTo>
                <a:lnTo>
                  <a:pt x="16157" y="15330"/>
                </a:lnTo>
                <a:lnTo>
                  <a:pt x="16497" y="15452"/>
                </a:lnTo>
                <a:lnTo>
                  <a:pt x="16741" y="15598"/>
                </a:lnTo>
                <a:lnTo>
                  <a:pt x="16911" y="15744"/>
                </a:lnTo>
                <a:lnTo>
                  <a:pt x="17033" y="15914"/>
                </a:lnTo>
                <a:lnTo>
                  <a:pt x="17081" y="16060"/>
                </a:lnTo>
                <a:lnTo>
                  <a:pt x="17081" y="16230"/>
                </a:lnTo>
                <a:lnTo>
                  <a:pt x="17008" y="16401"/>
                </a:lnTo>
                <a:lnTo>
                  <a:pt x="16911" y="16547"/>
                </a:lnTo>
                <a:lnTo>
                  <a:pt x="16789" y="16717"/>
                </a:lnTo>
                <a:lnTo>
                  <a:pt x="16643" y="16863"/>
                </a:lnTo>
                <a:lnTo>
                  <a:pt x="16449" y="17009"/>
                </a:lnTo>
                <a:lnTo>
                  <a:pt x="16059" y="17277"/>
                </a:lnTo>
                <a:lnTo>
                  <a:pt x="15670" y="17496"/>
                </a:lnTo>
                <a:lnTo>
                  <a:pt x="15305" y="17642"/>
                </a:lnTo>
                <a:lnTo>
                  <a:pt x="14965" y="17763"/>
                </a:lnTo>
                <a:lnTo>
                  <a:pt x="14600" y="17836"/>
                </a:lnTo>
                <a:lnTo>
                  <a:pt x="14259" y="17909"/>
                </a:lnTo>
                <a:lnTo>
                  <a:pt x="13894" y="17958"/>
                </a:lnTo>
                <a:lnTo>
                  <a:pt x="13140" y="18007"/>
                </a:lnTo>
                <a:lnTo>
                  <a:pt x="12410" y="18055"/>
                </a:lnTo>
                <a:lnTo>
                  <a:pt x="11558" y="18080"/>
                </a:lnTo>
                <a:lnTo>
                  <a:pt x="10706" y="18080"/>
                </a:lnTo>
                <a:lnTo>
                  <a:pt x="9027" y="18055"/>
                </a:lnTo>
                <a:lnTo>
                  <a:pt x="7324" y="18031"/>
                </a:lnTo>
                <a:lnTo>
                  <a:pt x="6473" y="18007"/>
                </a:lnTo>
                <a:lnTo>
                  <a:pt x="5645" y="17982"/>
                </a:lnTo>
                <a:lnTo>
                  <a:pt x="4794" y="17934"/>
                </a:lnTo>
                <a:lnTo>
                  <a:pt x="3942" y="17861"/>
                </a:lnTo>
                <a:lnTo>
                  <a:pt x="3115" y="17739"/>
                </a:lnTo>
                <a:lnTo>
                  <a:pt x="2287" y="17593"/>
                </a:lnTo>
                <a:lnTo>
                  <a:pt x="1898" y="17496"/>
                </a:lnTo>
                <a:lnTo>
                  <a:pt x="1509" y="17350"/>
                </a:lnTo>
                <a:lnTo>
                  <a:pt x="1168" y="17179"/>
                </a:lnTo>
                <a:lnTo>
                  <a:pt x="827" y="16985"/>
                </a:lnTo>
                <a:lnTo>
                  <a:pt x="633" y="16839"/>
                </a:lnTo>
                <a:lnTo>
                  <a:pt x="487" y="16668"/>
                </a:lnTo>
                <a:lnTo>
                  <a:pt x="365" y="16449"/>
                </a:lnTo>
                <a:lnTo>
                  <a:pt x="316" y="16328"/>
                </a:lnTo>
                <a:lnTo>
                  <a:pt x="316" y="16230"/>
                </a:lnTo>
                <a:lnTo>
                  <a:pt x="316" y="16085"/>
                </a:lnTo>
                <a:lnTo>
                  <a:pt x="341" y="15963"/>
                </a:lnTo>
                <a:lnTo>
                  <a:pt x="414" y="15866"/>
                </a:lnTo>
                <a:lnTo>
                  <a:pt x="511" y="15768"/>
                </a:lnTo>
                <a:lnTo>
                  <a:pt x="730" y="15622"/>
                </a:lnTo>
                <a:lnTo>
                  <a:pt x="949" y="15501"/>
                </a:lnTo>
                <a:lnTo>
                  <a:pt x="1314" y="15330"/>
                </a:lnTo>
                <a:lnTo>
                  <a:pt x="1728" y="15184"/>
                </a:lnTo>
                <a:lnTo>
                  <a:pt x="2141" y="15063"/>
                </a:lnTo>
                <a:lnTo>
                  <a:pt x="2555" y="14965"/>
                </a:lnTo>
                <a:lnTo>
                  <a:pt x="2993" y="14892"/>
                </a:lnTo>
                <a:lnTo>
                  <a:pt x="3407" y="14844"/>
                </a:lnTo>
                <a:lnTo>
                  <a:pt x="4258" y="14746"/>
                </a:lnTo>
                <a:close/>
                <a:moveTo>
                  <a:pt x="9076" y="6498"/>
                </a:moveTo>
                <a:lnTo>
                  <a:pt x="8103" y="6522"/>
                </a:lnTo>
                <a:lnTo>
                  <a:pt x="7129" y="6571"/>
                </a:lnTo>
                <a:lnTo>
                  <a:pt x="6156" y="6644"/>
                </a:lnTo>
                <a:lnTo>
                  <a:pt x="5183" y="6717"/>
                </a:lnTo>
                <a:lnTo>
                  <a:pt x="4526" y="6765"/>
                </a:lnTo>
                <a:lnTo>
                  <a:pt x="4161" y="6790"/>
                </a:lnTo>
                <a:lnTo>
                  <a:pt x="3796" y="6838"/>
                </a:lnTo>
                <a:lnTo>
                  <a:pt x="3431" y="6911"/>
                </a:lnTo>
                <a:lnTo>
                  <a:pt x="3285" y="6960"/>
                </a:lnTo>
                <a:lnTo>
                  <a:pt x="3115" y="7033"/>
                </a:lnTo>
                <a:lnTo>
                  <a:pt x="2993" y="7106"/>
                </a:lnTo>
                <a:lnTo>
                  <a:pt x="2847" y="7228"/>
                </a:lnTo>
                <a:lnTo>
                  <a:pt x="2750" y="7325"/>
                </a:lnTo>
                <a:lnTo>
                  <a:pt x="2652" y="7471"/>
                </a:lnTo>
                <a:lnTo>
                  <a:pt x="2628" y="7520"/>
                </a:lnTo>
                <a:lnTo>
                  <a:pt x="2628" y="7593"/>
                </a:lnTo>
                <a:lnTo>
                  <a:pt x="2652" y="7666"/>
                </a:lnTo>
                <a:lnTo>
                  <a:pt x="2579" y="7812"/>
                </a:lnTo>
                <a:lnTo>
                  <a:pt x="2555" y="7982"/>
                </a:lnTo>
                <a:lnTo>
                  <a:pt x="2531" y="8152"/>
                </a:lnTo>
                <a:lnTo>
                  <a:pt x="2506" y="8298"/>
                </a:lnTo>
                <a:lnTo>
                  <a:pt x="2360" y="8249"/>
                </a:lnTo>
                <a:lnTo>
                  <a:pt x="2214" y="8201"/>
                </a:lnTo>
                <a:lnTo>
                  <a:pt x="2044" y="8176"/>
                </a:lnTo>
                <a:lnTo>
                  <a:pt x="1874" y="8176"/>
                </a:lnTo>
                <a:lnTo>
                  <a:pt x="1557" y="8201"/>
                </a:lnTo>
                <a:lnTo>
                  <a:pt x="1265" y="8249"/>
                </a:lnTo>
                <a:lnTo>
                  <a:pt x="1046" y="8347"/>
                </a:lnTo>
                <a:lnTo>
                  <a:pt x="827" y="8468"/>
                </a:lnTo>
                <a:lnTo>
                  <a:pt x="657" y="8639"/>
                </a:lnTo>
                <a:lnTo>
                  <a:pt x="487" y="8833"/>
                </a:lnTo>
                <a:lnTo>
                  <a:pt x="365" y="9052"/>
                </a:lnTo>
                <a:lnTo>
                  <a:pt x="268" y="9271"/>
                </a:lnTo>
                <a:lnTo>
                  <a:pt x="195" y="9515"/>
                </a:lnTo>
                <a:lnTo>
                  <a:pt x="170" y="9758"/>
                </a:lnTo>
                <a:lnTo>
                  <a:pt x="170" y="10026"/>
                </a:lnTo>
                <a:lnTo>
                  <a:pt x="219" y="10293"/>
                </a:lnTo>
                <a:lnTo>
                  <a:pt x="292" y="10537"/>
                </a:lnTo>
                <a:lnTo>
                  <a:pt x="389" y="10780"/>
                </a:lnTo>
                <a:lnTo>
                  <a:pt x="535" y="10999"/>
                </a:lnTo>
                <a:lnTo>
                  <a:pt x="706" y="11194"/>
                </a:lnTo>
                <a:lnTo>
                  <a:pt x="900" y="11388"/>
                </a:lnTo>
                <a:lnTo>
                  <a:pt x="1095" y="11559"/>
                </a:lnTo>
                <a:lnTo>
                  <a:pt x="1363" y="11729"/>
                </a:lnTo>
                <a:lnTo>
                  <a:pt x="1606" y="11899"/>
                </a:lnTo>
                <a:lnTo>
                  <a:pt x="2117" y="12240"/>
                </a:lnTo>
                <a:lnTo>
                  <a:pt x="2409" y="12459"/>
                </a:lnTo>
                <a:lnTo>
                  <a:pt x="2531" y="12581"/>
                </a:lnTo>
                <a:lnTo>
                  <a:pt x="2652" y="12727"/>
                </a:lnTo>
                <a:lnTo>
                  <a:pt x="2725" y="12873"/>
                </a:lnTo>
                <a:lnTo>
                  <a:pt x="2774" y="13043"/>
                </a:lnTo>
                <a:lnTo>
                  <a:pt x="2750" y="13165"/>
                </a:lnTo>
                <a:lnTo>
                  <a:pt x="2725" y="13238"/>
                </a:lnTo>
                <a:lnTo>
                  <a:pt x="2677" y="13262"/>
                </a:lnTo>
                <a:lnTo>
                  <a:pt x="2604" y="13262"/>
                </a:lnTo>
                <a:lnTo>
                  <a:pt x="2531" y="13213"/>
                </a:lnTo>
                <a:lnTo>
                  <a:pt x="2458" y="13189"/>
                </a:lnTo>
                <a:lnTo>
                  <a:pt x="2312" y="13165"/>
                </a:lnTo>
                <a:lnTo>
                  <a:pt x="2190" y="13213"/>
                </a:lnTo>
                <a:lnTo>
                  <a:pt x="2068" y="13286"/>
                </a:lnTo>
                <a:lnTo>
                  <a:pt x="1995" y="13408"/>
                </a:lnTo>
                <a:lnTo>
                  <a:pt x="1971" y="13530"/>
                </a:lnTo>
                <a:lnTo>
                  <a:pt x="1971" y="13603"/>
                </a:lnTo>
                <a:lnTo>
                  <a:pt x="1995" y="13651"/>
                </a:lnTo>
                <a:lnTo>
                  <a:pt x="2020" y="13724"/>
                </a:lnTo>
                <a:lnTo>
                  <a:pt x="2093" y="13773"/>
                </a:lnTo>
                <a:lnTo>
                  <a:pt x="2263" y="13895"/>
                </a:lnTo>
                <a:lnTo>
                  <a:pt x="2458" y="13968"/>
                </a:lnTo>
                <a:lnTo>
                  <a:pt x="2677" y="13992"/>
                </a:lnTo>
                <a:lnTo>
                  <a:pt x="2871" y="13968"/>
                </a:lnTo>
                <a:lnTo>
                  <a:pt x="3066" y="13895"/>
                </a:lnTo>
                <a:lnTo>
                  <a:pt x="3236" y="13773"/>
                </a:lnTo>
                <a:lnTo>
                  <a:pt x="3309" y="13700"/>
                </a:lnTo>
                <a:lnTo>
                  <a:pt x="3358" y="13603"/>
                </a:lnTo>
                <a:lnTo>
                  <a:pt x="3431" y="13505"/>
                </a:lnTo>
                <a:lnTo>
                  <a:pt x="3455" y="13408"/>
                </a:lnTo>
                <a:lnTo>
                  <a:pt x="3504" y="13213"/>
                </a:lnTo>
                <a:lnTo>
                  <a:pt x="3504" y="13019"/>
                </a:lnTo>
                <a:lnTo>
                  <a:pt x="3650" y="13432"/>
                </a:lnTo>
                <a:lnTo>
                  <a:pt x="3820" y="13822"/>
                </a:lnTo>
                <a:lnTo>
                  <a:pt x="3991" y="14211"/>
                </a:lnTo>
                <a:lnTo>
                  <a:pt x="4185" y="14600"/>
                </a:lnTo>
                <a:lnTo>
                  <a:pt x="3723" y="14600"/>
                </a:lnTo>
                <a:lnTo>
                  <a:pt x="3285" y="14625"/>
                </a:lnTo>
                <a:lnTo>
                  <a:pt x="2823" y="14673"/>
                </a:lnTo>
                <a:lnTo>
                  <a:pt x="2385" y="14746"/>
                </a:lnTo>
                <a:lnTo>
                  <a:pt x="1922" y="14819"/>
                </a:lnTo>
                <a:lnTo>
                  <a:pt x="1484" y="14941"/>
                </a:lnTo>
                <a:lnTo>
                  <a:pt x="1071" y="15087"/>
                </a:lnTo>
                <a:lnTo>
                  <a:pt x="657" y="15282"/>
                </a:lnTo>
                <a:lnTo>
                  <a:pt x="487" y="15379"/>
                </a:lnTo>
                <a:lnTo>
                  <a:pt x="341" y="15476"/>
                </a:lnTo>
                <a:lnTo>
                  <a:pt x="219" y="15574"/>
                </a:lnTo>
                <a:lnTo>
                  <a:pt x="122" y="15695"/>
                </a:lnTo>
                <a:lnTo>
                  <a:pt x="49" y="15841"/>
                </a:lnTo>
                <a:lnTo>
                  <a:pt x="24" y="15963"/>
                </a:lnTo>
                <a:lnTo>
                  <a:pt x="0" y="16109"/>
                </a:lnTo>
                <a:lnTo>
                  <a:pt x="0" y="16255"/>
                </a:lnTo>
                <a:lnTo>
                  <a:pt x="24" y="16376"/>
                </a:lnTo>
                <a:lnTo>
                  <a:pt x="49" y="16522"/>
                </a:lnTo>
                <a:lnTo>
                  <a:pt x="122" y="16668"/>
                </a:lnTo>
                <a:lnTo>
                  <a:pt x="195" y="16790"/>
                </a:lnTo>
                <a:lnTo>
                  <a:pt x="292" y="16936"/>
                </a:lnTo>
                <a:lnTo>
                  <a:pt x="389" y="17058"/>
                </a:lnTo>
                <a:lnTo>
                  <a:pt x="511" y="17179"/>
                </a:lnTo>
                <a:lnTo>
                  <a:pt x="633" y="17301"/>
                </a:lnTo>
                <a:lnTo>
                  <a:pt x="827" y="17423"/>
                </a:lnTo>
                <a:lnTo>
                  <a:pt x="1046" y="17544"/>
                </a:lnTo>
                <a:lnTo>
                  <a:pt x="1241" y="17642"/>
                </a:lnTo>
                <a:lnTo>
                  <a:pt x="1460" y="17739"/>
                </a:lnTo>
                <a:lnTo>
                  <a:pt x="1922" y="17885"/>
                </a:lnTo>
                <a:lnTo>
                  <a:pt x="2409" y="18007"/>
                </a:lnTo>
                <a:lnTo>
                  <a:pt x="2896" y="18080"/>
                </a:lnTo>
                <a:lnTo>
                  <a:pt x="3382" y="18128"/>
                </a:lnTo>
                <a:lnTo>
                  <a:pt x="4331" y="18226"/>
                </a:lnTo>
                <a:lnTo>
                  <a:pt x="5451" y="18299"/>
                </a:lnTo>
                <a:lnTo>
                  <a:pt x="6570" y="18347"/>
                </a:lnTo>
                <a:lnTo>
                  <a:pt x="8833" y="18396"/>
                </a:lnTo>
                <a:lnTo>
                  <a:pt x="9928" y="18420"/>
                </a:lnTo>
                <a:lnTo>
                  <a:pt x="11047" y="18420"/>
                </a:lnTo>
                <a:lnTo>
                  <a:pt x="12142" y="18396"/>
                </a:lnTo>
                <a:lnTo>
                  <a:pt x="13261" y="18347"/>
                </a:lnTo>
                <a:lnTo>
                  <a:pt x="13675" y="18323"/>
                </a:lnTo>
                <a:lnTo>
                  <a:pt x="14113" y="18274"/>
                </a:lnTo>
                <a:lnTo>
                  <a:pt x="14527" y="18201"/>
                </a:lnTo>
                <a:lnTo>
                  <a:pt x="14965" y="18128"/>
                </a:lnTo>
                <a:lnTo>
                  <a:pt x="15378" y="18007"/>
                </a:lnTo>
                <a:lnTo>
                  <a:pt x="15767" y="17861"/>
                </a:lnTo>
                <a:lnTo>
                  <a:pt x="16157" y="17690"/>
                </a:lnTo>
                <a:lnTo>
                  <a:pt x="16546" y="17471"/>
                </a:lnTo>
                <a:lnTo>
                  <a:pt x="16814" y="17277"/>
                </a:lnTo>
                <a:lnTo>
                  <a:pt x="17057" y="17033"/>
                </a:lnTo>
                <a:lnTo>
                  <a:pt x="17276" y="16766"/>
                </a:lnTo>
                <a:lnTo>
                  <a:pt x="17349" y="16620"/>
                </a:lnTo>
                <a:lnTo>
                  <a:pt x="17422" y="16474"/>
                </a:lnTo>
                <a:lnTo>
                  <a:pt x="17471" y="16328"/>
                </a:lnTo>
                <a:lnTo>
                  <a:pt x="17495" y="16157"/>
                </a:lnTo>
                <a:lnTo>
                  <a:pt x="17495" y="16012"/>
                </a:lnTo>
                <a:lnTo>
                  <a:pt x="17471" y="15866"/>
                </a:lnTo>
                <a:lnTo>
                  <a:pt x="17398" y="15720"/>
                </a:lnTo>
                <a:lnTo>
                  <a:pt x="17325" y="15598"/>
                </a:lnTo>
                <a:lnTo>
                  <a:pt x="17179" y="15452"/>
                </a:lnTo>
                <a:lnTo>
                  <a:pt x="17033" y="15330"/>
                </a:lnTo>
                <a:lnTo>
                  <a:pt x="16692" y="15111"/>
                </a:lnTo>
                <a:lnTo>
                  <a:pt x="16327" y="14941"/>
                </a:lnTo>
                <a:lnTo>
                  <a:pt x="15938" y="14795"/>
                </a:lnTo>
                <a:lnTo>
                  <a:pt x="15524" y="14673"/>
                </a:lnTo>
                <a:lnTo>
                  <a:pt x="15110" y="14576"/>
                </a:lnTo>
                <a:lnTo>
                  <a:pt x="14697" y="14503"/>
                </a:lnTo>
                <a:lnTo>
                  <a:pt x="14283" y="14454"/>
                </a:lnTo>
                <a:lnTo>
                  <a:pt x="13870" y="14406"/>
                </a:lnTo>
                <a:lnTo>
                  <a:pt x="14040" y="13968"/>
                </a:lnTo>
                <a:lnTo>
                  <a:pt x="14186" y="13530"/>
                </a:lnTo>
                <a:lnTo>
                  <a:pt x="14454" y="12629"/>
                </a:lnTo>
                <a:lnTo>
                  <a:pt x="14794" y="11340"/>
                </a:lnTo>
                <a:lnTo>
                  <a:pt x="14916" y="10683"/>
                </a:lnTo>
                <a:lnTo>
                  <a:pt x="15038" y="10026"/>
                </a:lnTo>
                <a:lnTo>
                  <a:pt x="15135" y="9417"/>
                </a:lnTo>
                <a:lnTo>
                  <a:pt x="15159" y="9077"/>
                </a:lnTo>
                <a:lnTo>
                  <a:pt x="15159" y="8760"/>
                </a:lnTo>
                <a:lnTo>
                  <a:pt x="15159" y="8444"/>
                </a:lnTo>
                <a:lnTo>
                  <a:pt x="15110" y="8128"/>
                </a:lnTo>
                <a:lnTo>
                  <a:pt x="15038" y="7836"/>
                </a:lnTo>
                <a:lnTo>
                  <a:pt x="14940" y="7544"/>
                </a:lnTo>
                <a:lnTo>
                  <a:pt x="14916" y="7495"/>
                </a:lnTo>
                <a:lnTo>
                  <a:pt x="14892" y="7471"/>
                </a:lnTo>
                <a:lnTo>
                  <a:pt x="14794" y="7447"/>
                </a:lnTo>
                <a:lnTo>
                  <a:pt x="14746" y="7325"/>
                </a:lnTo>
                <a:lnTo>
                  <a:pt x="14673" y="7228"/>
                </a:lnTo>
                <a:lnTo>
                  <a:pt x="14600" y="7130"/>
                </a:lnTo>
                <a:lnTo>
                  <a:pt x="14478" y="7057"/>
                </a:lnTo>
                <a:lnTo>
                  <a:pt x="14235" y="6936"/>
                </a:lnTo>
                <a:lnTo>
                  <a:pt x="13943" y="6863"/>
                </a:lnTo>
                <a:lnTo>
                  <a:pt x="13626" y="6790"/>
                </a:lnTo>
                <a:lnTo>
                  <a:pt x="13310" y="6765"/>
                </a:lnTo>
                <a:lnTo>
                  <a:pt x="12823" y="6717"/>
                </a:lnTo>
                <a:lnTo>
                  <a:pt x="11899" y="6595"/>
                </a:lnTo>
                <a:lnTo>
                  <a:pt x="10950" y="6522"/>
                </a:lnTo>
                <a:lnTo>
                  <a:pt x="10025" y="6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1c77683fd_0_78"/>
          <p:cNvSpPr/>
          <p:nvPr/>
        </p:nvSpPr>
        <p:spPr>
          <a:xfrm>
            <a:off x="4092000" y="98899"/>
            <a:ext cx="788694" cy="805193"/>
          </a:xfrm>
          <a:custGeom>
            <a:rect b="b" l="l" r="r" t="t"/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e1c77683fd_0_78"/>
          <p:cNvSpPr txBox="1"/>
          <p:nvPr>
            <p:ph idx="4294967295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e1c77683fd_0_78"/>
          <p:cNvSpPr txBox="1"/>
          <p:nvPr/>
        </p:nvSpPr>
        <p:spPr>
          <a:xfrm>
            <a:off x="368250" y="842400"/>
            <a:ext cx="8457600" cy="3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43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niglet"/>
              <a:buAutoNum type="arabicPeriod" startAt="21"/>
            </a:pPr>
            <a:r>
              <a:rPr lang="en-US" sz="18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function that accepts the following bank account object and returns: "Low Balance" if balance is below 1000, "Sufficient Balance" otherwise           const account = {accountName: "David", balance: 500}; </a:t>
            </a:r>
            <a:endParaRPr sz="18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1430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niglet"/>
              <a:buAutoNum type="arabicPeriod" startAt="22"/>
            </a:pPr>
            <a:r>
              <a:rPr lang="en-US" sz="18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function that removes the password property from the following user object.    const user = {username: "admin",password: "12345"}; </a:t>
            </a:r>
            <a:endParaRPr sz="18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1430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niglet"/>
              <a:buAutoNum type="arabicPeriod" startAt="22"/>
            </a:pPr>
            <a:r>
              <a:rPr lang="en-US" sz="18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Write a function that accepts the following phone object and returns the battery percentage.     const phone = {brand: "Samsung",battery: 75}; </a:t>
            </a:r>
            <a:endParaRPr sz="18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114300" lvl="0" marL="28575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Sniglet"/>
              <a:buAutoNum type="arabicPeriod" startAt="22"/>
            </a:pPr>
            <a:r>
              <a:rPr lang="en-US" sz="1800">
                <a:solidFill>
                  <a:schemeClr val="lt1"/>
                </a:solidFill>
              </a:rPr>
              <a:t>Write a function that changes the status of the following order object from 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"pending"</a:t>
            </a:r>
            <a:r>
              <a:rPr lang="en-US" sz="1800">
                <a:solidFill>
                  <a:schemeClr val="lt1"/>
                </a:solidFill>
              </a:rPr>
              <a:t> to 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"delivered"</a:t>
            </a:r>
            <a:r>
              <a:rPr lang="en-US" sz="1800">
                <a:solidFill>
                  <a:schemeClr val="lt1"/>
                </a:solidFill>
              </a:rPr>
              <a:t>.                                                                                      const order = {id: 1,status: "pending"}; </a:t>
            </a:r>
            <a:endParaRPr sz="1800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12" name="Google Shape;112;g3e1c77683fd_0_78"/>
          <p:cNvSpPr/>
          <p:nvPr/>
        </p:nvSpPr>
        <p:spPr>
          <a:xfrm>
            <a:off x="4295168" y="299949"/>
            <a:ext cx="382375" cy="402591"/>
          </a:xfrm>
          <a:custGeom>
            <a:rect b="b" l="l" r="r" t="t"/>
            <a:pathLst>
              <a:path extrusionOk="0" h="18421" w="17496">
                <a:moveTo>
                  <a:pt x="7421" y="1047"/>
                </a:moveTo>
                <a:lnTo>
                  <a:pt x="7373" y="1071"/>
                </a:lnTo>
                <a:lnTo>
                  <a:pt x="7348" y="1120"/>
                </a:lnTo>
                <a:lnTo>
                  <a:pt x="7324" y="1169"/>
                </a:lnTo>
                <a:lnTo>
                  <a:pt x="7348" y="1315"/>
                </a:lnTo>
                <a:lnTo>
                  <a:pt x="7348" y="1461"/>
                </a:lnTo>
                <a:lnTo>
                  <a:pt x="7324" y="1582"/>
                </a:lnTo>
                <a:lnTo>
                  <a:pt x="7300" y="1704"/>
                </a:lnTo>
                <a:lnTo>
                  <a:pt x="7178" y="1923"/>
                </a:lnTo>
                <a:lnTo>
                  <a:pt x="7008" y="2142"/>
                </a:lnTo>
                <a:lnTo>
                  <a:pt x="6862" y="2385"/>
                </a:lnTo>
                <a:lnTo>
                  <a:pt x="6813" y="2483"/>
                </a:lnTo>
                <a:lnTo>
                  <a:pt x="6765" y="2604"/>
                </a:lnTo>
                <a:lnTo>
                  <a:pt x="6740" y="2750"/>
                </a:lnTo>
                <a:lnTo>
                  <a:pt x="6740" y="2872"/>
                </a:lnTo>
                <a:lnTo>
                  <a:pt x="6740" y="3018"/>
                </a:lnTo>
                <a:lnTo>
                  <a:pt x="6789" y="3164"/>
                </a:lnTo>
                <a:lnTo>
                  <a:pt x="6862" y="3286"/>
                </a:lnTo>
                <a:lnTo>
                  <a:pt x="6959" y="3432"/>
                </a:lnTo>
                <a:lnTo>
                  <a:pt x="7154" y="3699"/>
                </a:lnTo>
                <a:lnTo>
                  <a:pt x="7251" y="3845"/>
                </a:lnTo>
                <a:lnTo>
                  <a:pt x="7275" y="3991"/>
                </a:lnTo>
                <a:lnTo>
                  <a:pt x="7275" y="4064"/>
                </a:lnTo>
                <a:lnTo>
                  <a:pt x="7275" y="4137"/>
                </a:lnTo>
                <a:lnTo>
                  <a:pt x="7251" y="4186"/>
                </a:lnTo>
                <a:lnTo>
                  <a:pt x="7178" y="4259"/>
                </a:lnTo>
                <a:lnTo>
                  <a:pt x="7154" y="4332"/>
                </a:lnTo>
                <a:lnTo>
                  <a:pt x="7129" y="4405"/>
                </a:lnTo>
                <a:lnTo>
                  <a:pt x="7129" y="4478"/>
                </a:lnTo>
                <a:lnTo>
                  <a:pt x="7178" y="4527"/>
                </a:lnTo>
                <a:lnTo>
                  <a:pt x="7251" y="4575"/>
                </a:lnTo>
                <a:lnTo>
                  <a:pt x="7324" y="4600"/>
                </a:lnTo>
                <a:lnTo>
                  <a:pt x="7397" y="4575"/>
                </a:lnTo>
                <a:lnTo>
                  <a:pt x="7470" y="4527"/>
                </a:lnTo>
                <a:lnTo>
                  <a:pt x="7567" y="4429"/>
                </a:lnTo>
                <a:lnTo>
                  <a:pt x="7616" y="4332"/>
                </a:lnTo>
                <a:lnTo>
                  <a:pt x="7665" y="4235"/>
                </a:lnTo>
                <a:lnTo>
                  <a:pt x="7689" y="4113"/>
                </a:lnTo>
                <a:lnTo>
                  <a:pt x="7689" y="4016"/>
                </a:lnTo>
                <a:lnTo>
                  <a:pt x="7665" y="3918"/>
                </a:lnTo>
                <a:lnTo>
                  <a:pt x="7592" y="3724"/>
                </a:lnTo>
                <a:lnTo>
                  <a:pt x="7470" y="3505"/>
                </a:lnTo>
                <a:lnTo>
                  <a:pt x="7324" y="3310"/>
                </a:lnTo>
                <a:lnTo>
                  <a:pt x="7202" y="3115"/>
                </a:lnTo>
                <a:lnTo>
                  <a:pt x="7105" y="2921"/>
                </a:lnTo>
                <a:lnTo>
                  <a:pt x="7081" y="2823"/>
                </a:lnTo>
                <a:lnTo>
                  <a:pt x="7105" y="2726"/>
                </a:lnTo>
                <a:lnTo>
                  <a:pt x="7154" y="2604"/>
                </a:lnTo>
                <a:lnTo>
                  <a:pt x="7202" y="2483"/>
                </a:lnTo>
                <a:lnTo>
                  <a:pt x="7373" y="2239"/>
                </a:lnTo>
                <a:lnTo>
                  <a:pt x="7543" y="1972"/>
                </a:lnTo>
                <a:lnTo>
                  <a:pt x="7689" y="1728"/>
                </a:lnTo>
                <a:lnTo>
                  <a:pt x="7738" y="1607"/>
                </a:lnTo>
                <a:lnTo>
                  <a:pt x="7762" y="1485"/>
                </a:lnTo>
                <a:lnTo>
                  <a:pt x="7762" y="1363"/>
                </a:lnTo>
                <a:lnTo>
                  <a:pt x="7713" y="1242"/>
                </a:lnTo>
                <a:lnTo>
                  <a:pt x="7616" y="1144"/>
                </a:lnTo>
                <a:lnTo>
                  <a:pt x="7494" y="1071"/>
                </a:lnTo>
                <a:lnTo>
                  <a:pt x="7421" y="1047"/>
                </a:lnTo>
                <a:close/>
                <a:moveTo>
                  <a:pt x="10293" y="1242"/>
                </a:moveTo>
                <a:lnTo>
                  <a:pt x="10268" y="1266"/>
                </a:lnTo>
                <a:lnTo>
                  <a:pt x="10244" y="1363"/>
                </a:lnTo>
                <a:lnTo>
                  <a:pt x="10220" y="1485"/>
                </a:lnTo>
                <a:lnTo>
                  <a:pt x="10195" y="1607"/>
                </a:lnTo>
                <a:lnTo>
                  <a:pt x="10171" y="1680"/>
                </a:lnTo>
                <a:lnTo>
                  <a:pt x="10098" y="1826"/>
                </a:lnTo>
                <a:lnTo>
                  <a:pt x="10001" y="1923"/>
                </a:lnTo>
                <a:lnTo>
                  <a:pt x="9782" y="2166"/>
                </a:lnTo>
                <a:lnTo>
                  <a:pt x="9684" y="2288"/>
                </a:lnTo>
                <a:lnTo>
                  <a:pt x="9611" y="2434"/>
                </a:lnTo>
                <a:lnTo>
                  <a:pt x="9587" y="2604"/>
                </a:lnTo>
                <a:lnTo>
                  <a:pt x="9587" y="2775"/>
                </a:lnTo>
                <a:lnTo>
                  <a:pt x="9636" y="2921"/>
                </a:lnTo>
                <a:lnTo>
                  <a:pt x="9709" y="3042"/>
                </a:lnTo>
                <a:lnTo>
                  <a:pt x="9879" y="3286"/>
                </a:lnTo>
                <a:lnTo>
                  <a:pt x="10001" y="3456"/>
                </a:lnTo>
                <a:lnTo>
                  <a:pt x="10074" y="3626"/>
                </a:lnTo>
                <a:lnTo>
                  <a:pt x="10098" y="3724"/>
                </a:lnTo>
                <a:lnTo>
                  <a:pt x="10098" y="3821"/>
                </a:lnTo>
                <a:lnTo>
                  <a:pt x="10074" y="3918"/>
                </a:lnTo>
                <a:lnTo>
                  <a:pt x="10025" y="4016"/>
                </a:lnTo>
                <a:lnTo>
                  <a:pt x="9952" y="4137"/>
                </a:lnTo>
                <a:lnTo>
                  <a:pt x="9855" y="4235"/>
                </a:lnTo>
                <a:lnTo>
                  <a:pt x="9782" y="4332"/>
                </a:lnTo>
                <a:lnTo>
                  <a:pt x="9709" y="4454"/>
                </a:lnTo>
                <a:lnTo>
                  <a:pt x="9684" y="4502"/>
                </a:lnTo>
                <a:lnTo>
                  <a:pt x="9684" y="4575"/>
                </a:lnTo>
                <a:lnTo>
                  <a:pt x="9733" y="4673"/>
                </a:lnTo>
                <a:lnTo>
                  <a:pt x="9757" y="4721"/>
                </a:lnTo>
                <a:lnTo>
                  <a:pt x="9806" y="4746"/>
                </a:lnTo>
                <a:lnTo>
                  <a:pt x="9855" y="4770"/>
                </a:lnTo>
                <a:lnTo>
                  <a:pt x="9928" y="4746"/>
                </a:lnTo>
                <a:lnTo>
                  <a:pt x="10122" y="4648"/>
                </a:lnTo>
                <a:lnTo>
                  <a:pt x="10268" y="4502"/>
                </a:lnTo>
                <a:lnTo>
                  <a:pt x="10414" y="4332"/>
                </a:lnTo>
                <a:lnTo>
                  <a:pt x="10487" y="4137"/>
                </a:lnTo>
                <a:lnTo>
                  <a:pt x="10536" y="3943"/>
                </a:lnTo>
                <a:lnTo>
                  <a:pt x="10536" y="3724"/>
                </a:lnTo>
                <a:lnTo>
                  <a:pt x="10487" y="3505"/>
                </a:lnTo>
                <a:lnTo>
                  <a:pt x="10414" y="3310"/>
                </a:lnTo>
                <a:lnTo>
                  <a:pt x="10293" y="3140"/>
                </a:lnTo>
                <a:lnTo>
                  <a:pt x="10171" y="2994"/>
                </a:lnTo>
                <a:lnTo>
                  <a:pt x="10074" y="2872"/>
                </a:lnTo>
                <a:lnTo>
                  <a:pt x="10025" y="2775"/>
                </a:lnTo>
                <a:lnTo>
                  <a:pt x="10001" y="2653"/>
                </a:lnTo>
                <a:lnTo>
                  <a:pt x="10025" y="2556"/>
                </a:lnTo>
                <a:lnTo>
                  <a:pt x="10074" y="2434"/>
                </a:lnTo>
                <a:lnTo>
                  <a:pt x="10122" y="2337"/>
                </a:lnTo>
                <a:lnTo>
                  <a:pt x="10293" y="2118"/>
                </a:lnTo>
                <a:lnTo>
                  <a:pt x="10414" y="1947"/>
                </a:lnTo>
                <a:lnTo>
                  <a:pt x="10512" y="1753"/>
                </a:lnTo>
                <a:lnTo>
                  <a:pt x="10512" y="1655"/>
                </a:lnTo>
                <a:lnTo>
                  <a:pt x="10536" y="1558"/>
                </a:lnTo>
                <a:lnTo>
                  <a:pt x="10512" y="1461"/>
                </a:lnTo>
                <a:lnTo>
                  <a:pt x="10487" y="1363"/>
                </a:lnTo>
                <a:lnTo>
                  <a:pt x="10463" y="1290"/>
                </a:lnTo>
                <a:lnTo>
                  <a:pt x="10390" y="1266"/>
                </a:lnTo>
                <a:lnTo>
                  <a:pt x="10317" y="1242"/>
                </a:lnTo>
                <a:close/>
                <a:moveTo>
                  <a:pt x="8322" y="1"/>
                </a:moveTo>
                <a:lnTo>
                  <a:pt x="8273" y="49"/>
                </a:lnTo>
                <a:lnTo>
                  <a:pt x="8249" y="98"/>
                </a:lnTo>
                <a:lnTo>
                  <a:pt x="8273" y="171"/>
                </a:lnTo>
                <a:lnTo>
                  <a:pt x="8492" y="512"/>
                </a:lnTo>
                <a:lnTo>
                  <a:pt x="8614" y="682"/>
                </a:lnTo>
                <a:lnTo>
                  <a:pt x="8687" y="877"/>
                </a:lnTo>
                <a:lnTo>
                  <a:pt x="8711" y="1023"/>
                </a:lnTo>
                <a:lnTo>
                  <a:pt x="8735" y="1144"/>
                </a:lnTo>
                <a:lnTo>
                  <a:pt x="8711" y="1266"/>
                </a:lnTo>
                <a:lnTo>
                  <a:pt x="8687" y="1388"/>
                </a:lnTo>
                <a:lnTo>
                  <a:pt x="8614" y="1631"/>
                </a:lnTo>
                <a:lnTo>
                  <a:pt x="8492" y="1850"/>
                </a:lnTo>
                <a:lnTo>
                  <a:pt x="8322" y="2166"/>
                </a:lnTo>
                <a:lnTo>
                  <a:pt x="8249" y="2312"/>
                </a:lnTo>
                <a:lnTo>
                  <a:pt x="8200" y="2458"/>
                </a:lnTo>
                <a:lnTo>
                  <a:pt x="8200" y="2604"/>
                </a:lnTo>
                <a:lnTo>
                  <a:pt x="8200" y="2775"/>
                </a:lnTo>
                <a:lnTo>
                  <a:pt x="8249" y="2921"/>
                </a:lnTo>
                <a:lnTo>
                  <a:pt x="8322" y="3091"/>
                </a:lnTo>
                <a:lnTo>
                  <a:pt x="8419" y="3213"/>
                </a:lnTo>
                <a:lnTo>
                  <a:pt x="8516" y="3334"/>
                </a:lnTo>
                <a:lnTo>
                  <a:pt x="8589" y="3432"/>
                </a:lnTo>
                <a:lnTo>
                  <a:pt x="8638" y="3529"/>
                </a:lnTo>
                <a:lnTo>
                  <a:pt x="8662" y="3651"/>
                </a:lnTo>
                <a:lnTo>
                  <a:pt x="8662" y="3748"/>
                </a:lnTo>
                <a:lnTo>
                  <a:pt x="8638" y="3845"/>
                </a:lnTo>
                <a:lnTo>
                  <a:pt x="8614" y="3967"/>
                </a:lnTo>
                <a:lnTo>
                  <a:pt x="8516" y="4162"/>
                </a:lnTo>
                <a:lnTo>
                  <a:pt x="8297" y="4551"/>
                </a:lnTo>
                <a:lnTo>
                  <a:pt x="8200" y="4746"/>
                </a:lnTo>
                <a:lnTo>
                  <a:pt x="8103" y="4940"/>
                </a:lnTo>
                <a:lnTo>
                  <a:pt x="8054" y="5062"/>
                </a:lnTo>
                <a:lnTo>
                  <a:pt x="8054" y="5208"/>
                </a:lnTo>
                <a:lnTo>
                  <a:pt x="8054" y="5354"/>
                </a:lnTo>
                <a:lnTo>
                  <a:pt x="8078" y="5476"/>
                </a:lnTo>
                <a:lnTo>
                  <a:pt x="8127" y="5622"/>
                </a:lnTo>
                <a:lnTo>
                  <a:pt x="8224" y="5719"/>
                </a:lnTo>
                <a:lnTo>
                  <a:pt x="8297" y="5816"/>
                </a:lnTo>
                <a:lnTo>
                  <a:pt x="8419" y="5889"/>
                </a:lnTo>
                <a:lnTo>
                  <a:pt x="8492" y="5914"/>
                </a:lnTo>
                <a:lnTo>
                  <a:pt x="8565" y="5914"/>
                </a:lnTo>
                <a:lnTo>
                  <a:pt x="8614" y="5889"/>
                </a:lnTo>
                <a:lnTo>
                  <a:pt x="8662" y="5841"/>
                </a:lnTo>
                <a:lnTo>
                  <a:pt x="8711" y="5792"/>
                </a:lnTo>
                <a:lnTo>
                  <a:pt x="8711" y="5719"/>
                </a:lnTo>
                <a:lnTo>
                  <a:pt x="8687" y="5670"/>
                </a:lnTo>
                <a:lnTo>
                  <a:pt x="8662" y="5597"/>
                </a:lnTo>
                <a:lnTo>
                  <a:pt x="8589" y="5476"/>
                </a:lnTo>
                <a:lnTo>
                  <a:pt x="8541" y="5378"/>
                </a:lnTo>
                <a:lnTo>
                  <a:pt x="8516" y="5257"/>
                </a:lnTo>
                <a:lnTo>
                  <a:pt x="8516" y="5159"/>
                </a:lnTo>
                <a:lnTo>
                  <a:pt x="8541" y="5038"/>
                </a:lnTo>
                <a:lnTo>
                  <a:pt x="8565" y="4940"/>
                </a:lnTo>
                <a:lnTo>
                  <a:pt x="8687" y="4721"/>
                </a:lnTo>
                <a:lnTo>
                  <a:pt x="8954" y="4283"/>
                </a:lnTo>
                <a:lnTo>
                  <a:pt x="9076" y="4040"/>
                </a:lnTo>
                <a:lnTo>
                  <a:pt x="9100" y="3943"/>
                </a:lnTo>
                <a:lnTo>
                  <a:pt x="9125" y="3821"/>
                </a:lnTo>
                <a:lnTo>
                  <a:pt x="9125" y="3626"/>
                </a:lnTo>
                <a:lnTo>
                  <a:pt x="9076" y="3480"/>
                </a:lnTo>
                <a:lnTo>
                  <a:pt x="9027" y="3310"/>
                </a:lnTo>
                <a:lnTo>
                  <a:pt x="8930" y="3164"/>
                </a:lnTo>
                <a:lnTo>
                  <a:pt x="8784" y="2921"/>
                </a:lnTo>
                <a:lnTo>
                  <a:pt x="8711" y="2823"/>
                </a:lnTo>
                <a:lnTo>
                  <a:pt x="8662" y="2726"/>
                </a:lnTo>
                <a:lnTo>
                  <a:pt x="8662" y="2604"/>
                </a:lnTo>
                <a:lnTo>
                  <a:pt x="8662" y="2507"/>
                </a:lnTo>
                <a:lnTo>
                  <a:pt x="8711" y="2361"/>
                </a:lnTo>
                <a:lnTo>
                  <a:pt x="8784" y="2215"/>
                </a:lnTo>
                <a:lnTo>
                  <a:pt x="8954" y="1899"/>
                </a:lnTo>
                <a:lnTo>
                  <a:pt x="9076" y="1582"/>
                </a:lnTo>
                <a:lnTo>
                  <a:pt x="9125" y="1436"/>
                </a:lnTo>
                <a:lnTo>
                  <a:pt x="9149" y="1266"/>
                </a:lnTo>
                <a:lnTo>
                  <a:pt x="9149" y="1096"/>
                </a:lnTo>
                <a:lnTo>
                  <a:pt x="9125" y="901"/>
                </a:lnTo>
                <a:lnTo>
                  <a:pt x="9100" y="755"/>
                </a:lnTo>
                <a:lnTo>
                  <a:pt x="9052" y="609"/>
                </a:lnTo>
                <a:lnTo>
                  <a:pt x="8979" y="463"/>
                </a:lnTo>
                <a:lnTo>
                  <a:pt x="8881" y="341"/>
                </a:lnTo>
                <a:lnTo>
                  <a:pt x="8784" y="220"/>
                </a:lnTo>
                <a:lnTo>
                  <a:pt x="8662" y="122"/>
                </a:lnTo>
                <a:lnTo>
                  <a:pt x="8541" y="49"/>
                </a:lnTo>
                <a:lnTo>
                  <a:pt x="8395" y="1"/>
                </a:lnTo>
                <a:close/>
                <a:moveTo>
                  <a:pt x="6497" y="7982"/>
                </a:moveTo>
                <a:lnTo>
                  <a:pt x="6424" y="8079"/>
                </a:lnTo>
                <a:lnTo>
                  <a:pt x="6229" y="8055"/>
                </a:lnTo>
                <a:lnTo>
                  <a:pt x="5791" y="8030"/>
                </a:lnTo>
                <a:lnTo>
                  <a:pt x="6156" y="8006"/>
                </a:lnTo>
                <a:lnTo>
                  <a:pt x="6497" y="7982"/>
                </a:lnTo>
                <a:close/>
                <a:moveTo>
                  <a:pt x="10512" y="6911"/>
                </a:moveTo>
                <a:lnTo>
                  <a:pt x="11242" y="6960"/>
                </a:lnTo>
                <a:lnTo>
                  <a:pt x="11972" y="7009"/>
                </a:lnTo>
                <a:lnTo>
                  <a:pt x="12677" y="7106"/>
                </a:lnTo>
                <a:lnTo>
                  <a:pt x="13407" y="7228"/>
                </a:lnTo>
                <a:lnTo>
                  <a:pt x="14089" y="7374"/>
                </a:lnTo>
                <a:lnTo>
                  <a:pt x="14186" y="7422"/>
                </a:lnTo>
                <a:lnTo>
                  <a:pt x="14259" y="7471"/>
                </a:lnTo>
                <a:lnTo>
                  <a:pt x="14283" y="7520"/>
                </a:lnTo>
                <a:lnTo>
                  <a:pt x="14283" y="7593"/>
                </a:lnTo>
                <a:lnTo>
                  <a:pt x="14259" y="7666"/>
                </a:lnTo>
                <a:lnTo>
                  <a:pt x="14210" y="7714"/>
                </a:lnTo>
                <a:lnTo>
                  <a:pt x="14162" y="7787"/>
                </a:lnTo>
                <a:lnTo>
                  <a:pt x="14089" y="7836"/>
                </a:lnTo>
                <a:lnTo>
                  <a:pt x="13894" y="7909"/>
                </a:lnTo>
                <a:lnTo>
                  <a:pt x="13699" y="7958"/>
                </a:lnTo>
                <a:lnTo>
                  <a:pt x="13310" y="8030"/>
                </a:lnTo>
                <a:lnTo>
                  <a:pt x="12775" y="8079"/>
                </a:lnTo>
                <a:lnTo>
                  <a:pt x="12750" y="8006"/>
                </a:lnTo>
                <a:lnTo>
                  <a:pt x="12677" y="7982"/>
                </a:lnTo>
                <a:lnTo>
                  <a:pt x="12215" y="7860"/>
                </a:lnTo>
                <a:lnTo>
                  <a:pt x="11753" y="7787"/>
                </a:lnTo>
                <a:lnTo>
                  <a:pt x="11290" y="7714"/>
                </a:lnTo>
                <a:lnTo>
                  <a:pt x="10804" y="7666"/>
                </a:lnTo>
                <a:lnTo>
                  <a:pt x="9855" y="7617"/>
                </a:lnTo>
                <a:lnTo>
                  <a:pt x="8906" y="7593"/>
                </a:lnTo>
                <a:lnTo>
                  <a:pt x="7884" y="7593"/>
                </a:lnTo>
                <a:lnTo>
                  <a:pt x="6862" y="7641"/>
                </a:lnTo>
                <a:lnTo>
                  <a:pt x="6424" y="7666"/>
                </a:lnTo>
                <a:lnTo>
                  <a:pt x="5986" y="7714"/>
                </a:lnTo>
                <a:lnTo>
                  <a:pt x="5767" y="7739"/>
                </a:lnTo>
                <a:lnTo>
                  <a:pt x="5548" y="7787"/>
                </a:lnTo>
                <a:lnTo>
                  <a:pt x="5353" y="7860"/>
                </a:lnTo>
                <a:lnTo>
                  <a:pt x="5159" y="7933"/>
                </a:lnTo>
                <a:lnTo>
                  <a:pt x="5159" y="7958"/>
                </a:lnTo>
                <a:lnTo>
                  <a:pt x="5159" y="7982"/>
                </a:lnTo>
                <a:lnTo>
                  <a:pt x="5207" y="8006"/>
                </a:lnTo>
                <a:lnTo>
                  <a:pt x="5207" y="8006"/>
                </a:lnTo>
                <a:lnTo>
                  <a:pt x="4696" y="7958"/>
                </a:lnTo>
                <a:lnTo>
                  <a:pt x="4331" y="7933"/>
                </a:lnTo>
                <a:lnTo>
                  <a:pt x="3869" y="7909"/>
                </a:lnTo>
                <a:lnTo>
                  <a:pt x="3626" y="7860"/>
                </a:lnTo>
                <a:lnTo>
                  <a:pt x="3431" y="7787"/>
                </a:lnTo>
                <a:lnTo>
                  <a:pt x="3334" y="7739"/>
                </a:lnTo>
                <a:lnTo>
                  <a:pt x="3261" y="7666"/>
                </a:lnTo>
                <a:lnTo>
                  <a:pt x="3212" y="7617"/>
                </a:lnTo>
                <a:lnTo>
                  <a:pt x="3163" y="7520"/>
                </a:lnTo>
                <a:lnTo>
                  <a:pt x="3261" y="7471"/>
                </a:lnTo>
                <a:lnTo>
                  <a:pt x="3358" y="7398"/>
                </a:lnTo>
                <a:lnTo>
                  <a:pt x="3577" y="7325"/>
                </a:lnTo>
                <a:lnTo>
                  <a:pt x="3820" y="7301"/>
                </a:lnTo>
                <a:lnTo>
                  <a:pt x="4064" y="7276"/>
                </a:lnTo>
                <a:lnTo>
                  <a:pt x="5548" y="7130"/>
                </a:lnTo>
                <a:lnTo>
                  <a:pt x="6935" y="7009"/>
                </a:lnTo>
                <a:lnTo>
                  <a:pt x="8322" y="6936"/>
                </a:lnTo>
                <a:lnTo>
                  <a:pt x="9052" y="6911"/>
                </a:lnTo>
                <a:close/>
                <a:moveTo>
                  <a:pt x="7032" y="7933"/>
                </a:moveTo>
                <a:lnTo>
                  <a:pt x="6935" y="8079"/>
                </a:lnTo>
                <a:lnTo>
                  <a:pt x="6935" y="8103"/>
                </a:lnTo>
                <a:lnTo>
                  <a:pt x="6765" y="8079"/>
                </a:lnTo>
                <a:lnTo>
                  <a:pt x="6789" y="8030"/>
                </a:lnTo>
                <a:lnTo>
                  <a:pt x="6862" y="7958"/>
                </a:lnTo>
                <a:lnTo>
                  <a:pt x="6862" y="7933"/>
                </a:lnTo>
                <a:close/>
                <a:moveTo>
                  <a:pt x="7519" y="7909"/>
                </a:moveTo>
                <a:lnTo>
                  <a:pt x="7470" y="8006"/>
                </a:lnTo>
                <a:lnTo>
                  <a:pt x="7421" y="8103"/>
                </a:lnTo>
                <a:lnTo>
                  <a:pt x="7275" y="8103"/>
                </a:lnTo>
                <a:lnTo>
                  <a:pt x="7348" y="8006"/>
                </a:lnTo>
                <a:lnTo>
                  <a:pt x="7421" y="7909"/>
                </a:lnTo>
                <a:close/>
                <a:moveTo>
                  <a:pt x="8054" y="7909"/>
                </a:moveTo>
                <a:lnTo>
                  <a:pt x="7981" y="8006"/>
                </a:lnTo>
                <a:lnTo>
                  <a:pt x="7908" y="8103"/>
                </a:lnTo>
                <a:lnTo>
                  <a:pt x="7908" y="8128"/>
                </a:lnTo>
                <a:lnTo>
                  <a:pt x="7665" y="8128"/>
                </a:lnTo>
                <a:lnTo>
                  <a:pt x="7689" y="8030"/>
                </a:lnTo>
                <a:lnTo>
                  <a:pt x="7786" y="7909"/>
                </a:lnTo>
                <a:close/>
                <a:moveTo>
                  <a:pt x="8468" y="7909"/>
                </a:moveTo>
                <a:lnTo>
                  <a:pt x="8395" y="8006"/>
                </a:lnTo>
                <a:lnTo>
                  <a:pt x="8322" y="8128"/>
                </a:lnTo>
                <a:lnTo>
                  <a:pt x="8224" y="8128"/>
                </a:lnTo>
                <a:lnTo>
                  <a:pt x="8322" y="7909"/>
                </a:lnTo>
                <a:close/>
                <a:moveTo>
                  <a:pt x="8784" y="7909"/>
                </a:moveTo>
                <a:lnTo>
                  <a:pt x="8662" y="8128"/>
                </a:lnTo>
                <a:lnTo>
                  <a:pt x="8541" y="8128"/>
                </a:lnTo>
                <a:lnTo>
                  <a:pt x="8589" y="7909"/>
                </a:lnTo>
                <a:close/>
                <a:moveTo>
                  <a:pt x="10171" y="7958"/>
                </a:moveTo>
                <a:lnTo>
                  <a:pt x="10122" y="8006"/>
                </a:lnTo>
                <a:lnTo>
                  <a:pt x="10001" y="8128"/>
                </a:lnTo>
                <a:lnTo>
                  <a:pt x="9976" y="8128"/>
                </a:lnTo>
                <a:lnTo>
                  <a:pt x="10049" y="7958"/>
                </a:lnTo>
                <a:close/>
                <a:moveTo>
                  <a:pt x="10414" y="7982"/>
                </a:moveTo>
                <a:lnTo>
                  <a:pt x="10585" y="8006"/>
                </a:lnTo>
                <a:lnTo>
                  <a:pt x="10585" y="8055"/>
                </a:lnTo>
                <a:lnTo>
                  <a:pt x="10560" y="8128"/>
                </a:lnTo>
                <a:lnTo>
                  <a:pt x="10341" y="8128"/>
                </a:lnTo>
                <a:lnTo>
                  <a:pt x="10414" y="7982"/>
                </a:lnTo>
                <a:close/>
                <a:moveTo>
                  <a:pt x="10779" y="8006"/>
                </a:moveTo>
                <a:lnTo>
                  <a:pt x="11485" y="8103"/>
                </a:lnTo>
                <a:lnTo>
                  <a:pt x="10804" y="8128"/>
                </a:lnTo>
                <a:lnTo>
                  <a:pt x="10779" y="8055"/>
                </a:lnTo>
                <a:lnTo>
                  <a:pt x="10779" y="8006"/>
                </a:lnTo>
                <a:close/>
                <a:moveTo>
                  <a:pt x="9319" y="7909"/>
                </a:moveTo>
                <a:lnTo>
                  <a:pt x="9222" y="8030"/>
                </a:lnTo>
                <a:lnTo>
                  <a:pt x="9125" y="8152"/>
                </a:lnTo>
                <a:lnTo>
                  <a:pt x="8979" y="8152"/>
                </a:lnTo>
                <a:lnTo>
                  <a:pt x="9027" y="7909"/>
                </a:lnTo>
                <a:close/>
                <a:moveTo>
                  <a:pt x="9417" y="7909"/>
                </a:moveTo>
                <a:lnTo>
                  <a:pt x="9952" y="7958"/>
                </a:lnTo>
                <a:lnTo>
                  <a:pt x="9855" y="8103"/>
                </a:lnTo>
                <a:lnTo>
                  <a:pt x="9855" y="8128"/>
                </a:lnTo>
                <a:lnTo>
                  <a:pt x="9611" y="8128"/>
                </a:lnTo>
                <a:lnTo>
                  <a:pt x="9660" y="8030"/>
                </a:lnTo>
                <a:lnTo>
                  <a:pt x="9660" y="7982"/>
                </a:lnTo>
                <a:lnTo>
                  <a:pt x="9636" y="7958"/>
                </a:lnTo>
                <a:lnTo>
                  <a:pt x="9611" y="7933"/>
                </a:lnTo>
                <a:lnTo>
                  <a:pt x="9563" y="7958"/>
                </a:lnTo>
                <a:lnTo>
                  <a:pt x="9441" y="8103"/>
                </a:lnTo>
                <a:lnTo>
                  <a:pt x="9417" y="8152"/>
                </a:lnTo>
                <a:lnTo>
                  <a:pt x="9344" y="8152"/>
                </a:lnTo>
                <a:lnTo>
                  <a:pt x="9417" y="7933"/>
                </a:lnTo>
                <a:lnTo>
                  <a:pt x="9417" y="7909"/>
                </a:lnTo>
                <a:close/>
                <a:moveTo>
                  <a:pt x="1874" y="8955"/>
                </a:moveTo>
                <a:lnTo>
                  <a:pt x="2117" y="9004"/>
                </a:lnTo>
                <a:lnTo>
                  <a:pt x="2360" y="9052"/>
                </a:lnTo>
                <a:lnTo>
                  <a:pt x="2604" y="9052"/>
                </a:lnTo>
                <a:lnTo>
                  <a:pt x="2823" y="10342"/>
                </a:lnTo>
                <a:lnTo>
                  <a:pt x="3115" y="11607"/>
                </a:lnTo>
                <a:lnTo>
                  <a:pt x="3309" y="12362"/>
                </a:lnTo>
                <a:lnTo>
                  <a:pt x="3309" y="12362"/>
                </a:lnTo>
                <a:lnTo>
                  <a:pt x="3163" y="12167"/>
                </a:lnTo>
                <a:lnTo>
                  <a:pt x="2993" y="11997"/>
                </a:lnTo>
                <a:lnTo>
                  <a:pt x="2823" y="11826"/>
                </a:lnTo>
                <a:lnTo>
                  <a:pt x="2628" y="11656"/>
                </a:lnTo>
                <a:lnTo>
                  <a:pt x="2385" y="11486"/>
                </a:lnTo>
                <a:lnTo>
                  <a:pt x="2117" y="11315"/>
                </a:lnTo>
                <a:lnTo>
                  <a:pt x="1825" y="11145"/>
                </a:lnTo>
                <a:lnTo>
                  <a:pt x="1557" y="10950"/>
                </a:lnTo>
                <a:lnTo>
                  <a:pt x="1338" y="10731"/>
                </a:lnTo>
                <a:lnTo>
                  <a:pt x="1217" y="10610"/>
                </a:lnTo>
                <a:lnTo>
                  <a:pt x="1144" y="10464"/>
                </a:lnTo>
                <a:lnTo>
                  <a:pt x="1071" y="10342"/>
                </a:lnTo>
                <a:lnTo>
                  <a:pt x="998" y="10196"/>
                </a:lnTo>
                <a:lnTo>
                  <a:pt x="973" y="10050"/>
                </a:lnTo>
                <a:lnTo>
                  <a:pt x="949" y="9880"/>
                </a:lnTo>
                <a:lnTo>
                  <a:pt x="949" y="9734"/>
                </a:lnTo>
                <a:lnTo>
                  <a:pt x="998" y="9563"/>
                </a:lnTo>
                <a:lnTo>
                  <a:pt x="1046" y="9442"/>
                </a:lnTo>
                <a:lnTo>
                  <a:pt x="1119" y="9320"/>
                </a:lnTo>
                <a:lnTo>
                  <a:pt x="1241" y="9198"/>
                </a:lnTo>
                <a:lnTo>
                  <a:pt x="1338" y="9101"/>
                </a:lnTo>
                <a:lnTo>
                  <a:pt x="1484" y="9028"/>
                </a:lnTo>
                <a:lnTo>
                  <a:pt x="1630" y="8979"/>
                </a:lnTo>
                <a:lnTo>
                  <a:pt x="1752" y="8955"/>
                </a:lnTo>
                <a:close/>
                <a:moveTo>
                  <a:pt x="14137" y="15525"/>
                </a:moveTo>
                <a:lnTo>
                  <a:pt x="14405" y="15598"/>
                </a:lnTo>
                <a:lnTo>
                  <a:pt x="14405" y="15720"/>
                </a:lnTo>
                <a:lnTo>
                  <a:pt x="14405" y="15841"/>
                </a:lnTo>
                <a:lnTo>
                  <a:pt x="14381" y="15939"/>
                </a:lnTo>
                <a:lnTo>
                  <a:pt x="14356" y="16012"/>
                </a:lnTo>
                <a:lnTo>
                  <a:pt x="14283" y="16060"/>
                </a:lnTo>
                <a:lnTo>
                  <a:pt x="14235" y="16085"/>
                </a:lnTo>
                <a:lnTo>
                  <a:pt x="14137" y="16109"/>
                </a:lnTo>
                <a:lnTo>
                  <a:pt x="14040" y="16109"/>
                </a:lnTo>
                <a:lnTo>
                  <a:pt x="13529" y="16133"/>
                </a:lnTo>
                <a:lnTo>
                  <a:pt x="13018" y="16133"/>
                </a:lnTo>
                <a:lnTo>
                  <a:pt x="13213" y="15866"/>
                </a:lnTo>
                <a:lnTo>
                  <a:pt x="13383" y="15549"/>
                </a:lnTo>
                <a:lnTo>
                  <a:pt x="13797" y="15549"/>
                </a:lnTo>
                <a:lnTo>
                  <a:pt x="14137" y="15525"/>
                </a:lnTo>
                <a:close/>
                <a:moveTo>
                  <a:pt x="4623" y="15379"/>
                </a:moveTo>
                <a:lnTo>
                  <a:pt x="4891" y="15768"/>
                </a:lnTo>
                <a:lnTo>
                  <a:pt x="5183" y="16157"/>
                </a:lnTo>
                <a:lnTo>
                  <a:pt x="5183" y="16157"/>
                </a:lnTo>
                <a:lnTo>
                  <a:pt x="3796" y="16085"/>
                </a:lnTo>
                <a:lnTo>
                  <a:pt x="3674" y="16109"/>
                </a:lnTo>
                <a:lnTo>
                  <a:pt x="3577" y="16060"/>
                </a:lnTo>
                <a:lnTo>
                  <a:pt x="3504" y="15987"/>
                </a:lnTo>
                <a:lnTo>
                  <a:pt x="3455" y="15841"/>
                </a:lnTo>
                <a:lnTo>
                  <a:pt x="3772" y="15695"/>
                </a:lnTo>
                <a:lnTo>
                  <a:pt x="4185" y="15525"/>
                </a:lnTo>
                <a:lnTo>
                  <a:pt x="4623" y="15379"/>
                </a:lnTo>
                <a:close/>
                <a:moveTo>
                  <a:pt x="3017" y="7982"/>
                </a:moveTo>
                <a:lnTo>
                  <a:pt x="3163" y="8079"/>
                </a:lnTo>
                <a:lnTo>
                  <a:pt x="3309" y="8152"/>
                </a:lnTo>
                <a:lnTo>
                  <a:pt x="3480" y="8201"/>
                </a:lnTo>
                <a:lnTo>
                  <a:pt x="3650" y="8249"/>
                </a:lnTo>
                <a:lnTo>
                  <a:pt x="3991" y="8298"/>
                </a:lnTo>
                <a:lnTo>
                  <a:pt x="4331" y="8322"/>
                </a:lnTo>
                <a:lnTo>
                  <a:pt x="5329" y="8420"/>
                </a:lnTo>
                <a:lnTo>
                  <a:pt x="6302" y="8493"/>
                </a:lnTo>
                <a:lnTo>
                  <a:pt x="7300" y="8541"/>
                </a:lnTo>
                <a:lnTo>
                  <a:pt x="8297" y="8566"/>
                </a:lnTo>
                <a:lnTo>
                  <a:pt x="10293" y="8566"/>
                </a:lnTo>
                <a:lnTo>
                  <a:pt x="12288" y="8517"/>
                </a:lnTo>
                <a:lnTo>
                  <a:pt x="13067" y="8493"/>
                </a:lnTo>
                <a:lnTo>
                  <a:pt x="13432" y="8468"/>
                </a:lnTo>
                <a:lnTo>
                  <a:pt x="13821" y="8395"/>
                </a:lnTo>
                <a:lnTo>
                  <a:pt x="14016" y="8347"/>
                </a:lnTo>
                <a:lnTo>
                  <a:pt x="14235" y="8249"/>
                </a:lnTo>
                <a:lnTo>
                  <a:pt x="14454" y="8152"/>
                </a:lnTo>
                <a:lnTo>
                  <a:pt x="14648" y="8006"/>
                </a:lnTo>
                <a:lnTo>
                  <a:pt x="14648" y="8931"/>
                </a:lnTo>
                <a:lnTo>
                  <a:pt x="14478" y="8931"/>
                </a:lnTo>
                <a:lnTo>
                  <a:pt x="14308" y="8955"/>
                </a:lnTo>
                <a:lnTo>
                  <a:pt x="13943" y="9052"/>
                </a:lnTo>
                <a:lnTo>
                  <a:pt x="13334" y="9174"/>
                </a:lnTo>
                <a:lnTo>
                  <a:pt x="12726" y="9247"/>
                </a:lnTo>
                <a:lnTo>
                  <a:pt x="12458" y="9271"/>
                </a:lnTo>
                <a:lnTo>
                  <a:pt x="12191" y="9271"/>
                </a:lnTo>
                <a:lnTo>
                  <a:pt x="11655" y="9247"/>
                </a:lnTo>
                <a:lnTo>
                  <a:pt x="10585" y="9247"/>
                </a:lnTo>
                <a:lnTo>
                  <a:pt x="10536" y="9271"/>
                </a:lnTo>
                <a:lnTo>
                  <a:pt x="10536" y="9296"/>
                </a:lnTo>
                <a:lnTo>
                  <a:pt x="10536" y="9344"/>
                </a:lnTo>
                <a:lnTo>
                  <a:pt x="10560" y="9369"/>
                </a:lnTo>
                <a:lnTo>
                  <a:pt x="10828" y="9442"/>
                </a:lnTo>
                <a:lnTo>
                  <a:pt x="11096" y="9490"/>
                </a:lnTo>
                <a:lnTo>
                  <a:pt x="11363" y="9539"/>
                </a:lnTo>
                <a:lnTo>
                  <a:pt x="11631" y="9563"/>
                </a:lnTo>
                <a:lnTo>
                  <a:pt x="12191" y="9539"/>
                </a:lnTo>
                <a:lnTo>
                  <a:pt x="12726" y="9515"/>
                </a:lnTo>
                <a:lnTo>
                  <a:pt x="13213" y="9490"/>
                </a:lnTo>
                <a:lnTo>
                  <a:pt x="13724" y="9417"/>
                </a:lnTo>
                <a:lnTo>
                  <a:pt x="13967" y="9369"/>
                </a:lnTo>
                <a:lnTo>
                  <a:pt x="14210" y="9320"/>
                </a:lnTo>
                <a:lnTo>
                  <a:pt x="14429" y="9223"/>
                </a:lnTo>
                <a:lnTo>
                  <a:pt x="14648" y="9125"/>
                </a:lnTo>
                <a:lnTo>
                  <a:pt x="14648" y="9125"/>
                </a:lnTo>
                <a:lnTo>
                  <a:pt x="14600" y="9612"/>
                </a:lnTo>
                <a:lnTo>
                  <a:pt x="13748" y="9855"/>
                </a:lnTo>
                <a:lnTo>
                  <a:pt x="13310" y="9977"/>
                </a:lnTo>
                <a:lnTo>
                  <a:pt x="12872" y="10050"/>
                </a:lnTo>
                <a:lnTo>
                  <a:pt x="12410" y="10050"/>
                </a:lnTo>
                <a:lnTo>
                  <a:pt x="11947" y="10026"/>
                </a:lnTo>
                <a:lnTo>
                  <a:pt x="11485" y="9977"/>
                </a:lnTo>
                <a:lnTo>
                  <a:pt x="11266" y="9977"/>
                </a:lnTo>
                <a:lnTo>
                  <a:pt x="11047" y="10001"/>
                </a:lnTo>
                <a:lnTo>
                  <a:pt x="10974" y="10026"/>
                </a:lnTo>
                <a:lnTo>
                  <a:pt x="10950" y="10074"/>
                </a:lnTo>
                <a:lnTo>
                  <a:pt x="10950" y="10123"/>
                </a:lnTo>
                <a:lnTo>
                  <a:pt x="10998" y="10172"/>
                </a:lnTo>
                <a:lnTo>
                  <a:pt x="11217" y="10293"/>
                </a:lnTo>
                <a:lnTo>
                  <a:pt x="11461" y="10366"/>
                </a:lnTo>
                <a:lnTo>
                  <a:pt x="11704" y="10439"/>
                </a:lnTo>
                <a:lnTo>
                  <a:pt x="11996" y="10464"/>
                </a:lnTo>
                <a:lnTo>
                  <a:pt x="12264" y="10464"/>
                </a:lnTo>
                <a:lnTo>
                  <a:pt x="12531" y="10439"/>
                </a:lnTo>
                <a:lnTo>
                  <a:pt x="13042" y="10415"/>
                </a:lnTo>
                <a:lnTo>
                  <a:pt x="13432" y="10342"/>
                </a:lnTo>
                <a:lnTo>
                  <a:pt x="13821" y="10269"/>
                </a:lnTo>
                <a:lnTo>
                  <a:pt x="14210" y="10123"/>
                </a:lnTo>
                <a:lnTo>
                  <a:pt x="14551" y="9953"/>
                </a:lnTo>
                <a:lnTo>
                  <a:pt x="14551" y="10074"/>
                </a:lnTo>
                <a:lnTo>
                  <a:pt x="14454" y="10537"/>
                </a:lnTo>
                <a:lnTo>
                  <a:pt x="14113" y="10585"/>
                </a:lnTo>
                <a:lnTo>
                  <a:pt x="13772" y="10658"/>
                </a:lnTo>
                <a:lnTo>
                  <a:pt x="13456" y="10756"/>
                </a:lnTo>
                <a:lnTo>
                  <a:pt x="13140" y="10829"/>
                </a:lnTo>
                <a:lnTo>
                  <a:pt x="12702" y="10853"/>
                </a:lnTo>
                <a:lnTo>
                  <a:pt x="12264" y="10902"/>
                </a:lnTo>
                <a:lnTo>
                  <a:pt x="11826" y="10950"/>
                </a:lnTo>
                <a:lnTo>
                  <a:pt x="11607" y="10999"/>
                </a:lnTo>
                <a:lnTo>
                  <a:pt x="11412" y="11072"/>
                </a:lnTo>
                <a:lnTo>
                  <a:pt x="11388" y="11096"/>
                </a:lnTo>
                <a:lnTo>
                  <a:pt x="11412" y="11121"/>
                </a:lnTo>
                <a:lnTo>
                  <a:pt x="11607" y="11218"/>
                </a:lnTo>
                <a:lnTo>
                  <a:pt x="11826" y="11267"/>
                </a:lnTo>
                <a:lnTo>
                  <a:pt x="12045" y="11291"/>
                </a:lnTo>
                <a:lnTo>
                  <a:pt x="12288" y="11291"/>
                </a:lnTo>
                <a:lnTo>
                  <a:pt x="12750" y="11242"/>
                </a:lnTo>
                <a:lnTo>
                  <a:pt x="13188" y="11194"/>
                </a:lnTo>
                <a:lnTo>
                  <a:pt x="13748" y="11121"/>
                </a:lnTo>
                <a:lnTo>
                  <a:pt x="14064" y="11048"/>
                </a:lnTo>
                <a:lnTo>
                  <a:pt x="14356" y="10950"/>
                </a:lnTo>
                <a:lnTo>
                  <a:pt x="14162" y="11729"/>
                </a:lnTo>
                <a:lnTo>
                  <a:pt x="13845" y="11753"/>
                </a:lnTo>
                <a:lnTo>
                  <a:pt x="13553" y="11778"/>
                </a:lnTo>
                <a:lnTo>
                  <a:pt x="12921" y="11875"/>
                </a:lnTo>
                <a:lnTo>
                  <a:pt x="12653" y="11875"/>
                </a:lnTo>
                <a:lnTo>
                  <a:pt x="12337" y="11899"/>
                </a:lnTo>
                <a:lnTo>
                  <a:pt x="12191" y="11899"/>
                </a:lnTo>
                <a:lnTo>
                  <a:pt x="12069" y="11948"/>
                </a:lnTo>
                <a:lnTo>
                  <a:pt x="11923" y="11997"/>
                </a:lnTo>
                <a:lnTo>
                  <a:pt x="11801" y="12070"/>
                </a:lnTo>
                <a:lnTo>
                  <a:pt x="11801" y="12094"/>
                </a:lnTo>
                <a:lnTo>
                  <a:pt x="11801" y="12118"/>
                </a:lnTo>
                <a:lnTo>
                  <a:pt x="11923" y="12191"/>
                </a:lnTo>
                <a:lnTo>
                  <a:pt x="12069" y="12240"/>
                </a:lnTo>
                <a:lnTo>
                  <a:pt x="12191" y="12264"/>
                </a:lnTo>
                <a:lnTo>
                  <a:pt x="12653" y="12264"/>
                </a:lnTo>
                <a:lnTo>
                  <a:pt x="12921" y="12216"/>
                </a:lnTo>
                <a:lnTo>
                  <a:pt x="13505" y="12167"/>
                </a:lnTo>
                <a:lnTo>
                  <a:pt x="13772" y="12143"/>
                </a:lnTo>
                <a:lnTo>
                  <a:pt x="14064" y="12070"/>
                </a:lnTo>
                <a:lnTo>
                  <a:pt x="14064" y="12070"/>
                </a:lnTo>
                <a:lnTo>
                  <a:pt x="13943" y="12483"/>
                </a:lnTo>
                <a:lnTo>
                  <a:pt x="13845" y="12848"/>
                </a:lnTo>
                <a:lnTo>
                  <a:pt x="13724" y="12800"/>
                </a:lnTo>
                <a:lnTo>
                  <a:pt x="13626" y="12775"/>
                </a:lnTo>
                <a:lnTo>
                  <a:pt x="13383" y="12775"/>
                </a:lnTo>
                <a:lnTo>
                  <a:pt x="12896" y="12848"/>
                </a:lnTo>
                <a:lnTo>
                  <a:pt x="12337" y="12897"/>
                </a:lnTo>
                <a:lnTo>
                  <a:pt x="12069" y="12946"/>
                </a:lnTo>
                <a:lnTo>
                  <a:pt x="11777" y="13043"/>
                </a:lnTo>
                <a:lnTo>
                  <a:pt x="11753" y="13067"/>
                </a:lnTo>
                <a:lnTo>
                  <a:pt x="11753" y="13116"/>
                </a:lnTo>
                <a:lnTo>
                  <a:pt x="11777" y="13165"/>
                </a:lnTo>
                <a:lnTo>
                  <a:pt x="11801" y="13189"/>
                </a:lnTo>
                <a:lnTo>
                  <a:pt x="12069" y="13238"/>
                </a:lnTo>
                <a:lnTo>
                  <a:pt x="12361" y="13238"/>
                </a:lnTo>
                <a:lnTo>
                  <a:pt x="12896" y="13213"/>
                </a:lnTo>
                <a:lnTo>
                  <a:pt x="13334" y="13189"/>
                </a:lnTo>
                <a:lnTo>
                  <a:pt x="13578" y="13165"/>
                </a:lnTo>
                <a:lnTo>
                  <a:pt x="13675" y="13140"/>
                </a:lnTo>
                <a:lnTo>
                  <a:pt x="13772" y="13092"/>
                </a:lnTo>
                <a:lnTo>
                  <a:pt x="13772" y="13092"/>
                </a:lnTo>
                <a:lnTo>
                  <a:pt x="13505" y="13870"/>
                </a:lnTo>
                <a:lnTo>
                  <a:pt x="13310" y="13870"/>
                </a:lnTo>
                <a:lnTo>
                  <a:pt x="13115" y="13895"/>
                </a:lnTo>
                <a:lnTo>
                  <a:pt x="12896" y="13919"/>
                </a:lnTo>
                <a:lnTo>
                  <a:pt x="12702" y="13943"/>
                </a:lnTo>
                <a:lnTo>
                  <a:pt x="12483" y="13943"/>
                </a:lnTo>
                <a:lnTo>
                  <a:pt x="12239" y="13919"/>
                </a:lnTo>
                <a:lnTo>
                  <a:pt x="11777" y="13870"/>
                </a:lnTo>
                <a:lnTo>
                  <a:pt x="11753" y="13895"/>
                </a:lnTo>
                <a:lnTo>
                  <a:pt x="11753" y="13919"/>
                </a:lnTo>
                <a:lnTo>
                  <a:pt x="11947" y="14041"/>
                </a:lnTo>
                <a:lnTo>
                  <a:pt x="12142" y="14138"/>
                </a:lnTo>
                <a:lnTo>
                  <a:pt x="12361" y="14187"/>
                </a:lnTo>
                <a:lnTo>
                  <a:pt x="12604" y="14211"/>
                </a:lnTo>
                <a:lnTo>
                  <a:pt x="12775" y="14235"/>
                </a:lnTo>
                <a:lnTo>
                  <a:pt x="13188" y="14235"/>
                </a:lnTo>
                <a:lnTo>
                  <a:pt x="13383" y="14187"/>
                </a:lnTo>
                <a:lnTo>
                  <a:pt x="13383" y="14187"/>
                </a:lnTo>
                <a:lnTo>
                  <a:pt x="13286" y="14430"/>
                </a:lnTo>
                <a:lnTo>
                  <a:pt x="13261" y="14454"/>
                </a:lnTo>
                <a:lnTo>
                  <a:pt x="13237" y="14479"/>
                </a:lnTo>
                <a:lnTo>
                  <a:pt x="13213" y="14576"/>
                </a:lnTo>
                <a:lnTo>
                  <a:pt x="13140" y="14527"/>
                </a:lnTo>
                <a:lnTo>
                  <a:pt x="12872" y="14527"/>
                </a:lnTo>
                <a:lnTo>
                  <a:pt x="12507" y="14552"/>
                </a:lnTo>
                <a:lnTo>
                  <a:pt x="12288" y="14552"/>
                </a:lnTo>
                <a:lnTo>
                  <a:pt x="12069" y="14503"/>
                </a:lnTo>
                <a:lnTo>
                  <a:pt x="11850" y="14479"/>
                </a:lnTo>
                <a:lnTo>
                  <a:pt x="11631" y="14454"/>
                </a:lnTo>
                <a:lnTo>
                  <a:pt x="11582" y="14479"/>
                </a:lnTo>
                <a:lnTo>
                  <a:pt x="11558" y="14503"/>
                </a:lnTo>
                <a:lnTo>
                  <a:pt x="11558" y="14552"/>
                </a:lnTo>
                <a:lnTo>
                  <a:pt x="11582" y="14600"/>
                </a:lnTo>
                <a:lnTo>
                  <a:pt x="11655" y="14673"/>
                </a:lnTo>
                <a:lnTo>
                  <a:pt x="11753" y="14746"/>
                </a:lnTo>
                <a:lnTo>
                  <a:pt x="11947" y="14844"/>
                </a:lnTo>
                <a:lnTo>
                  <a:pt x="12166" y="14917"/>
                </a:lnTo>
                <a:lnTo>
                  <a:pt x="12410" y="14941"/>
                </a:lnTo>
                <a:lnTo>
                  <a:pt x="12750" y="14941"/>
                </a:lnTo>
                <a:lnTo>
                  <a:pt x="12945" y="14892"/>
                </a:lnTo>
                <a:lnTo>
                  <a:pt x="13115" y="14819"/>
                </a:lnTo>
                <a:lnTo>
                  <a:pt x="12872" y="15257"/>
                </a:lnTo>
                <a:lnTo>
                  <a:pt x="12750" y="15233"/>
                </a:lnTo>
                <a:lnTo>
                  <a:pt x="12629" y="15257"/>
                </a:lnTo>
                <a:lnTo>
                  <a:pt x="12385" y="15257"/>
                </a:lnTo>
                <a:lnTo>
                  <a:pt x="12191" y="15233"/>
                </a:lnTo>
                <a:lnTo>
                  <a:pt x="11996" y="15209"/>
                </a:lnTo>
                <a:lnTo>
                  <a:pt x="11801" y="15184"/>
                </a:lnTo>
                <a:lnTo>
                  <a:pt x="11631" y="15184"/>
                </a:lnTo>
                <a:lnTo>
                  <a:pt x="11582" y="15209"/>
                </a:lnTo>
                <a:lnTo>
                  <a:pt x="11607" y="15257"/>
                </a:lnTo>
                <a:lnTo>
                  <a:pt x="11655" y="15330"/>
                </a:lnTo>
                <a:lnTo>
                  <a:pt x="11728" y="15403"/>
                </a:lnTo>
                <a:lnTo>
                  <a:pt x="11801" y="15476"/>
                </a:lnTo>
                <a:lnTo>
                  <a:pt x="11899" y="15525"/>
                </a:lnTo>
                <a:lnTo>
                  <a:pt x="12093" y="15574"/>
                </a:lnTo>
                <a:lnTo>
                  <a:pt x="12288" y="15598"/>
                </a:lnTo>
                <a:lnTo>
                  <a:pt x="12458" y="15622"/>
                </a:lnTo>
                <a:lnTo>
                  <a:pt x="12653" y="15622"/>
                </a:lnTo>
                <a:lnTo>
                  <a:pt x="12458" y="15890"/>
                </a:lnTo>
                <a:lnTo>
                  <a:pt x="12264" y="15866"/>
                </a:lnTo>
                <a:lnTo>
                  <a:pt x="12045" y="15890"/>
                </a:lnTo>
                <a:lnTo>
                  <a:pt x="11826" y="15866"/>
                </a:lnTo>
                <a:lnTo>
                  <a:pt x="11631" y="15841"/>
                </a:lnTo>
                <a:lnTo>
                  <a:pt x="11558" y="15841"/>
                </a:lnTo>
                <a:lnTo>
                  <a:pt x="11461" y="15890"/>
                </a:lnTo>
                <a:lnTo>
                  <a:pt x="11509" y="15987"/>
                </a:lnTo>
                <a:lnTo>
                  <a:pt x="11607" y="16060"/>
                </a:lnTo>
                <a:lnTo>
                  <a:pt x="11728" y="16133"/>
                </a:lnTo>
                <a:lnTo>
                  <a:pt x="11850" y="16157"/>
                </a:lnTo>
                <a:lnTo>
                  <a:pt x="8930" y="16206"/>
                </a:lnTo>
                <a:lnTo>
                  <a:pt x="7324" y="16206"/>
                </a:lnTo>
                <a:lnTo>
                  <a:pt x="5694" y="16182"/>
                </a:lnTo>
                <a:lnTo>
                  <a:pt x="5718" y="16109"/>
                </a:lnTo>
                <a:lnTo>
                  <a:pt x="5718" y="16036"/>
                </a:lnTo>
                <a:lnTo>
                  <a:pt x="5694" y="15963"/>
                </a:lnTo>
                <a:lnTo>
                  <a:pt x="5645" y="15890"/>
                </a:lnTo>
                <a:lnTo>
                  <a:pt x="5305" y="15428"/>
                </a:lnTo>
                <a:lnTo>
                  <a:pt x="5013" y="14965"/>
                </a:lnTo>
                <a:lnTo>
                  <a:pt x="4721" y="14454"/>
                </a:lnTo>
                <a:lnTo>
                  <a:pt x="4477" y="13968"/>
                </a:lnTo>
                <a:lnTo>
                  <a:pt x="4258" y="13432"/>
                </a:lnTo>
                <a:lnTo>
                  <a:pt x="4064" y="12897"/>
                </a:lnTo>
                <a:lnTo>
                  <a:pt x="3869" y="12362"/>
                </a:lnTo>
                <a:lnTo>
                  <a:pt x="3723" y="11826"/>
                </a:lnTo>
                <a:lnTo>
                  <a:pt x="3553" y="11267"/>
                </a:lnTo>
                <a:lnTo>
                  <a:pt x="3431" y="10683"/>
                </a:lnTo>
                <a:lnTo>
                  <a:pt x="3163" y="9539"/>
                </a:lnTo>
                <a:lnTo>
                  <a:pt x="3090" y="9125"/>
                </a:lnTo>
                <a:lnTo>
                  <a:pt x="3042" y="8736"/>
                </a:lnTo>
                <a:lnTo>
                  <a:pt x="3017" y="8371"/>
                </a:lnTo>
                <a:lnTo>
                  <a:pt x="3017" y="7982"/>
                </a:lnTo>
                <a:close/>
                <a:moveTo>
                  <a:pt x="4258" y="14746"/>
                </a:moveTo>
                <a:lnTo>
                  <a:pt x="4502" y="15209"/>
                </a:lnTo>
                <a:lnTo>
                  <a:pt x="4064" y="15257"/>
                </a:lnTo>
                <a:lnTo>
                  <a:pt x="3626" y="15379"/>
                </a:lnTo>
                <a:lnTo>
                  <a:pt x="3455" y="15428"/>
                </a:lnTo>
                <a:lnTo>
                  <a:pt x="3285" y="15501"/>
                </a:lnTo>
                <a:lnTo>
                  <a:pt x="3115" y="15622"/>
                </a:lnTo>
                <a:lnTo>
                  <a:pt x="3042" y="15671"/>
                </a:lnTo>
                <a:lnTo>
                  <a:pt x="2993" y="15744"/>
                </a:lnTo>
                <a:lnTo>
                  <a:pt x="2944" y="15914"/>
                </a:lnTo>
                <a:lnTo>
                  <a:pt x="2944" y="16060"/>
                </a:lnTo>
                <a:lnTo>
                  <a:pt x="2993" y="16182"/>
                </a:lnTo>
                <a:lnTo>
                  <a:pt x="3066" y="16279"/>
                </a:lnTo>
                <a:lnTo>
                  <a:pt x="3163" y="16352"/>
                </a:lnTo>
                <a:lnTo>
                  <a:pt x="3309" y="16401"/>
                </a:lnTo>
                <a:lnTo>
                  <a:pt x="3455" y="16449"/>
                </a:lnTo>
                <a:lnTo>
                  <a:pt x="3601" y="16474"/>
                </a:lnTo>
                <a:lnTo>
                  <a:pt x="4283" y="16547"/>
                </a:lnTo>
                <a:lnTo>
                  <a:pt x="4988" y="16571"/>
                </a:lnTo>
                <a:lnTo>
                  <a:pt x="6375" y="16620"/>
                </a:lnTo>
                <a:lnTo>
                  <a:pt x="9125" y="16620"/>
                </a:lnTo>
                <a:lnTo>
                  <a:pt x="11801" y="16571"/>
                </a:lnTo>
                <a:lnTo>
                  <a:pt x="13018" y="16571"/>
                </a:lnTo>
                <a:lnTo>
                  <a:pt x="13626" y="16547"/>
                </a:lnTo>
                <a:lnTo>
                  <a:pt x="13943" y="16522"/>
                </a:lnTo>
                <a:lnTo>
                  <a:pt x="14235" y="16498"/>
                </a:lnTo>
                <a:lnTo>
                  <a:pt x="14381" y="16449"/>
                </a:lnTo>
                <a:lnTo>
                  <a:pt x="14527" y="16376"/>
                </a:lnTo>
                <a:lnTo>
                  <a:pt x="14673" y="16303"/>
                </a:lnTo>
                <a:lnTo>
                  <a:pt x="14819" y="16182"/>
                </a:lnTo>
                <a:lnTo>
                  <a:pt x="14916" y="16060"/>
                </a:lnTo>
                <a:lnTo>
                  <a:pt x="14965" y="15914"/>
                </a:lnTo>
                <a:lnTo>
                  <a:pt x="14965" y="15841"/>
                </a:lnTo>
                <a:lnTo>
                  <a:pt x="14965" y="15744"/>
                </a:lnTo>
                <a:lnTo>
                  <a:pt x="14940" y="15671"/>
                </a:lnTo>
                <a:lnTo>
                  <a:pt x="14916" y="15574"/>
                </a:lnTo>
                <a:lnTo>
                  <a:pt x="14794" y="15403"/>
                </a:lnTo>
                <a:lnTo>
                  <a:pt x="14648" y="15282"/>
                </a:lnTo>
                <a:lnTo>
                  <a:pt x="14478" y="15209"/>
                </a:lnTo>
                <a:lnTo>
                  <a:pt x="14308" y="15184"/>
                </a:lnTo>
                <a:lnTo>
                  <a:pt x="14137" y="15160"/>
                </a:lnTo>
                <a:lnTo>
                  <a:pt x="13553" y="15160"/>
                </a:lnTo>
                <a:lnTo>
                  <a:pt x="13699" y="14819"/>
                </a:lnTo>
                <a:lnTo>
                  <a:pt x="13724" y="14771"/>
                </a:lnTo>
                <a:lnTo>
                  <a:pt x="14454" y="14844"/>
                </a:lnTo>
                <a:lnTo>
                  <a:pt x="14794" y="14917"/>
                </a:lnTo>
                <a:lnTo>
                  <a:pt x="15135" y="14990"/>
                </a:lnTo>
                <a:lnTo>
                  <a:pt x="15500" y="15087"/>
                </a:lnTo>
                <a:lnTo>
                  <a:pt x="15816" y="15184"/>
                </a:lnTo>
                <a:lnTo>
                  <a:pt x="16157" y="15330"/>
                </a:lnTo>
                <a:lnTo>
                  <a:pt x="16497" y="15452"/>
                </a:lnTo>
                <a:lnTo>
                  <a:pt x="16741" y="15598"/>
                </a:lnTo>
                <a:lnTo>
                  <a:pt x="16911" y="15744"/>
                </a:lnTo>
                <a:lnTo>
                  <a:pt x="17033" y="15914"/>
                </a:lnTo>
                <a:lnTo>
                  <a:pt x="17081" y="16060"/>
                </a:lnTo>
                <a:lnTo>
                  <a:pt x="17081" y="16230"/>
                </a:lnTo>
                <a:lnTo>
                  <a:pt x="17008" y="16401"/>
                </a:lnTo>
                <a:lnTo>
                  <a:pt x="16911" y="16547"/>
                </a:lnTo>
                <a:lnTo>
                  <a:pt x="16789" y="16717"/>
                </a:lnTo>
                <a:lnTo>
                  <a:pt x="16643" y="16863"/>
                </a:lnTo>
                <a:lnTo>
                  <a:pt x="16449" y="17009"/>
                </a:lnTo>
                <a:lnTo>
                  <a:pt x="16059" y="17277"/>
                </a:lnTo>
                <a:lnTo>
                  <a:pt x="15670" y="17496"/>
                </a:lnTo>
                <a:lnTo>
                  <a:pt x="15305" y="17642"/>
                </a:lnTo>
                <a:lnTo>
                  <a:pt x="14965" y="17763"/>
                </a:lnTo>
                <a:lnTo>
                  <a:pt x="14600" y="17836"/>
                </a:lnTo>
                <a:lnTo>
                  <a:pt x="14259" y="17909"/>
                </a:lnTo>
                <a:lnTo>
                  <a:pt x="13894" y="17958"/>
                </a:lnTo>
                <a:lnTo>
                  <a:pt x="13140" y="18007"/>
                </a:lnTo>
                <a:lnTo>
                  <a:pt x="12410" y="18055"/>
                </a:lnTo>
                <a:lnTo>
                  <a:pt x="11558" y="18080"/>
                </a:lnTo>
                <a:lnTo>
                  <a:pt x="10706" y="18080"/>
                </a:lnTo>
                <a:lnTo>
                  <a:pt x="9027" y="18055"/>
                </a:lnTo>
                <a:lnTo>
                  <a:pt x="7324" y="18031"/>
                </a:lnTo>
                <a:lnTo>
                  <a:pt x="6473" y="18007"/>
                </a:lnTo>
                <a:lnTo>
                  <a:pt x="5645" y="17982"/>
                </a:lnTo>
                <a:lnTo>
                  <a:pt x="4794" y="17934"/>
                </a:lnTo>
                <a:lnTo>
                  <a:pt x="3942" y="17861"/>
                </a:lnTo>
                <a:lnTo>
                  <a:pt x="3115" y="17739"/>
                </a:lnTo>
                <a:lnTo>
                  <a:pt x="2287" y="17593"/>
                </a:lnTo>
                <a:lnTo>
                  <a:pt x="1898" y="17496"/>
                </a:lnTo>
                <a:lnTo>
                  <a:pt x="1509" y="17350"/>
                </a:lnTo>
                <a:lnTo>
                  <a:pt x="1168" y="17179"/>
                </a:lnTo>
                <a:lnTo>
                  <a:pt x="827" y="16985"/>
                </a:lnTo>
                <a:lnTo>
                  <a:pt x="633" y="16839"/>
                </a:lnTo>
                <a:lnTo>
                  <a:pt x="487" y="16668"/>
                </a:lnTo>
                <a:lnTo>
                  <a:pt x="365" y="16449"/>
                </a:lnTo>
                <a:lnTo>
                  <a:pt x="316" y="16328"/>
                </a:lnTo>
                <a:lnTo>
                  <a:pt x="316" y="16230"/>
                </a:lnTo>
                <a:lnTo>
                  <a:pt x="316" y="16085"/>
                </a:lnTo>
                <a:lnTo>
                  <a:pt x="341" y="15963"/>
                </a:lnTo>
                <a:lnTo>
                  <a:pt x="414" y="15866"/>
                </a:lnTo>
                <a:lnTo>
                  <a:pt x="511" y="15768"/>
                </a:lnTo>
                <a:lnTo>
                  <a:pt x="730" y="15622"/>
                </a:lnTo>
                <a:lnTo>
                  <a:pt x="949" y="15501"/>
                </a:lnTo>
                <a:lnTo>
                  <a:pt x="1314" y="15330"/>
                </a:lnTo>
                <a:lnTo>
                  <a:pt x="1728" y="15184"/>
                </a:lnTo>
                <a:lnTo>
                  <a:pt x="2141" y="15063"/>
                </a:lnTo>
                <a:lnTo>
                  <a:pt x="2555" y="14965"/>
                </a:lnTo>
                <a:lnTo>
                  <a:pt x="2993" y="14892"/>
                </a:lnTo>
                <a:lnTo>
                  <a:pt x="3407" y="14844"/>
                </a:lnTo>
                <a:lnTo>
                  <a:pt x="4258" y="14746"/>
                </a:lnTo>
                <a:close/>
                <a:moveTo>
                  <a:pt x="9076" y="6498"/>
                </a:moveTo>
                <a:lnTo>
                  <a:pt x="8103" y="6522"/>
                </a:lnTo>
                <a:lnTo>
                  <a:pt x="7129" y="6571"/>
                </a:lnTo>
                <a:lnTo>
                  <a:pt x="6156" y="6644"/>
                </a:lnTo>
                <a:lnTo>
                  <a:pt x="5183" y="6717"/>
                </a:lnTo>
                <a:lnTo>
                  <a:pt x="4526" y="6765"/>
                </a:lnTo>
                <a:lnTo>
                  <a:pt x="4161" y="6790"/>
                </a:lnTo>
                <a:lnTo>
                  <a:pt x="3796" y="6838"/>
                </a:lnTo>
                <a:lnTo>
                  <a:pt x="3431" y="6911"/>
                </a:lnTo>
                <a:lnTo>
                  <a:pt x="3285" y="6960"/>
                </a:lnTo>
                <a:lnTo>
                  <a:pt x="3115" y="7033"/>
                </a:lnTo>
                <a:lnTo>
                  <a:pt x="2993" y="7106"/>
                </a:lnTo>
                <a:lnTo>
                  <a:pt x="2847" y="7228"/>
                </a:lnTo>
                <a:lnTo>
                  <a:pt x="2750" y="7325"/>
                </a:lnTo>
                <a:lnTo>
                  <a:pt x="2652" y="7471"/>
                </a:lnTo>
                <a:lnTo>
                  <a:pt x="2628" y="7520"/>
                </a:lnTo>
                <a:lnTo>
                  <a:pt x="2628" y="7593"/>
                </a:lnTo>
                <a:lnTo>
                  <a:pt x="2652" y="7666"/>
                </a:lnTo>
                <a:lnTo>
                  <a:pt x="2579" y="7812"/>
                </a:lnTo>
                <a:lnTo>
                  <a:pt x="2555" y="7982"/>
                </a:lnTo>
                <a:lnTo>
                  <a:pt x="2531" y="8152"/>
                </a:lnTo>
                <a:lnTo>
                  <a:pt x="2506" y="8298"/>
                </a:lnTo>
                <a:lnTo>
                  <a:pt x="2360" y="8249"/>
                </a:lnTo>
                <a:lnTo>
                  <a:pt x="2214" y="8201"/>
                </a:lnTo>
                <a:lnTo>
                  <a:pt x="2044" y="8176"/>
                </a:lnTo>
                <a:lnTo>
                  <a:pt x="1874" y="8176"/>
                </a:lnTo>
                <a:lnTo>
                  <a:pt x="1557" y="8201"/>
                </a:lnTo>
                <a:lnTo>
                  <a:pt x="1265" y="8249"/>
                </a:lnTo>
                <a:lnTo>
                  <a:pt x="1046" y="8347"/>
                </a:lnTo>
                <a:lnTo>
                  <a:pt x="827" y="8468"/>
                </a:lnTo>
                <a:lnTo>
                  <a:pt x="657" y="8639"/>
                </a:lnTo>
                <a:lnTo>
                  <a:pt x="487" y="8833"/>
                </a:lnTo>
                <a:lnTo>
                  <a:pt x="365" y="9052"/>
                </a:lnTo>
                <a:lnTo>
                  <a:pt x="268" y="9271"/>
                </a:lnTo>
                <a:lnTo>
                  <a:pt x="195" y="9515"/>
                </a:lnTo>
                <a:lnTo>
                  <a:pt x="170" y="9758"/>
                </a:lnTo>
                <a:lnTo>
                  <a:pt x="170" y="10026"/>
                </a:lnTo>
                <a:lnTo>
                  <a:pt x="219" y="10293"/>
                </a:lnTo>
                <a:lnTo>
                  <a:pt x="292" y="10537"/>
                </a:lnTo>
                <a:lnTo>
                  <a:pt x="389" y="10780"/>
                </a:lnTo>
                <a:lnTo>
                  <a:pt x="535" y="10999"/>
                </a:lnTo>
                <a:lnTo>
                  <a:pt x="706" y="11194"/>
                </a:lnTo>
                <a:lnTo>
                  <a:pt x="900" y="11388"/>
                </a:lnTo>
                <a:lnTo>
                  <a:pt x="1095" y="11559"/>
                </a:lnTo>
                <a:lnTo>
                  <a:pt x="1363" y="11729"/>
                </a:lnTo>
                <a:lnTo>
                  <a:pt x="1606" y="11899"/>
                </a:lnTo>
                <a:lnTo>
                  <a:pt x="2117" y="12240"/>
                </a:lnTo>
                <a:lnTo>
                  <a:pt x="2409" y="12459"/>
                </a:lnTo>
                <a:lnTo>
                  <a:pt x="2531" y="12581"/>
                </a:lnTo>
                <a:lnTo>
                  <a:pt x="2652" y="12727"/>
                </a:lnTo>
                <a:lnTo>
                  <a:pt x="2725" y="12873"/>
                </a:lnTo>
                <a:lnTo>
                  <a:pt x="2774" y="13043"/>
                </a:lnTo>
                <a:lnTo>
                  <a:pt x="2750" y="13165"/>
                </a:lnTo>
                <a:lnTo>
                  <a:pt x="2725" y="13238"/>
                </a:lnTo>
                <a:lnTo>
                  <a:pt x="2677" y="13262"/>
                </a:lnTo>
                <a:lnTo>
                  <a:pt x="2604" y="13262"/>
                </a:lnTo>
                <a:lnTo>
                  <a:pt x="2531" y="13213"/>
                </a:lnTo>
                <a:lnTo>
                  <a:pt x="2458" y="13189"/>
                </a:lnTo>
                <a:lnTo>
                  <a:pt x="2312" y="13165"/>
                </a:lnTo>
                <a:lnTo>
                  <a:pt x="2190" y="13213"/>
                </a:lnTo>
                <a:lnTo>
                  <a:pt x="2068" y="13286"/>
                </a:lnTo>
                <a:lnTo>
                  <a:pt x="1995" y="13408"/>
                </a:lnTo>
                <a:lnTo>
                  <a:pt x="1971" y="13530"/>
                </a:lnTo>
                <a:lnTo>
                  <a:pt x="1971" y="13603"/>
                </a:lnTo>
                <a:lnTo>
                  <a:pt x="1995" y="13651"/>
                </a:lnTo>
                <a:lnTo>
                  <a:pt x="2020" y="13724"/>
                </a:lnTo>
                <a:lnTo>
                  <a:pt x="2093" y="13773"/>
                </a:lnTo>
                <a:lnTo>
                  <a:pt x="2263" y="13895"/>
                </a:lnTo>
                <a:lnTo>
                  <a:pt x="2458" y="13968"/>
                </a:lnTo>
                <a:lnTo>
                  <a:pt x="2677" y="13992"/>
                </a:lnTo>
                <a:lnTo>
                  <a:pt x="2871" y="13968"/>
                </a:lnTo>
                <a:lnTo>
                  <a:pt x="3066" y="13895"/>
                </a:lnTo>
                <a:lnTo>
                  <a:pt x="3236" y="13773"/>
                </a:lnTo>
                <a:lnTo>
                  <a:pt x="3309" y="13700"/>
                </a:lnTo>
                <a:lnTo>
                  <a:pt x="3358" y="13603"/>
                </a:lnTo>
                <a:lnTo>
                  <a:pt x="3431" y="13505"/>
                </a:lnTo>
                <a:lnTo>
                  <a:pt x="3455" y="13408"/>
                </a:lnTo>
                <a:lnTo>
                  <a:pt x="3504" y="13213"/>
                </a:lnTo>
                <a:lnTo>
                  <a:pt x="3504" y="13019"/>
                </a:lnTo>
                <a:lnTo>
                  <a:pt x="3650" y="13432"/>
                </a:lnTo>
                <a:lnTo>
                  <a:pt x="3820" y="13822"/>
                </a:lnTo>
                <a:lnTo>
                  <a:pt x="3991" y="14211"/>
                </a:lnTo>
                <a:lnTo>
                  <a:pt x="4185" y="14600"/>
                </a:lnTo>
                <a:lnTo>
                  <a:pt x="3723" y="14600"/>
                </a:lnTo>
                <a:lnTo>
                  <a:pt x="3285" y="14625"/>
                </a:lnTo>
                <a:lnTo>
                  <a:pt x="2823" y="14673"/>
                </a:lnTo>
                <a:lnTo>
                  <a:pt x="2385" y="14746"/>
                </a:lnTo>
                <a:lnTo>
                  <a:pt x="1922" y="14819"/>
                </a:lnTo>
                <a:lnTo>
                  <a:pt x="1484" y="14941"/>
                </a:lnTo>
                <a:lnTo>
                  <a:pt x="1071" y="15087"/>
                </a:lnTo>
                <a:lnTo>
                  <a:pt x="657" y="15282"/>
                </a:lnTo>
                <a:lnTo>
                  <a:pt x="487" y="15379"/>
                </a:lnTo>
                <a:lnTo>
                  <a:pt x="341" y="15476"/>
                </a:lnTo>
                <a:lnTo>
                  <a:pt x="219" y="15574"/>
                </a:lnTo>
                <a:lnTo>
                  <a:pt x="122" y="15695"/>
                </a:lnTo>
                <a:lnTo>
                  <a:pt x="49" y="15841"/>
                </a:lnTo>
                <a:lnTo>
                  <a:pt x="24" y="15963"/>
                </a:lnTo>
                <a:lnTo>
                  <a:pt x="0" y="16109"/>
                </a:lnTo>
                <a:lnTo>
                  <a:pt x="0" y="16255"/>
                </a:lnTo>
                <a:lnTo>
                  <a:pt x="24" y="16376"/>
                </a:lnTo>
                <a:lnTo>
                  <a:pt x="49" y="16522"/>
                </a:lnTo>
                <a:lnTo>
                  <a:pt x="122" y="16668"/>
                </a:lnTo>
                <a:lnTo>
                  <a:pt x="195" y="16790"/>
                </a:lnTo>
                <a:lnTo>
                  <a:pt x="292" y="16936"/>
                </a:lnTo>
                <a:lnTo>
                  <a:pt x="389" y="17058"/>
                </a:lnTo>
                <a:lnTo>
                  <a:pt x="511" y="17179"/>
                </a:lnTo>
                <a:lnTo>
                  <a:pt x="633" y="17301"/>
                </a:lnTo>
                <a:lnTo>
                  <a:pt x="827" y="17423"/>
                </a:lnTo>
                <a:lnTo>
                  <a:pt x="1046" y="17544"/>
                </a:lnTo>
                <a:lnTo>
                  <a:pt x="1241" y="17642"/>
                </a:lnTo>
                <a:lnTo>
                  <a:pt x="1460" y="17739"/>
                </a:lnTo>
                <a:lnTo>
                  <a:pt x="1922" y="17885"/>
                </a:lnTo>
                <a:lnTo>
                  <a:pt x="2409" y="18007"/>
                </a:lnTo>
                <a:lnTo>
                  <a:pt x="2896" y="18080"/>
                </a:lnTo>
                <a:lnTo>
                  <a:pt x="3382" y="18128"/>
                </a:lnTo>
                <a:lnTo>
                  <a:pt x="4331" y="18226"/>
                </a:lnTo>
                <a:lnTo>
                  <a:pt x="5451" y="18299"/>
                </a:lnTo>
                <a:lnTo>
                  <a:pt x="6570" y="18347"/>
                </a:lnTo>
                <a:lnTo>
                  <a:pt x="8833" y="18396"/>
                </a:lnTo>
                <a:lnTo>
                  <a:pt x="9928" y="18420"/>
                </a:lnTo>
                <a:lnTo>
                  <a:pt x="11047" y="18420"/>
                </a:lnTo>
                <a:lnTo>
                  <a:pt x="12142" y="18396"/>
                </a:lnTo>
                <a:lnTo>
                  <a:pt x="13261" y="18347"/>
                </a:lnTo>
                <a:lnTo>
                  <a:pt x="13675" y="18323"/>
                </a:lnTo>
                <a:lnTo>
                  <a:pt x="14113" y="18274"/>
                </a:lnTo>
                <a:lnTo>
                  <a:pt x="14527" y="18201"/>
                </a:lnTo>
                <a:lnTo>
                  <a:pt x="14965" y="18128"/>
                </a:lnTo>
                <a:lnTo>
                  <a:pt x="15378" y="18007"/>
                </a:lnTo>
                <a:lnTo>
                  <a:pt x="15767" y="17861"/>
                </a:lnTo>
                <a:lnTo>
                  <a:pt x="16157" y="17690"/>
                </a:lnTo>
                <a:lnTo>
                  <a:pt x="16546" y="17471"/>
                </a:lnTo>
                <a:lnTo>
                  <a:pt x="16814" y="17277"/>
                </a:lnTo>
                <a:lnTo>
                  <a:pt x="17057" y="17033"/>
                </a:lnTo>
                <a:lnTo>
                  <a:pt x="17276" y="16766"/>
                </a:lnTo>
                <a:lnTo>
                  <a:pt x="17349" y="16620"/>
                </a:lnTo>
                <a:lnTo>
                  <a:pt x="17422" y="16474"/>
                </a:lnTo>
                <a:lnTo>
                  <a:pt x="17471" y="16328"/>
                </a:lnTo>
                <a:lnTo>
                  <a:pt x="17495" y="16157"/>
                </a:lnTo>
                <a:lnTo>
                  <a:pt x="17495" y="16012"/>
                </a:lnTo>
                <a:lnTo>
                  <a:pt x="17471" y="15866"/>
                </a:lnTo>
                <a:lnTo>
                  <a:pt x="17398" y="15720"/>
                </a:lnTo>
                <a:lnTo>
                  <a:pt x="17325" y="15598"/>
                </a:lnTo>
                <a:lnTo>
                  <a:pt x="17179" y="15452"/>
                </a:lnTo>
                <a:lnTo>
                  <a:pt x="17033" y="15330"/>
                </a:lnTo>
                <a:lnTo>
                  <a:pt x="16692" y="15111"/>
                </a:lnTo>
                <a:lnTo>
                  <a:pt x="16327" y="14941"/>
                </a:lnTo>
                <a:lnTo>
                  <a:pt x="15938" y="14795"/>
                </a:lnTo>
                <a:lnTo>
                  <a:pt x="15524" y="14673"/>
                </a:lnTo>
                <a:lnTo>
                  <a:pt x="15110" y="14576"/>
                </a:lnTo>
                <a:lnTo>
                  <a:pt x="14697" y="14503"/>
                </a:lnTo>
                <a:lnTo>
                  <a:pt x="14283" y="14454"/>
                </a:lnTo>
                <a:lnTo>
                  <a:pt x="13870" y="14406"/>
                </a:lnTo>
                <a:lnTo>
                  <a:pt x="14040" y="13968"/>
                </a:lnTo>
                <a:lnTo>
                  <a:pt x="14186" y="13530"/>
                </a:lnTo>
                <a:lnTo>
                  <a:pt x="14454" y="12629"/>
                </a:lnTo>
                <a:lnTo>
                  <a:pt x="14794" y="11340"/>
                </a:lnTo>
                <a:lnTo>
                  <a:pt x="14916" y="10683"/>
                </a:lnTo>
                <a:lnTo>
                  <a:pt x="15038" y="10026"/>
                </a:lnTo>
                <a:lnTo>
                  <a:pt x="15135" y="9417"/>
                </a:lnTo>
                <a:lnTo>
                  <a:pt x="15159" y="9077"/>
                </a:lnTo>
                <a:lnTo>
                  <a:pt x="15159" y="8760"/>
                </a:lnTo>
                <a:lnTo>
                  <a:pt x="15159" y="8444"/>
                </a:lnTo>
                <a:lnTo>
                  <a:pt x="15110" y="8128"/>
                </a:lnTo>
                <a:lnTo>
                  <a:pt x="15038" y="7836"/>
                </a:lnTo>
                <a:lnTo>
                  <a:pt x="14940" y="7544"/>
                </a:lnTo>
                <a:lnTo>
                  <a:pt x="14916" y="7495"/>
                </a:lnTo>
                <a:lnTo>
                  <a:pt x="14892" y="7471"/>
                </a:lnTo>
                <a:lnTo>
                  <a:pt x="14794" y="7447"/>
                </a:lnTo>
                <a:lnTo>
                  <a:pt x="14746" y="7325"/>
                </a:lnTo>
                <a:lnTo>
                  <a:pt x="14673" y="7228"/>
                </a:lnTo>
                <a:lnTo>
                  <a:pt x="14600" y="7130"/>
                </a:lnTo>
                <a:lnTo>
                  <a:pt x="14478" y="7057"/>
                </a:lnTo>
                <a:lnTo>
                  <a:pt x="14235" y="6936"/>
                </a:lnTo>
                <a:lnTo>
                  <a:pt x="13943" y="6863"/>
                </a:lnTo>
                <a:lnTo>
                  <a:pt x="13626" y="6790"/>
                </a:lnTo>
                <a:lnTo>
                  <a:pt x="13310" y="6765"/>
                </a:lnTo>
                <a:lnTo>
                  <a:pt x="12823" y="6717"/>
                </a:lnTo>
                <a:lnTo>
                  <a:pt x="11899" y="6595"/>
                </a:lnTo>
                <a:lnTo>
                  <a:pt x="10950" y="6522"/>
                </a:lnTo>
                <a:lnTo>
                  <a:pt x="10025" y="6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idx="4294967295" type="ctrTitle"/>
          </p:nvPr>
        </p:nvSpPr>
        <p:spPr>
          <a:xfrm>
            <a:off x="1822500" y="2063410"/>
            <a:ext cx="54570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thanks!</a:t>
            </a:r>
            <a:endParaRPr b="0" i="0" sz="4800" u="none" cap="none" strike="noStrike">
              <a:solidFill>
                <a:schemeClr val="lt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1275080" y="2967990"/>
            <a:ext cx="6593840" cy="17360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rPr>
              <a:t>Hope that was fun?</a:t>
            </a:r>
            <a:endParaRPr b="0" i="0" sz="2000" u="none" cap="none" strike="noStrike">
              <a:solidFill>
                <a:schemeClr val="lt1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799402" y="2912635"/>
            <a:ext cx="1442481" cy="102978"/>
          </a:xfrm>
          <a:custGeom>
            <a:rect b="b" l="l" r="r" t="t"/>
            <a:pathLst>
              <a:path extrusionOk="0" h="2831" w="27831">
                <a:moveTo>
                  <a:pt x="27264" y="944"/>
                </a:moveTo>
                <a:lnTo>
                  <a:pt x="27359" y="1086"/>
                </a:lnTo>
                <a:lnTo>
                  <a:pt x="27359" y="944"/>
                </a:lnTo>
                <a:close/>
                <a:moveTo>
                  <a:pt x="27359" y="1086"/>
                </a:moveTo>
                <a:lnTo>
                  <a:pt x="27359" y="1133"/>
                </a:lnTo>
                <a:lnTo>
                  <a:pt x="27372" y="1106"/>
                </a:lnTo>
                <a:lnTo>
                  <a:pt x="27372" y="1106"/>
                </a:lnTo>
                <a:lnTo>
                  <a:pt x="27359" y="1086"/>
                </a:lnTo>
                <a:close/>
                <a:moveTo>
                  <a:pt x="27453" y="944"/>
                </a:moveTo>
                <a:lnTo>
                  <a:pt x="27372" y="1106"/>
                </a:lnTo>
                <a:lnTo>
                  <a:pt x="27372" y="1106"/>
                </a:lnTo>
                <a:lnTo>
                  <a:pt x="27453" y="1227"/>
                </a:lnTo>
                <a:lnTo>
                  <a:pt x="27453" y="944"/>
                </a:lnTo>
                <a:close/>
                <a:moveTo>
                  <a:pt x="27642" y="1039"/>
                </a:moveTo>
                <a:lnTo>
                  <a:pt x="27453" y="1227"/>
                </a:lnTo>
                <a:lnTo>
                  <a:pt x="27453" y="1322"/>
                </a:lnTo>
                <a:lnTo>
                  <a:pt x="27453" y="1416"/>
                </a:lnTo>
                <a:lnTo>
                  <a:pt x="27830" y="1416"/>
                </a:lnTo>
                <a:lnTo>
                  <a:pt x="27830" y="1227"/>
                </a:lnTo>
                <a:lnTo>
                  <a:pt x="27736" y="1322"/>
                </a:lnTo>
                <a:lnTo>
                  <a:pt x="27736" y="1227"/>
                </a:lnTo>
                <a:lnTo>
                  <a:pt x="27736" y="1133"/>
                </a:lnTo>
                <a:lnTo>
                  <a:pt x="27642" y="1039"/>
                </a:lnTo>
                <a:close/>
                <a:moveTo>
                  <a:pt x="20189" y="1"/>
                </a:moveTo>
                <a:lnTo>
                  <a:pt x="20095" y="190"/>
                </a:lnTo>
                <a:lnTo>
                  <a:pt x="20000" y="95"/>
                </a:lnTo>
                <a:lnTo>
                  <a:pt x="19906" y="284"/>
                </a:lnTo>
                <a:lnTo>
                  <a:pt x="19812" y="473"/>
                </a:lnTo>
                <a:lnTo>
                  <a:pt x="19529" y="284"/>
                </a:lnTo>
                <a:lnTo>
                  <a:pt x="19340" y="95"/>
                </a:lnTo>
                <a:lnTo>
                  <a:pt x="19246" y="95"/>
                </a:lnTo>
                <a:lnTo>
                  <a:pt x="19246" y="190"/>
                </a:lnTo>
                <a:lnTo>
                  <a:pt x="19151" y="378"/>
                </a:lnTo>
                <a:lnTo>
                  <a:pt x="19434" y="190"/>
                </a:lnTo>
                <a:lnTo>
                  <a:pt x="19246" y="473"/>
                </a:lnTo>
                <a:lnTo>
                  <a:pt x="19434" y="378"/>
                </a:lnTo>
                <a:lnTo>
                  <a:pt x="19434" y="567"/>
                </a:lnTo>
                <a:lnTo>
                  <a:pt x="19151" y="567"/>
                </a:lnTo>
                <a:lnTo>
                  <a:pt x="19151" y="190"/>
                </a:lnTo>
                <a:lnTo>
                  <a:pt x="19057" y="95"/>
                </a:lnTo>
                <a:lnTo>
                  <a:pt x="18963" y="95"/>
                </a:lnTo>
                <a:lnTo>
                  <a:pt x="18774" y="284"/>
                </a:lnTo>
                <a:lnTo>
                  <a:pt x="18680" y="473"/>
                </a:lnTo>
                <a:lnTo>
                  <a:pt x="18585" y="378"/>
                </a:lnTo>
                <a:lnTo>
                  <a:pt x="18491" y="190"/>
                </a:lnTo>
                <a:lnTo>
                  <a:pt x="18397" y="378"/>
                </a:lnTo>
                <a:lnTo>
                  <a:pt x="17925" y="567"/>
                </a:lnTo>
                <a:lnTo>
                  <a:pt x="18019" y="284"/>
                </a:lnTo>
                <a:lnTo>
                  <a:pt x="17831" y="378"/>
                </a:lnTo>
                <a:lnTo>
                  <a:pt x="17642" y="567"/>
                </a:lnTo>
                <a:lnTo>
                  <a:pt x="17642" y="661"/>
                </a:lnTo>
                <a:lnTo>
                  <a:pt x="17453" y="567"/>
                </a:lnTo>
                <a:lnTo>
                  <a:pt x="17170" y="473"/>
                </a:lnTo>
                <a:lnTo>
                  <a:pt x="16699" y="473"/>
                </a:lnTo>
                <a:lnTo>
                  <a:pt x="16699" y="567"/>
                </a:lnTo>
                <a:lnTo>
                  <a:pt x="16604" y="661"/>
                </a:lnTo>
                <a:lnTo>
                  <a:pt x="16416" y="378"/>
                </a:lnTo>
                <a:lnTo>
                  <a:pt x="16227" y="378"/>
                </a:lnTo>
                <a:lnTo>
                  <a:pt x="15661" y="661"/>
                </a:lnTo>
                <a:lnTo>
                  <a:pt x="15661" y="473"/>
                </a:lnTo>
                <a:lnTo>
                  <a:pt x="15567" y="756"/>
                </a:lnTo>
                <a:lnTo>
                  <a:pt x="15378" y="473"/>
                </a:lnTo>
                <a:lnTo>
                  <a:pt x="15567" y="473"/>
                </a:lnTo>
                <a:lnTo>
                  <a:pt x="15472" y="378"/>
                </a:lnTo>
                <a:lnTo>
                  <a:pt x="15378" y="378"/>
                </a:lnTo>
                <a:lnTo>
                  <a:pt x="15189" y="473"/>
                </a:lnTo>
                <a:lnTo>
                  <a:pt x="15000" y="756"/>
                </a:lnTo>
                <a:lnTo>
                  <a:pt x="14906" y="661"/>
                </a:lnTo>
                <a:lnTo>
                  <a:pt x="14812" y="473"/>
                </a:lnTo>
                <a:lnTo>
                  <a:pt x="14529" y="756"/>
                </a:lnTo>
                <a:lnTo>
                  <a:pt x="14623" y="567"/>
                </a:lnTo>
                <a:lnTo>
                  <a:pt x="14529" y="661"/>
                </a:lnTo>
                <a:lnTo>
                  <a:pt x="14340" y="756"/>
                </a:lnTo>
                <a:lnTo>
                  <a:pt x="14340" y="567"/>
                </a:lnTo>
                <a:lnTo>
                  <a:pt x="14246" y="473"/>
                </a:lnTo>
                <a:lnTo>
                  <a:pt x="13963" y="378"/>
                </a:lnTo>
                <a:lnTo>
                  <a:pt x="13585" y="284"/>
                </a:lnTo>
                <a:lnTo>
                  <a:pt x="13302" y="284"/>
                </a:lnTo>
                <a:lnTo>
                  <a:pt x="13302" y="378"/>
                </a:lnTo>
                <a:lnTo>
                  <a:pt x="13302" y="473"/>
                </a:lnTo>
                <a:lnTo>
                  <a:pt x="13208" y="473"/>
                </a:lnTo>
                <a:lnTo>
                  <a:pt x="13208" y="661"/>
                </a:lnTo>
                <a:lnTo>
                  <a:pt x="13114" y="661"/>
                </a:lnTo>
                <a:lnTo>
                  <a:pt x="13019" y="567"/>
                </a:lnTo>
                <a:lnTo>
                  <a:pt x="12925" y="378"/>
                </a:lnTo>
                <a:lnTo>
                  <a:pt x="12831" y="95"/>
                </a:lnTo>
                <a:lnTo>
                  <a:pt x="12831" y="378"/>
                </a:lnTo>
                <a:lnTo>
                  <a:pt x="12736" y="378"/>
                </a:lnTo>
                <a:lnTo>
                  <a:pt x="12642" y="284"/>
                </a:lnTo>
                <a:lnTo>
                  <a:pt x="12548" y="190"/>
                </a:lnTo>
                <a:lnTo>
                  <a:pt x="12265" y="190"/>
                </a:lnTo>
                <a:lnTo>
                  <a:pt x="12170" y="473"/>
                </a:lnTo>
                <a:lnTo>
                  <a:pt x="12076" y="378"/>
                </a:lnTo>
                <a:lnTo>
                  <a:pt x="11887" y="284"/>
                </a:lnTo>
                <a:lnTo>
                  <a:pt x="11510" y="378"/>
                </a:lnTo>
                <a:lnTo>
                  <a:pt x="10755" y="661"/>
                </a:lnTo>
                <a:lnTo>
                  <a:pt x="10661" y="473"/>
                </a:lnTo>
                <a:lnTo>
                  <a:pt x="10567" y="378"/>
                </a:lnTo>
                <a:lnTo>
                  <a:pt x="10095" y="378"/>
                </a:lnTo>
                <a:lnTo>
                  <a:pt x="9529" y="473"/>
                </a:lnTo>
                <a:lnTo>
                  <a:pt x="9340" y="473"/>
                </a:lnTo>
                <a:lnTo>
                  <a:pt x="9152" y="378"/>
                </a:lnTo>
                <a:lnTo>
                  <a:pt x="9152" y="473"/>
                </a:lnTo>
                <a:lnTo>
                  <a:pt x="9152" y="567"/>
                </a:lnTo>
                <a:lnTo>
                  <a:pt x="8963" y="661"/>
                </a:lnTo>
                <a:lnTo>
                  <a:pt x="8869" y="567"/>
                </a:lnTo>
                <a:lnTo>
                  <a:pt x="8680" y="473"/>
                </a:lnTo>
                <a:lnTo>
                  <a:pt x="8680" y="756"/>
                </a:lnTo>
                <a:lnTo>
                  <a:pt x="8491" y="661"/>
                </a:lnTo>
                <a:lnTo>
                  <a:pt x="8208" y="567"/>
                </a:lnTo>
                <a:lnTo>
                  <a:pt x="7925" y="661"/>
                </a:lnTo>
                <a:lnTo>
                  <a:pt x="7831" y="756"/>
                </a:lnTo>
                <a:lnTo>
                  <a:pt x="7548" y="567"/>
                </a:lnTo>
                <a:lnTo>
                  <a:pt x="7359" y="473"/>
                </a:lnTo>
                <a:lnTo>
                  <a:pt x="7170" y="944"/>
                </a:lnTo>
                <a:lnTo>
                  <a:pt x="6982" y="661"/>
                </a:lnTo>
                <a:lnTo>
                  <a:pt x="6793" y="661"/>
                </a:lnTo>
                <a:lnTo>
                  <a:pt x="6604" y="756"/>
                </a:lnTo>
                <a:lnTo>
                  <a:pt x="6510" y="661"/>
                </a:lnTo>
                <a:lnTo>
                  <a:pt x="6416" y="756"/>
                </a:lnTo>
                <a:lnTo>
                  <a:pt x="6038" y="944"/>
                </a:lnTo>
                <a:lnTo>
                  <a:pt x="6038" y="1039"/>
                </a:lnTo>
                <a:lnTo>
                  <a:pt x="5850" y="1133"/>
                </a:lnTo>
                <a:lnTo>
                  <a:pt x="5850" y="1039"/>
                </a:lnTo>
                <a:lnTo>
                  <a:pt x="5755" y="1039"/>
                </a:lnTo>
                <a:lnTo>
                  <a:pt x="5567" y="1227"/>
                </a:lnTo>
                <a:lnTo>
                  <a:pt x="5472" y="1227"/>
                </a:lnTo>
                <a:lnTo>
                  <a:pt x="5378" y="1039"/>
                </a:lnTo>
                <a:lnTo>
                  <a:pt x="5378" y="1133"/>
                </a:lnTo>
                <a:lnTo>
                  <a:pt x="5189" y="1227"/>
                </a:lnTo>
                <a:lnTo>
                  <a:pt x="5095" y="1133"/>
                </a:lnTo>
                <a:lnTo>
                  <a:pt x="4906" y="1039"/>
                </a:lnTo>
                <a:lnTo>
                  <a:pt x="5189" y="1039"/>
                </a:lnTo>
                <a:lnTo>
                  <a:pt x="5095" y="944"/>
                </a:lnTo>
                <a:lnTo>
                  <a:pt x="5095" y="756"/>
                </a:lnTo>
                <a:lnTo>
                  <a:pt x="5001" y="944"/>
                </a:lnTo>
                <a:lnTo>
                  <a:pt x="4529" y="944"/>
                </a:lnTo>
                <a:lnTo>
                  <a:pt x="4529" y="1133"/>
                </a:lnTo>
                <a:lnTo>
                  <a:pt x="4718" y="1133"/>
                </a:lnTo>
                <a:lnTo>
                  <a:pt x="4623" y="1227"/>
                </a:lnTo>
                <a:lnTo>
                  <a:pt x="4623" y="1133"/>
                </a:lnTo>
                <a:lnTo>
                  <a:pt x="4529" y="1416"/>
                </a:lnTo>
                <a:lnTo>
                  <a:pt x="4340" y="1227"/>
                </a:lnTo>
                <a:lnTo>
                  <a:pt x="4152" y="1039"/>
                </a:lnTo>
                <a:lnTo>
                  <a:pt x="3963" y="1039"/>
                </a:lnTo>
                <a:lnTo>
                  <a:pt x="3774" y="1416"/>
                </a:lnTo>
                <a:lnTo>
                  <a:pt x="3774" y="1322"/>
                </a:lnTo>
                <a:lnTo>
                  <a:pt x="3774" y="1227"/>
                </a:lnTo>
                <a:lnTo>
                  <a:pt x="3680" y="1322"/>
                </a:lnTo>
                <a:lnTo>
                  <a:pt x="3586" y="1510"/>
                </a:lnTo>
                <a:lnTo>
                  <a:pt x="3208" y="1416"/>
                </a:lnTo>
                <a:lnTo>
                  <a:pt x="2454" y="1416"/>
                </a:lnTo>
                <a:lnTo>
                  <a:pt x="1793" y="1510"/>
                </a:lnTo>
                <a:lnTo>
                  <a:pt x="1510" y="1605"/>
                </a:lnTo>
                <a:lnTo>
                  <a:pt x="1321" y="1699"/>
                </a:lnTo>
                <a:lnTo>
                  <a:pt x="1321" y="1605"/>
                </a:lnTo>
                <a:lnTo>
                  <a:pt x="1038" y="1699"/>
                </a:lnTo>
                <a:lnTo>
                  <a:pt x="755" y="1793"/>
                </a:lnTo>
                <a:lnTo>
                  <a:pt x="567" y="1793"/>
                </a:lnTo>
                <a:lnTo>
                  <a:pt x="378" y="1888"/>
                </a:lnTo>
                <a:lnTo>
                  <a:pt x="284" y="1699"/>
                </a:lnTo>
                <a:lnTo>
                  <a:pt x="95" y="1605"/>
                </a:lnTo>
                <a:lnTo>
                  <a:pt x="1" y="1793"/>
                </a:lnTo>
                <a:lnTo>
                  <a:pt x="1" y="2076"/>
                </a:lnTo>
                <a:lnTo>
                  <a:pt x="95" y="2548"/>
                </a:lnTo>
                <a:lnTo>
                  <a:pt x="189" y="2831"/>
                </a:lnTo>
                <a:lnTo>
                  <a:pt x="284" y="2737"/>
                </a:lnTo>
                <a:lnTo>
                  <a:pt x="472" y="2831"/>
                </a:lnTo>
                <a:lnTo>
                  <a:pt x="567" y="2548"/>
                </a:lnTo>
                <a:lnTo>
                  <a:pt x="661" y="2642"/>
                </a:lnTo>
                <a:lnTo>
                  <a:pt x="661" y="2737"/>
                </a:lnTo>
                <a:lnTo>
                  <a:pt x="755" y="2642"/>
                </a:lnTo>
                <a:lnTo>
                  <a:pt x="944" y="2548"/>
                </a:lnTo>
                <a:lnTo>
                  <a:pt x="1227" y="2548"/>
                </a:lnTo>
                <a:lnTo>
                  <a:pt x="1227" y="2642"/>
                </a:lnTo>
                <a:lnTo>
                  <a:pt x="1321" y="2737"/>
                </a:lnTo>
                <a:lnTo>
                  <a:pt x="1416" y="2831"/>
                </a:lnTo>
                <a:lnTo>
                  <a:pt x="1510" y="2642"/>
                </a:lnTo>
                <a:lnTo>
                  <a:pt x="1793" y="2548"/>
                </a:lnTo>
                <a:lnTo>
                  <a:pt x="1699" y="2642"/>
                </a:lnTo>
                <a:lnTo>
                  <a:pt x="1887" y="2737"/>
                </a:lnTo>
                <a:lnTo>
                  <a:pt x="1887" y="2454"/>
                </a:lnTo>
                <a:lnTo>
                  <a:pt x="1982" y="2265"/>
                </a:lnTo>
                <a:lnTo>
                  <a:pt x="2076" y="2737"/>
                </a:lnTo>
                <a:lnTo>
                  <a:pt x="2171" y="2359"/>
                </a:lnTo>
                <a:lnTo>
                  <a:pt x="2265" y="2642"/>
                </a:lnTo>
                <a:lnTo>
                  <a:pt x="2265" y="2548"/>
                </a:lnTo>
                <a:lnTo>
                  <a:pt x="2359" y="2454"/>
                </a:lnTo>
                <a:lnTo>
                  <a:pt x="2454" y="2548"/>
                </a:lnTo>
                <a:lnTo>
                  <a:pt x="2454" y="2737"/>
                </a:lnTo>
                <a:lnTo>
                  <a:pt x="2548" y="2548"/>
                </a:lnTo>
                <a:lnTo>
                  <a:pt x="2548" y="2454"/>
                </a:lnTo>
                <a:lnTo>
                  <a:pt x="2642" y="2548"/>
                </a:lnTo>
                <a:lnTo>
                  <a:pt x="2642" y="2642"/>
                </a:lnTo>
                <a:lnTo>
                  <a:pt x="2831" y="2454"/>
                </a:lnTo>
                <a:lnTo>
                  <a:pt x="3020" y="2454"/>
                </a:lnTo>
                <a:lnTo>
                  <a:pt x="3114" y="2265"/>
                </a:lnTo>
                <a:lnTo>
                  <a:pt x="3114" y="2076"/>
                </a:lnTo>
                <a:lnTo>
                  <a:pt x="3208" y="1982"/>
                </a:lnTo>
                <a:lnTo>
                  <a:pt x="3208" y="2076"/>
                </a:lnTo>
                <a:lnTo>
                  <a:pt x="3208" y="2265"/>
                </a:lnTo>
                <a:lnTo>
                  <a:pt x="3303" y="2076"/>
                </a:lnTo>
                <a:lnTo>
                  <a:pt x="3491" y="2076"/>
                </a:lnTo>
                <a:lnTo>
                  <a:pt x="3491" y="2171"/>
                </a:lnTo>
                <a:lnTo>
                  <a:pt x="3397" y="2265"/>
                </a:lnTo>
                <a:lnTo>
                  <a:pt x="3303" y="2359"/>
                </a:lnTo>
                <a:lnTo>
                  <a:pt x="3303" y="2548"/>
                </a:lnTo>
                <a:lnTo>
                  <a:pt x="3491" y="2548"/>
                </a:lnTo>
                <a:lnTo>
                  <a:pt x="3586" y="2454"/>
                </a:lnTo>
                <a:lnTo>
                  <a:pt x="3680" y="2265"/>
                </a:lnTo>
                <a:lnTo>
                  <a:pt x="4152" y="2265"/>
                </a:lnTo>
                <a:lnTo>
                  <a:pt x="4152" y="2359"/>
                </a:lnTo>
                <a:lnTo>
                  <a:pt x="4246" y="2171"/>
                </a:lnTo>
                <a:lnTo>
                  <a:pt x="4340" y="2171"/>
                </a:lnTo>
                <a:lnTo>
                  <a:pt x="4246" y="2265"/>
                </a:lnTo>
                <a:lnTo>
                  <a:pt x="5284" y="2265"/>
                </a:lnTo>
                <a:lnTo>
                  <a:pt x="5567" y="2171"/>
                </a:lnTo>
                <a:lnTo>
                  <a:pt x="5755" y="2171"/>
                </a:lnTo>
                <a:lnTo>
                  <a:pt x="5755" y="2076"/>
                </a:lnTo>
                <a:lnTo>
                  <a:pt x="6416" y="2076"/>
                </a:lnTo>
                <a:lnTo>
                  <a:pt x="6510" y="1888"/>
                </a:lnTo>
                <a:lnTo>
                  <a:pt x="6604" y="1888"/>
                </a:lnTo>
                <a:lnTo>
                  <a:pt x="7170" y="1982"/>
                </a:lnTo>
                <a:lnTo>
                  <a:pt x="7453" y="1888"/>
                </a:lnTo>
                <a:lnTo>
                  <a:pt x="7548" y="1888"/>
                </a:lnTo>
                <a:lnTo>
                  <a:pt x="7642" y="1699"/>
                </a:lnTo>
                <a:lnTo>
                  <a:pt x="7736" y="1888"/>
                </a:lnTo>
                <a:lnTo>
                  <a:pt x="7925" y="2076"/>
                </a:lnTo>
                <a:lnTo>
                  <a:pt x="8114" y="1793"/>
                </a:lnTo>
                <a:lnTo>
                  <a:pt x="8114" y="1982"/>
                </a:lnTo>
                <a:lnTo>
                  <a:pt x="8208" y="1793"/>
                </a:lnTo>
                <a:lnTo>
                  <a:pt x="8302" y="1982"/>
                </a:lnTo>
                <a:lnTo>
                  <a:pt x="8302" y="1888"/>
                </a:lnTo>
                <a:lnTo>
                  <a:pt x="8302" y="1793"/>
                </a:lnTo>
                <a:lnTo>
                  <a:pt x="8491" y="1793"/>
                </a:lnTo>
                <a:lnTo>
                  <a:pt x="8585" y="1888"/>
                </a:lnTo>
                <a:lnTo>
                  <a:pt x="8774" y="1793"/>
                </a:lnTo>
                <a:lnTo>
                  <a:pt x="8774" y="1982"/>
                </a:lnTo>
                <a:lnTo>
                  <a:pt x="8869" y="1888"/>
                </a:lnTo>
                <a:lnTo>
                  <a:pt x="9718" y="1888"/>
                </a:lnTo>
                <a:lnTo>
                  <a:pt x="9623" y="1793"/>
                </a:lnTo>
                <a:lnTo>
                  <a:pt x="9718" y="1605"/>
                </a:lnTo>
                <a:lnTo>
                  <a:pt x="9812" y="1699"/>
                </a:lnTo>
                <a:lnTo>
                  <a:pt x="9812" y="1793"/>
                </a:lnTo>
                <a:lnTo>
                  <a:pt x="9906" y="1888"/>
                </a:lnTo>
                <a:lnTo>
                  <a:pt x="10095" y="1982"/>
                </a:lnTo>
                <a:lnTo>
                  <a:pt x="10661" y="1793"/>
                </a:lnTo>
                <a:lnTo>
                  <a:pt x="11038" y="1510"/>
                </a:lnTo>
                <a:lnTo>
                  <a:pt x="11133" y="1699"/>
                </a:lnTo>
                <a:lnTo>
                  <a:pt x="11321" y="1699"/>
                </a:lnTo>
                <a:lnTo>
                  <a:pt x="11510" y="1605"/>
                </a:lnTo>
                <a:lnTo>
                  <a:pt x="11604" y="1416"/>
                </a:lnTo>
                <a:lnTo>
                  <a:pt x="11982" y="1605"/>
                </a:lnTo>
                <a:lnTo>
                  <a:pt x="12453" y="1699"/>
                </a:lnTo>
                <a:lnTo>
                  <a:pt x="12642" y="1510"/>
                </a:lnTo>
                <a:lnTo>
                  <a:pt x="12642" y="1699"/>
                </a:lnTo>
                <a:lnTo>
                  <a:pt x="12925" y="1510"/>
                </a:lnTo>
                <a:lnTo>
                  <a:pt x="13208" y="1510"/>
                </a:lnTo>
                <a:lnTo>
                  <a:pt x="14057" y="1699"/>
                </a:lnTo>
                <a:lnTo>
                  <a:pt x="14434" y="1793"/>
                </a:lnTo>
                <a:lnTo>
                  <a:pt x="14812" y="1793"/>
                </a:lnTo>
                <a:lnTo>
                  <a:pt x="15095" y="1699"/>
                </a:lnTo>
                <a:lnTo>
                  <a:pt x="15378" y="1510"/>
                </a:lnTo>
                <a:lnTo>
                  <a:pt x="15472" y="1416"/>
                </a:lnTo>
                <a:lnTo>
                  <a:pt x="15472" y="1510"/>
                </a:lnTo>
                <a:lnTo>
                  <a:pt x="15472" y="1699"/>
                </a:lnTo>
                <a:lnTo>
                  <a:pt x="16416" y="1510"/>
                </a:lnTo>
                <a:lnTo>
                  <a:pt x="16416" y="1605"/>
                </a:lnTo>
                <a:lnTo>
                  <a:pt x="16510" y="1605"/>
                </a:lnTo>
                <a:lnTo>
                  <a:pt x="16604" y="1510"/>
                </a:lnTo>
                <a:lnTo>
                  <a:pt x="17642" y="1510"/>
                </a:lnTo>
                <a:lnTo>
                  <a:pt x="17736" y="1605"/>
                </a:lnTo>
                <a:lnTo>
                  <a:pt x="17831" y="1605"/>
                </a:lnTo>
                <a:lnTo>
                  <a:pt x="18397" y="1510"/>
                </a:lnTo>
                <a:lnTo>
                  <a:pt x="19057" y="1322"/>
                </a:lnTo>
                <a:lnTo>
                  <a:pt x="18774" y="1605"/>
                </a:lnTo>
                <a:lnTo>
                  <a:pt x="19151" y="1322"/>
                </a:lnTo>
                <a:lnTo>
                  <a:pt x="19340" y="1322"/>
                </a:lnTo>
                <a:lnTo>
                  <a:pt x="19340" y="1510"/>
                </a:lnTo>
                <a:lnTo>
                  <a:pt x="19529" y="1416"/>
                </a:lnTo>
                <a:lnTo>
                  <a:pt x="19906" y="1416"/>
                </a:lnTo>
                <a:lnTo>
                  <a:pt x="20000" y="1322"/>
                </a:lnTo>
                <a:lnTo>
                  <a:pt x="20095" y="944"/>
                </a:lnTo>
                <a:lnTo>
                  <a:pt x="20095" y="1133"/>
                </a:lnTo>
                <a:lnTo>
                  <a:pt x="20189" y="1227"/>
                </a:lnTo>
                <a:lnTo>
                  <a:pt x="20189" y="1416"/>
                </a:lnTo>
                <a:lnTo>
                  <a:pt x="20283" y="1322"/>
                </a:lnTo>
                <a:lnTo>
                  <a:pt x="20378" y="1322"/>
                </a:lnTo>
                <a:lnTo>
                  <a:pt x="20378" y="1416"/>
                </a:lnTo>
                <a:lnTo>
                  <a:pt x="20661" y="1227"/>
                </a:lnTo>
                <a:lnTo>
                  <a:pt x="20944" y="1133"/>
                </a:lnTo>
                <a:lnTo>
                  <a:pt x="21038" y="1133"/>
                </a:lnTo>
                <a:lnTo>
                  <a:pt x="21132" y="1416"/>
                </a:lnTo>
                <a:lnTo>
                  <a:pt x="21604" y="1227"/>
                </a:lnTo>
                <a:lnTo>
                  <a:pt x="21510" y="1039"/>
                </a:lnTo>
                <a:lnTo>
                  <a:pt x="21510" y="944"/>
                </a:lnTo>
                <a:lnTo>
                  <a:pt x="21698" y="944"/>
                </a:lnTo>
                <a:lnTo>
                  <a:pt x="21604" y="1039"/>
                </a:lnTo>
                <a:lnTo>
                  <a:pt x="21982" y="1039"/>
                </a:lnTo>
                <a:lnTo>
                  <a:pt x="21887" y="1227"/>
                </a:lnTo>
                <a:lnTo>
                  <a:pt x="21887" y="1227"/>
                </a:lnTo>
                <a:lnTo>
                  <a:pt x="22170" y="1039"/>
                </a:lnTo>
                <a:lnTo>
                  <a:pt x="22265" y="1227"/>
                </a:lnTo>
                <a:lnTo>
                  <a:pt x="22265" y="1133"/>
                </a:lnTo>
                <a:lnTo>
                  <a:pt x="22265" y="1039"/>
                </a:lnTo>
                <a:lnTo>
                  <a:pt x="22548" y="1039"/>
                </a:lnTo>
                <a:lnTo>
                  <a:pt x="22642" y="1322"/>
                </a:lnTo>
                <a:lnTo>
                  <a:pt x="23019" y="1227"/>
                </a:lnTo>
                <a:lnTo>
                  <a:pt x="23208" y="1133"/>
                </a:lnTo>
                <a:lnTo>
                  <a:pt x="23302" y="1039"/>
                </a:lnTo>
                <a:lnTo>
                  <a:pt x="23397" y="1133"/>
                </a:lnTo>
                <a:lnTo>
                  <a:pt x="23397" y="1227"/>
                </a:lnTo>
                <a:lnTo>
                  <a:pt x="23680" y="1227"/>
                </a:lnTo>
                <a:lnTo>
                  <a:pt x="23868" y="1133"/>
                </a:lnTo>
                <a:lnTo>
                  <a:pt x="24057" y="1227"/>
                </a:lnTo>
                <a:lnTo>
                  <a:pt x="24246" y="1227"/>
                </a:lnTo>
                <a:lnTo>
                  <a:pt x="24246" y="1133"/>
                </a:lnTo>
                <a:lnTo>
                  <a:pt x="24529" y="1227"/>
                </a:lnTo>
                <a:lnTo>
                  <a:pt x="24906" y="1322"/>
                </a:lnTo>
                <a:lnTo>
                  <a:pt x="25179" y="1048"/>
                </a:lnTo>
                <a:lnTo>
                  <a:pt x="25095" y="1133"/>
                </a:lnTo>
                <a:lnTo>
                  <a:pt x="25189" y="1227"/>
                </a:lnTo>
                <a:lnTo>
                  <a:pt x="25189" y="1133"/>
                </a:lnTo>
                <a:lnTo>
                  <a:pt x="25283" y="1039"/>
                </a:lnTo>
                <a:lnTo>
                  <a:pt x="25378" y="944"/>
                </a:lnTo>
                <a:lnTo>
                  <a:pt x="25472" y="944"/>
                </a:lnTo>
                <a:lnTo>
                  <a:pt x="25472" y="1133"/>
                </a:lnTo>
                <a:lnTo>
                  <a:pt x="25566" y="1039"/>
                </a:lnTo>
                <a:lnTo>
                  <a:pt x="25661" y="1039"/>
                </a:lnTo>
                <a:lnTo>
                  <a:pt x="25566" y="1133"/>
                </a:lnTo>
                <a:lnTo>
                  <a:pt x="25661" y="1227"/>
                </a:lnTo>
                <a:lnTo>
                  <a:pt x="25849" y="1322"/>
                </a:lnTo>
                <a:lnTo>
                  <a:pt x="25944" y="1133"/>
                </a:lnTo>
                <a:lnTo>
                  <a:pt x="26132" y="1039"/>
                </a:lnTo>
                <a:lnTo>
                  <a:pt x="26132" y="1039"/>
                </a:lnTo>
                <a:lnTo>
                  <a:pt x="26038" y="1227"/>
                </a:lnTo>
                <a:lnTo>
                  <a:pt x="26132" y="1322"/>
                </a:lnTo>
                <a:lnTo>
                  <a:pt x="26321" y="1416"/>
                </a:lnTo>
                <a:lnTo>
                  <a:pt x="26415" y="1416"/>
                </a:lnTo>
                <a:lnTo>
                  <a:pt x="26887" y="1227"/>
                </a:lnTo>
                <a:lnTo>
                  <a:pt x="27264" y="944"/>
                </a:lnTo>
                <a:lnTo>
                  <a:pt x="27170" y="944"/>
                </a:lnTo>
                <a:lnTo>
                  <a:pt x="27264" y="850"/>
                </a:lnTo>
                <a:lnTo>
                  <a:pt x="26981" y="756"/>
                </a:lnTo>
                <a:lnTo>
                  <a:pt x="26887" y="944"/>
                </a:lnTo>
                <a:lnTo>
                  <a:pt x="26793" y="1133"/>
                </a:lnTo>
                <a:lnTo>
                  <a:pt x="26793" y="661"/>
                </a:lnTo>
                <a:lnTo>
                  <a:pt x="26604" y="944"/>
                </a:lnTo>
                <a:lnTo>
                  <a:pt x="26510" y="850"/>
                </a:lnTo>
                <a:lnTo>
                  <a:pt x="26415" y="756"/>
                </a:lnTo>
                <a:lnTo>
                  <a:pt x="26321" y="944"/>
                </a:lnTo>
                <a:lnTo>
                  <a:pt x="26227" y="661"/>
                </a:lnTo>
                <a:lnTo>
                  <a:pt x="26038" y="756"/>
                </a:lnTo>
                <a:lnTo>
                  <a:pt x="25849" y="661"/>
                </a:lnTo>
                <a:lnTo>
                  <a:pt x="25378" y="567"/>
                </a:lnTo>
                <a:lnTo>
                  <a:pt x="25283" y="661"/>
                </a:lnTo>
                <a:lnTo>
                  <a:pt x="25095" y="756"/>
                </a:lnTo>
                <a:lnTo>
                  <a:pt x="25189" y="473"/>
                </a:lnTo>
                <a:lnTo>
                  <a:pt x="25000" y="661"/>
                </a:lnTo>
                <a:lnTo>
                  <a:pt x="25000" y="661"/>
                </a:lnTo>
                <a:lnTo>
                  <a:pt x="25095" y="473"/>
                </a:lnTo>
                <a:lnTo>
                  <a:pt x="24906" y="567"/>
                </a:lnTo>
                <a:lnTo>
                  <a:pt x="24717" y="567"/>
                </a:lnTo>
                <a:lnTo>
                  <a:pt x="24717" y="756"/>
                </a:lnTo>
                <a:lnTo>
                  <a:pt x="24623" y="1039"/>
                </a:lnTo>
                <a:lnTo>
                  <a:pt x="24623" y="850"/>
                </a:lnTo>
                <a:lnTo>
                  <a:pt x="24717" y="661"/>
                </a:lnTo>
                <a:lnTo>
                  <a:pt x="24623" y="756"/>
                </a:lnTo>
                <a:lnTo>
                  <a:pt x="24623" y="661"/>
                </a:lnTo>
                <a:lnTo>
                  <a:pt x="24529" y="473"/>
                </a:lnTo>
                <a:lnTo>
                  <a:pt x="24529" y="661"/>
                </a:lnTo>
                <a:lnTo>
                  <a:pt x="24434" y="567"/>
                </a:lnTo>
                <a:lnTo>
                  <a:pt x="24340" y="378"/>
                </a:lnTo>
                <a:lnTo>
                  <a:pt x="24246" y="567"/>
                </a:lnTo>
                <a:lnTo>
                  <a:pt x="23963" y="567"/>
                </a:lnTo>
                <a:lnTo>
                  <a:pt x="23397" y="661"/>
                </a:lnTo>
                <a:lnTo>
                  <a:pt x="23114" y="661"/>
                </a:lnTo>
                <a:lnTo>
                  <a:pt x="22925" y="567"/>
                </a:lnTo>
                <a:lnTo>
                  <a:pt x="22925" y="473"/>
                </a:lnTo>
                <a:lnTo>
                  <a:pt x="23019" y="473"/>
                </a:lnTo>
                <a:lnTo>
                  <a:pt x="22642" y="378"/>
                </a:lnTo>
                <a:lnTo>
                  <a:pt x="22736" y="473"/>
                </a:lnTo>
                <a:lnTo>
                  <a:pt x="22548" y="473"/>
                </a:lnTo>
                <a:lnTo>
                  <a:pt x="22642" y="284"/>
                </a:lnTo>
                <a:lnTo>
                  <a:pt x="22548" y="190"/>
                </a:lnTo>
                <a:lnTo>
                  <a:pt x="22453" y="190"/>
                </a:lnTo>
                <a:lnTo>
                  <a:pt x="22359" y="284"/>
                </a:lnTo>
                <a:lnTo>
                  <a:pt x="22170" y="378"/>
                </a:lnTo>
                <a:lnTo>
                  <a:pt x="22076" y="284"/>
                </a:lnTo>
                <a:lnTo>
                  <a:pt x="22170" y="473"/>
                </a:lnTo>
                <a:lnTo>
                  <a:pt x="21887" y="190"/>
                </a:lnTo>
                <a:lnTo>
                  <a:pt x="21793" y="190"/>
                </a:lnTo>
                <a:lnTo>
                  <a:pt x="21698" y="378"/>
                </a:lnTo>
                <a:lnTo>
                  <a:pt x="21604" y="756"/>
                </a:lnTo>
                <a:lnTo>
                  <a:pt x="21415" y="661"/>
                </a:lnTo>
                <a:lnTo>
                  <a:pt x="21510" y="473"/>
                </a:lnTo>
                <a:lnTo>
                  <a:pt x="21604" y="284"/>
                </a:lnTo>
                <a:lnTo>
                  <a:pt x="21415" y="284"/>
                </a:lnTo>
                <a:lnTo>
                  <a:pt x="21415" y="190"/>
                </a:lnTo>
                <a:lnTo>
                  <a:pt x="21227" y="378"/>
                </a:lnTo>
                <a:lnTo>
                  <a:pt x="20944" y="567"/>
                </a:lnTo>
                <a:lnTo>
                  <a:pt x="20566" y="1"/>
                </a:lnTo>
                <a:lnTo>
                  <a:pt x="20472" y="95"/>
                </a:lnTo>
                <a:lnTo>
                  <a:pt x="20472" y="190"/>
                </a:lnTo>
                <a:lnTo>
                  <a:pt x="20472" y="378"/>
                </a:lnTo>
                <a:lnTo>
                  <a:pt x="20283" y="284"/>
                </a:lnTo>
                <a:lnTo>
                  <a:pt x="20283" y="190"/>
                </a:lnTo>
                <a:lnTo>
                  <a:pt x="20378" y="95"/>
                </a:lnTo>
                <a:lnTo>
                  <a:pt x="202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>
            <p:ph idx="4294967295" type="sldNum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179445" y="730250"/>
            <a:ext cx="2682240" cy="1511935"/>
          </a:xfrm>
          <a:custGeom>
            <a:rect b="b" l="l" r="r" t="t"/>
            <a:pathLst>
              <a:path extrusionOk="0" h="12240" w="21705">
                <a:moveTo>
                  <a:pt x="17544" y="4258"/>
                </a:moveTo>
                <a:lnTo>
                  <a:pt x="17811" y="4307"/>
                </a:lnTo>
                <a:lnTo>
                  <a:pt x="18055" y="4356"/>
                </a:lnTo>
                <a:lnTo>
                  <a:pt x="17957" y="4575"/>
                </a:lnTo>
                <a:lnTo>
                  <a:pt x="17860" y="4769"/>
                </a:lnTo>
                <a:lnTo>
                  <a:pt x="17714" y="5207"/>
                </a:lnTo>
                <a:lnTo>
                  <a:pt x="17617" y="5669"/>
                </a:lnTo>
                <a:lnTo>
                  <a:pt x="17495" y="6083"/>
                </a:lnTo>
                <a:lnTo>
                  <a:pt x="17373" y="6618"/>
                </a:lnTo>
                <a:lnTo>
                  <a:pt x="17276" y="7129"/>
                </a:lnTo>
                <a:lnTo>
                  <a:pt x="17130" y="7129"/>
                </a:lnTo>
                <a:lnTo>
                  <a:pt x="16570" y="5840"/>
                </a:lnTo>
                <a:lnTo>
                  <a:pt x="16011" y="4526"/>
                </a:lnTo>
                <a:lnTo>
                  <a:pt x="16278" y="4429"/>
                </a:lnTo>
                <a:lnTo>
                  <a:pt x="16522" y="4331"/>
                </a:lnTo>
                <a:lnTo>
                  <a:pt x="16789" y="4283"/>
                </a:lnTo>
                <a:lnTo>
                  <a:pt x="17033" y="4258"/>
                </a:lnTo>
                <a:close/>
                <a:moveTo>
                  <a:pt x="15451" y="4599"/>
                </a:moveTo>
                <a:lnTo>
                  <a:pt x="15962" y="5888"/>
                </a:lnTo>
                <a:lnTo>
                  <a:pt x="16497" y="7178"/>
                </a:lnTo>
                <a:lnTo>
                  <a:pt x="16205" y="6935"/>
                </a:lnTo>
                <a:lnTo>
                  <a:pt x="15938" y="6691"/>
                </a:lnTo>
                <a:lnTo>
                  <a:pt x="15597" y="6326"/>
                </a:lnTo>
                <a:lnTo>
                  <a:pt x="15281" y="5937"/>
                </a:lnTo>
                <a:lnTo>
                  <a:pt x="14940" y="5548"/>
                </a:lnTo>
                <a:lnTo>
                  <a:pt x="14745" y="5402"/>
                </a:lnTo>
                <a:lnTo>
                  <a:pt x="14551" y="5256"/>
                </a:lnTo>
                <a:lnTo>
                  <a:pt x="14770" y="5061"/>
                </a:lnTo>
                <a:lnTo>
                  <a:pt x="14989" y="4891"/>
                </a:lnTo>
                <a:lnTo>
                  <a:pt x="15208" y="4745"/>
                </a:lnTo>
                <a:lnTo>
                  <a:pt x="15451" y="4599"/>
                </a:lnTo>
                <a:close/>
                <a:moveTo>
                  <a:pt x="5012" y="4307"/>
                </a:moveTo>
                <a:lnTo>
                  <a:pt x="5353" y="4404"/>
                </a:lnTo>
                <a:lnTo>
                  <a:pt x="5669" y="4526"/>
                </a:lnTo>
                <a:lnTo>
                  <a:pt x="5986" y="4696"/>
                </a:lnTo>
                <a:lnTo>
                  <a:pt x="6302" y="4866"/>
                </a:lnTo>
                <a:lnTo>
                  <a:pt x="6059" y="5183"/>
                </a:lnTo>
                <a:lnTo>
                  <a:pt x="5304" y="6180"/>
                </a:lnTo>
                <a:lnTo>
                  <a:pt x="4550" y="7202"/>
                </a:lnTo>
                <a:lnTo>
                  <a:pt x="4501" y="7129"/>
                </a:lnTo>
                <a:lnTo>
                  <a:pt x="4453" y="7081"/>
                </a:lnTo>
                <a:lnTo>
                  <a:pt x="4599" y="6156"/>
                </a:lnTo>
                <a:lnTo>
                  <a:pt x="4793" y="5231"/>
                </a:lnTo>
                <a:lnTo>
                  <a:pt x="5012" y="4307"/>
                </a:lnTo>
                <a:close/>
                <a:moveTo>
                  <a:pt x="4234" y="4210"/>
                </a:moveTo>
                <a:lnTo>
                  <a:pt x="4720" y="4258"/>
                </a:lnTo>
                <a:lnTo>
                  <a:pt x="4477" y="5158"/>
                </a:lnTo>
                <a:lnTo>
                  <a:pt x="4282" y="6083"/>
                </a:lnTo>
                <a:lnTo>
                  <a:pt x="4185" y="6545"/>
                </a:lnTo>
                <a:lnTo>
                  <a:pt x="4112" y="7008"/>
                </a:lnTo>
                <a:lnTo>
                  <a:pt x="4088" y="7008"/>
                </a:lnTo>
                <a:lnTo>
                  <a:pt x="3991" y="6618"/>
                </a:lnTo>
                <a:lnTo>
                  <a:pt x="3869" y="6253"/>
                </a:lnTo>
                <a:lnTo>
                  <a:pt x="3747" y="5767"/>
                </a:lnTo>
                <a:lnTo>
                  <a:pt x="3577" y="5304"/>
                </a:lnTo>
                <a:lnTo>
                  <a:pt x="3358" y="4842"/>
                </a:lnTo>
                <a:lnTo>
                  <a:pt x="3139" y="4404"/>
                </a:lnTo>
                <a:lnTo>
                  <a:pt x="3090" y="4380"/>
                </a:lnTo>
                <a:lnTo>
                  <a:pt x="3066" y="4356"/>
                </a:lnTo>
                <a:lnTo>
                  <a:pt x="2993" y="4380"/>
                </a:lnTo>
                <a:lnTo>
                  <a:pt x="2944" y="4429"/>
                </a:lnTo>
                <a:lnTo>
                  <a:pt x="2920" y="4453"/>
                </a:lnTo>
                <a:lnTo>
                  <a:pt x="2920" y="4502"/>
                </a:lnTo>
                <a:lnTo>
                  <a:pt x="3261" y="5329"/>
                </a:lnTo>
                <a:lnTo>
                  <a:pt x="3407" y="5742"/>
                </a:lnTo>
                <a:lnTo>
                  <a:pt x="3553" y="6156"/>
                </a:lnTo>
                <a:lnTo>
                  <a:pt x="3674" y="6594"/>
                </a:lnTo>
                <a:lnTo>
                  <a:pt x="3796" y="7081"/>
                </a:lnTo>
                <a:lnTo>
                  <a:pt x="3601" y="7202"/>
                </a:lnTo>
                <a:lnTo>
                  <a:pt x="3431" y="7373"/>
                </a:lnTo>
                <a:lnTo>
                  <a:pt x="2944" y="7056"/>
                </a:lnTo>
                <a:lnTo>
                  <a:pt x="2701" y="6886"/>
                </a:lnTo>
                <a:lnTo>
                  <a:pt x="2482" y="6691"/>
                </a:lnTo>
                <a:lnTo>
                  <a:pt x="2190" y="6399"/>
                </a:lnTo>
                <a:lnTo>
                  <a:pt x="1922" y="6083"/>
                </a:lnTo>
                <a:lnTo>
                  <a:pt x="1630" y="5791"/>
                </a:lnTo>
                <a:lnTo>
                  <a:pt x="1484" y="5645"/>
                </a:lnTo>
                <a:lnTo>
                  <a:pt x="1314" y="5523"/>
                </a:lnTo>
                <a:lnTo>
                  <a:pt x="1484" y="5329"/>
                </a:lnTo>
                <a:lnTo>
                  <a:pt x="1655" y="5158"/>
                </a:lnTo>
                <a:lnTo>
                  <a:pt x="1849" y="4988"/>
                </a:lnTo>
                <a:lnTo>
                  <a:pt x="2044" y="4842"/>
                </a:lnTo>
                <a:lnTo>
                  <a:pt x="2239" y="4721"/>
                </a:lnTo>
                <a:lnTo>
                  <a:pt x="2433" y="4599"/>
                </a:lnTo>
                <a:lnTo>
                  <a:pt x="2652" y="4502"/>
                </a:lnTo>
                <a:lnTo>
                  <a:pt x="2871" y="4404"/>
                </a:lnTo>
                <a:lnTo>
                  <a:pt x="3090" y="4331"/>
                </a:lnTo>
                <a:lnTo>
                  <a:pt x="3309" y="4283"/>
                </a:lnTo>
                <a:lnTo>
                  <a:pt x="3553" y="4234"/>
                </a:lnTo>
                <a:lnTo>
                  <a:pt x="3772" y="4210"/>
                </a:lnTo>
                <a:close/>
                <a:moveTo>
                  <a:pt x="18152" y="4404"/>
                </a:moveTo>
                <a:lnTo>
                  <a:pt x="18395" y="4477"/>
                </a:lnTo>
                <a:lnTo>
                  <a:pt x="18639" y="4575"/>
                </a:lnTo>
                <a:lnTo>
                  <a:pt x="18858" y="4672"/>
                </a:lnTo>
                <a:lnTo>
                  <a:pt x="19077" y="4793"/>
                </a:lnTo>
                <a:lnTo>
                  <a:pt x="19515" y="5085"/>
                </a:lnTo>
                <a:lnTo>
                  <a:pt x="19904" y="5426"/>
                </a:lnTo>
                <a:lnTo>
                  <a:pt x="19588" y="5742"/>
                </a:lnTo>
                <a:lnTo>
                  <a:pt x="19247" y="6083"/>
                </a:lnTo>
                <a:lnTo>
                  <a:pt x="18931" y="6424"/>
                </a:lnTo>
                <a:lnTo>
                  <a:pt x="18614" y="6740"/>
                </a:lnTo>
                <a:lnTo>
                  <a:pt x="18201" y="7081"/>
                </a:lnTo>
                <a:lnTo>
                  <a:pt x="17787" y="7421"/>
                </a:lnTo>
                <a:lnTo>
                  <a:pt x="17665" y="7275"/>
                </a:lnTo>
                <a:lnTo>
                  <a:pt x="17495" y="7178"/>
                </a:lnTo>
                <a:lnTo>
                  <a:pt x="17592" y="6667"/>
                </a:lnTo>
                <a:lnTo>
                  <a:pt x="17690" y="6156"/>
                </a:lnTo>
                <a:lnTo>
                  <a:pt x="17811" y="5718"/>
                </a:lnTo>
                <a:lnTo>
                  <a:pt x="17933" y="5280"/>
                </a:lnTo>
                <a:lnTo>
                  <a:pt x="18055" y="4842"/>
                </a:lnTo>
                <a:lnTo>
                  <a:pt x="18152" y="4404"/>
                </a:lnTo>
                <a:close/>
                <a:moveTo>
                  <a:pt x="6691" y="5183"/>
                </a:moveTo>
                <a:lnTo>
                  <a:pt x="7056" y="5645"/>
                </a:lnTo>
                <a:lnTo>
                  <a:pt x="7227" y="5888"/>
                </a:lnTo>
                <a:lnTo>
                  <a:pt x="7373" y="6132"/>
                </a:lnTo>
                <a:lnTo>
                  <a:pt x="7227" y="6205"/>
                </a:lnTo>
                <a:lnTo>
                  <a:pt x="7056" y="6302"/>
                </a:lnTo>
                <a:lnTo>
                  <a:pt x="6764" y="6521"/>
                </a:lnTo>
                <a:lnTo>
                  <a:pt x="6326" y="6789"/>
                </a:lnTo>
                <a:lnTo>
                  <a:pt x="5864" y="7081"/>
                </a:lnTo>
                <a:lnTo>
                  <a:pt x="5621" y="7202"/>
                </a:lnTo>
                <a:lnTo>
                  <a:pt x="5377" y="7324"/>
                </a:lnTo>
                <a:lnTo>
                  <a:pt x="4891" y="7567"/>
                </a:lnTo>
                <a:lnTo>
                  <a:pt x="5645" y="6570"/>
                </a:lnTo>
                <a:lnTo>
                  <a:pt x="6375" y="5596"/>
                </a:lnTo>
                <a:lnTo>
                  <a:pt x="6691" y="5183"/>
                </a:lnTo>
                <a:close/>
                <a:moveTo>
                  <a:pt x="14526" y="5280"/>
                </a:moveTo>
                <a:lnTo>
                  <a:pt x="14599" y="5499"/>
                </a:lnTo>
                <a:lnTo>
                  <a:pt x="14721" y="5718"/>
                </a:lnTo>
                <a:lnTo>
                  <a:pt x="14867" y="5937"/>
                </a:lnTo>
                <a:lnTo>
                  <a:pt x="15037" y="6132"/>
                </a:lnTo>
                <a:lnTo>
                  <a:pt x="15402" y="6521"/>
                </a:lnTo>
                <a:lnTo>
                  <a:pt x="15743" y="6862"/>
                </a:lnTo>
                <a:lnTo>
                  <a:pt x="16084" y="7178"/>
                </a:lnTo>
                <a:lnTo>
                  <a:pt x="16424" y="7494"/>
                </a:lnTo>
                <a:lnTo>
                  <a:pt x="16327" y="7689"/>
                </a:lnTo>
                <a:lnTo>
                  <a:pt x="15719" y="7494"/>
                </a:lnTo>
                <a:lnTo>
                  <a:pt x="15402" y="7373"/>
                </a:lnTo>
                <a:lnTo>
                  <a:pt x="15110" y="7251"/>
                </a:lnTo>
                <a:lnTo>
                  <a:pt x="14745" y="7081"/>
                </a:lnTo>
                <a:lnTo>
                  <a:pt x="14380" y="6862"/>
                </a:lnTo>
                <a:lnTo>
                  <a:pt x="14015" y="6667"/>
                </a:lnTo>
                <a:lnTo>
                  <a:pt x="13821" y="6594"/>
                </a:lnTo>
                <a:lnTo>
                  <a:pt x="13626" y="6545"/>
                </a:lnTo>
                <a:lnTo>
                  <a:pt x="13796" y="6205"/>
                </a:lnTo>
                <a:lnTo>
                  <a:pt x="14015" y="5864"/>
                </a:lnTo>
                <a:lnTo>
                  <a:pt x="14259" y="5572"/>
                </a:lnTo>
                <a:lnTo>
                  <a:pt x="14526" y="5280"/>
                </a:lnTo>
                <a:close/>
                <a:moveTo>
                  <a:pt x="8395" y="3163"/>
                </a:moveTo>
                <a:lnTo>
                  <a:pt x="8735" y="3188"/>
                </a:lnTo>
                <a:lnTo>
                  <a:pt x="11461" y="3188"/>
                </a:lnTo>
                <a:lnTo>
                  <a:pt x="14332" y="3212"/>
                </a:lnTo>
                <a:lnTo>
                  <a:pt x="13407" y="4404"/>
                </a:lnTo>
                <a:lnTo>
                  <a:pt x="12434" y="5572"/>
                </a:lnTo>
                <a:lnTo>
                  <a:pt x="11363" y="6813"/>
                </a:lnTo>
                <a:lnTo>
                  <a:pt x="10925" y="7300"/>
                </a:lnTo>
                <a:lnTo>
                  <a:pt x="10706" y="7519"/>
                </a:lnTo>
                <a:lnTo>
                  <a:pt x="10512" y="7786"/>
                </a:lnTo>
                <a:lnTo>
                  <a:pt x="10098" y="6935"/>
                </a:lnTo>
                <a:lnTo>
                  <a:pt x="9684" y="6083"/>
                </a:lnTo>
                <a:lnTo>
                  <a:pt x="8930" y="4356"/>
                </a:lnTo>
                <a:lnTo>
                  <a:pt x="8395" y="3163"/>
                </a:lnTo>
                <a:close/>
                <a:moveTo>
                  <a:pt x="20171" y="5669"/>
                </a:moveTo>
                <a:lnTo>
                  <a:pt x="20366" y="5913"/>
                </a:lnTo>
                <a:lnTo>
                  <a:pt x="20561" y="6156"/>
                </a:lnTo>
                <a:lnTo>
                  <a:pt x="20755" y="6424"/>
                </a:lnTo>
                <a:lnTo>
                  <a:pt x="20901" y="6691"/>
                </a:lnTo>
                <a:lnTo>
                  <a:pt x="20999" y="6886"/>
                </a:lnTo>
                <a:lnTo>
                  <a:pt x="21096" y="7105"/>
                </a:lnTo>
                <a:lnTo>
                  <a:pt x="20658" y="7178"/>
                </a:lnTo>
                <a:lnTo>
                  <a:pt x="20244" y="7275"/>
                </a:lnTo>
                <a:lnTo>
                  <a:pt x="19393" y="7494"/>
                </a:lnTo>
                <a:lnTo>
                  <a:pt x="18687" y="7665"/>
                </a:lnTo>
                <a:lnTo>
                  <a:pt x="17982" y="7835"/>
                </a:lnTo>
                <a:lnTo>
                  <a:pt x="17957" y="7762"/>
                </a:lnTo>
                <a:lnTo>
                  <a:pt x="18420" y="7373"/>
                </a:lnTo>
                <a:lnTo>
                  <a:pt x="18858" y="6983"/>
                </a:lnTo>
                <a:lnTo>
                  <a:pt x="19198" y="6691"/>
                </a:lnTo>
                <a:lnTo>
                  <a:pt x="19539" y="6375"/>
                </a:lnTo>
                <a:lnTo>
                  <a:pt x="19880" y="6034"/>
                </a:lnTo>
                <a:lnTo>
                  <a:pt x="20171" y="5669"/>
                </a:lnTo>
                <a:close/>
                <a:moveTo>
                  <a:pt x="3942" y="7543"/>
                </a:moveTo>
                <a:lnTo>
                  <a:pt x="4015" y="7689"/>
                </a:lnTo>
                <a:lnTo>
                  <a:pt x="4088" y="7835"/>
                </a:lnTo>
                <a:lnTo>
                  <a:pt x="4088" y="7859"/>
                </a:lnTo>
                <a:lnTo>
                  <a:pt x="3820" y="7640"/>
                </a:lnTo>
                <a:lnTo>
                  <a:pt x="3942" y="7543"/>
                </a:lnTo>
                <a:close/>
                <a:moveTo>
                  <a:pt x="16741" y="7762"/>
                </a:moveTo>
                <a:lnTo>
                  <a:pt x="16765" y="7786"/>
                </a:lnTo>
                <a:lnTo>
                  <a:pt x="16814" y="7884"/>
                </a:lnTo>
                <a:lnTo>
                  <a:pt x="16692" y="7835"/>
                </a:lnTo>
                <a:lnTo>
                  <a:pt x="16741" y="7762"/>
                </a:lnTo>
                <a:close/>
                <a:moveTo>
                  <a:pt x="7957" y="3504"/>
                </a:moveTo>
                <a:lnTo>
                  <a:pt x="8297" y="4283"/>
                </a:lnTo>
                <a:lnTo>
                  <a:pt x="8711" y="5183"/>
                </a:lnTo>
                <a:lnTo>
                  <a:pt x="9125" y="6083"/>
                </a:lnTo>
                <a:lnTo>
                  <a:pt x="10001" y="7859"/>
                </a:lnTo>
                <a:lnTo>
                  <a:pt x="8443" y="7908"/>
                </a:lnTo>
                <a:lnTo>
                  <a:pt x="8443" y="7446"/>
                </a:lnTo>
                <a:lnTo>
                  <a:pt x="8395" y="6983"/>
                </a:lnTo>
                <a:lnTo>
                  <a:pt x="8297" y="6545"/>
                </a:lnTo>
                <a:lnTo>
                  <a:pt x="8151" y="6107"/>
                </a:lnTo>
                <a:lnTo>
                  <a:pt x="8054" y="5913"/>
                </a:lnTo>
                <a:lnTo>
                  <a:pt x="7957" y="5718"/>
                </a:lnTo>
                <a:lnTo>
                  <a:pt x="7835" y="5523"/>
                </a:lnTo>
                <a:lnTo>
                  <a:pt x="7689" y="5329"/>
                </a:lnTo>
                <a:lnTo>
                  <a:pt x="7567" y="5158"/>
                </a:lnTo>
                <a:lnTo>
                  <a:pt x="7397" y="5012"/>
                </a:lnTo>
                <a:lnTo>
                  <a:pt x="7227" y="4866"/>
                </a:lnTo>
                <a:lnTo>
                  <a:pt x="7056" y="4721"/>
                </a:lnTo>
                <a:lnTo>
                  <a:pt x="7324" y="4356"/>
                </a:lnTo>
                <a:lnTo>
                  <a:pt x="7665" y="3942"/>
                </a:lnTo>
                <a:lnTo>
                  <a:pt x="7835" y="3747"/>
                </a:lnTo>
                <a:lnTo>
                  <a:pt x="7957" y="3504"/>
                </a:lnTo>
                <a:close/>
                <a:moveTo>
                  <a:pt x="3699" y="7811"/>
                </a:moveTo>
                <a:lnTo>
                  <a:pt x="4063" y="7932"/>
                </a:lnTo>
                <a:lnTo>
                  <a:pt x="4063" y="7957"/>
                </a:lnTo>
                <a:lnTo>
                  <a:pt x="3869" y="7908"/>
                </a:lnTo>
                <a:lnTo>
                  <a:pt x="3650" y="7884"/>
                </a:lnTo>
                <a:lnTo>
                  <a:pt x="3699" y="7811"/>
                </a:lnTo>
                <a:close/>
                <a:moveTo>
                  <a:pt x="7543" y="6424"/>
                </a:moveTo>
                <a:lnTo>
                  <a:pt x="7640" y="6643"/>
                </a:lnTo>
                <a:lnTo>
                  <a:pt x="7713" y="6862"/>
                </a:lnTo>
                <a:lnTo>
                  <a:pt x="7786" y="7129"/>
                </a:lnTo>
                <a:lnTo>
                  <a:pt x="7835" y="7397"/>
                </a:lnTo>
                <a:lnTo>
                  <a:pt x="7884" y="7932"/>
                </a:lnTo>
                <a:lnTo>
                  <a:pt x="7300" y="7932"/>
                </a:lnTo>
                <a:lnTo>
                  <a:pt x="5742" y="7957"/>
                </a:lnTo>
                <a:lnTo>
                  <a:pt x="4988" y="7932"/>
                </a:lnTo>
                <a:lnTo>
                  <a:pt x="4988" y="7884"/>
                </a:lnTo>
                <a:lnTo>
                  <a:pt x="5256" y="7762"/>
                </a:lnTo>
                <a:lnTo>
                  <a:pt x="5523" y="7616"/>
                </a:lnTo>
                <a:lnTo>
                  <a:pt x="6034" y="7348"/>
                </a:lnTo>
                <a:lnTo>
                  <a:pt x="6399" y="7178"/>
                </a:lnTo>
                <a:lnTo>
                  <a:pt x="6813" y="6959"/>
                </a:lnTo>
                <a:lnTo>
                  <a:pt x="7202" y="6716"/>
                </a:lnTo>
                <a:lnTo>
                  <a:pt x="7373" y="6570"/>
                </a:lnTo>
                <a:lnTo>
                  <a:pt x="7543" y="6424"/>
                </a:lnTo>
                <a:close/>
                <a:moveTo>
                  <a:pt x="3845" y="8127"/>
                </a:moveTo>
                <a:lnTo>
                  <a:pt x="3674" y="8224"/>
                </a:lnTo>
                <a:lnTo>
                  <a:pt x="3650" y="8200"/>
                </a:lnTo>
                <a:lnTo>
                  <a:pt x="3845" y="8127"/>
                </a:lnTo>
                <a:close/>
                <a:moveTo>
                  <a:pt x="1144" y="5767"/>
                </a:moveTo>
                <a:lnTo>
                  <a:pt x="1338" y="5913"/>
                </a:lnTo>
                <a:lnTo>
                  <a:pt x="1509" y="6059"/>
                </a:lnTo>
                <a:lnTo>
                  <a:pt x="1849" y="6424"/>
                </a:lnTo>
                <a:lnTo>
                  <a:pt x="2166" y="6764"/>
                </a:lnTo>
                <a:lnTo>
                  <a:pt x="2336" y="6935"/>
                </a:lnTo>
                <a:lnTo>
                  <a:pt x="2506" y="7105"/>
                </a:lnTo>
                <a:lnTo>
                  <a:pt x="2871" y="7373"/>
                </a:lnTo>
                <a:lnTo>
                  <a:pt x="3261" y="7616"/>
                </a:lnTo>
                <a:lnTo>
                  <a:pt x="3188" y="7786"/>
                </a:lnTo>
                <a:lnTo>
                  <a:pt x="3163" y="7932"/>
                </a:lnTo>
                <a:lnTo>
                  <a:pt x="2725" y="8030"/>
                </a:lnTo>
                <a:lnTo>
                  <a:pt x="2312" y="8103"/>
                </a:lnTo>
                <a:lnTo>
                  <a:pt x="1411" y="8224"/>
                </a:lnTo>
                <a:lnTo>
                  <a:pt x="973" y="8273"/>
                </a:lnTo>
                <a:lnTo>
                  <a:pt x="535" y="8370"/>
                </a:lnTo>
                <a:lnTo>
                  <a:pt x="511" y="8030"/>
                </a:lnTo>
                <a:lnTo>
                  <a:pt x="535" y="7665"/>
                </a:lnTo>
                <a:lnTo>
                  <a:pt x="560" y="7324"/>
                </a:lnTo>
                <a:lnTo>
                  <a:pt x="633" y="7008"/>
                </a:lnTo>
                <a:lnTo>
                  <a:pt x="730" y="6667"/>
                </a:lnTo>
                <a:lnTo>
                  <a:pt x="852" y="6351"/>
                </a:lnTo>
                <a:lnTo>
                  <a:pt x="973" y="6034"/>
                </a:lnTo>
                <a:lnTo>
                  <a:pt x="1144" y="5767"/>
                </a:lnTo>
                <a:close/>
                <a:moveTo>
                  <a:pt x="4477" y="8273"/>
                </a:moveTo>
                <a:lnTo>
                  <a:pt x="4526" y="8322"/>
                </a:lnTo>
                <a:lnTo>
                  <a:pt x="4501" y="8370"/>
                </a:lnTo>
                <a:lnTo>
                  <a:pt x="4453" y="8273"/>
                </a:lnTo>
                <a:close/>
                <a:moveTo>
                  <a:pt x="3942" y="8176"/>
                </a:moveTo>
                <a:lnTo>
                  <a:pt x="3820" y="8395"/>
                </a:lnTo>
                <a:lnTo>
                  <a:pt x="3747" y="8346"/>
                </a:lnTo>
                <a:lnTo>
                  <a:pt x="3942" y="8176"/>
                </a:lnTo>
                <a:close/>
                <a:moveTo>
                  <a:pt x="4112" y="8151"/>
                </a:moveTo>
                <a:lnTo>
                  <a:pt x="4136" y="8176"/>
                </a:lnTo>
                <a:lnTo>
                  <a:pt x="4063" y="8492"/>
                </a:lnTo>
                <a:lnTo>
                  <a:pt x="4039" y="8492"/>
                </a:lnTo>
                <a:lnTo>
                  <a:pt x="4112" y="8151"/>
                </a:lnTo>
                <a:close/>
                <a:moveTo>
                  <a:pt x="4234" y="8224"/>
                </a:moveTo>
                <a:lnTo>
                  <a:pt x="4380" y="8249"/>
                </a:lnTo>
                <a:lnTo>
                  <a:pt x="4428" y="8443"/>
                </a:lnTo>
                <a:lnTo>
                  <a:pt x="4355" y="8468"/>
                </a:lnTo>
                <a:lnTo>
                  <a:pt x="4282" y="8492"/>
                </a:lnTo>
                <a:lnTo>
                  <a:pt x="4234" y="8224"/>
                </a:lnTo>
                <a:close/>
                <a:moveTo>
                  <a:pt x="17349" y="8370"/>
                </a:moveTo>
                <a:lnTo>
                  <a:pt x="17422" y="8395"/>
                </a:lnTo>
                <a:lnTo>
                  <a:pt x="17446" y="8443"/>
                </a:lnTo>
                <a:lnTo>
                  <a:pt x="17373" y="8492"/>
                </a:lnTo>
                <a:lnTo>
                  <a:pt x="17349" y="8370"/>
                </a:lnTo>
                <a:close/>
                <a:moveTo>
                  <a:pt x="16984" y="8273"/>
                </a:moveTo>
                <a:lnTo>
                  <a:pt x="17008" y="8322"/>
                </a:lnTo>
                <a:lnTo>
                  <a:pt x="16887" y="8516"/>
                </a:lnTo>
                <a:lnTo>
                  <a:pt x="16789" y="8443"/>
                </a:lnTo>
                <a:lnTo>
                  <a:pt x="16984" y="8273"/>
                </a:lnTo>
                <a:close/>
                <a:moveTo>
                  <a:pt x="13577" y="6667"/>
                </a:moveTo>
                <a:lnTo>
                  <a:pt x="13699" y="6813"/>
                </a:lnTo>
                <a:lnTo>
                  <a:pt x="13845" y="6935"/>
                </a:lnTo>
                <a:lnTo>
                  <a:pt x="14015" y="7056"/>
                </a:lnTo>
                <a:lnTo>
                  <a:pt x="14210" y="7178"/>
                </a:lnTo>
                <a:lnTo>
                  <a:pt x="14599" y="7348"/>
                </a:lnTo>
                <a:lnTo>
                  <a:pt x="14964" y="7519"/>
                </a:lnTo>
                <a:lnTo>
                  <a:pt x="15597" y="7786"/>
                </a:lnTo>
                <a:lnTo>
                  <a:pt x="15913" y="7932"/>
                </a:lnTo>
                <a:lnTo>
                  <a:pt x="16254" y="8030"/>
                </a:lnTo>
                <a:lnTo>
                  <a:pt x="16254" y="8054"/>
                </a:lnTo>
                <a:lnTo>
                  <a:pt x="15816" y="8151"/>
                </a:lnTo>
                <a:lnTo>
                  <a:pt x="15402" y="8224"/>
                </a:lnTo>
                <a:lnTo>
                  <a:pt x="14891" y="8297"/>
                </a:lnTo>
                <a:lnTo>
                  <a:pt x="14356" y="8346"/>
                </a:lnTo>
                <a:lnTo>
                  <a:pt x="13845" y="8419"/>
                </a:lnTo>
                <a:lnTo>
                  <a:pt x="13602" y="8468"/>
                </a:lnTo>
                <a:lnTo>
                  <a:pt x="13334" y="8541"/>
                </a:lnTo>
                <a:lnTo>
                  <a:pt x="13310" y="8297"/>
                </a:lnTo>
                <a:lnTo>
                  <a:pt x="13310" y="8054"/>
                </a:lnTo>
                <a:lnTo>
                  <a:pt x="13310" y="7811"/>
                </a:lnTo>
                <a:lnTo>
                  <a:pt x="13334" y="7567"/>
                </a:lnTo>
                <a:lnTo>
                  <a:pt x="13358" y="7348"/>
                </a:lnTo>
                <a:lnTo>
                  <a:pt x="13407" y="7105"/>
                </a:lnTo>
                <a:lnTo>
                  <a:pt x="13480" y="6886"/>
                </a:lnTo>
                <a:lnTo>
                  <a:pt x="13577" y="6667"/>
                </a:lnTo>
                <a:close/>
                <a:moveTo>
                  <a:pt x="21169" y="7324"/>
                </a:moveTo>
                <a:lnTo>
                  <a:pt x="21193" y="7543"/>
                </a:lnTo>
                <a:lnTo>
                  <a:pt x="21218" y="7762"/>
                </a:lnTo>
                <a:lnTo>
                  <a:pt x="21218" y="7981"/>
                </a:lnTo>
                <a:lnTo>
                  <a:pt x="21218" y="8200"/>
                </a:lnTo>
                <a:lnTo>
                  <a:pt x="21169" y="8419"/>
                </a:lnTo>
                <a:lnTo>
                  <a:pt x="21120" y="8638"/>
                </a:lnTo>
                <a:lnTo>
                  <a:pt x="21072" y="8857"/>
                </a:lnTo>
                <a:lnTo>
                  <a:pt x="20974" y="9052"/>
                </a:lnTo>
                <a:lnTo>
                  <a:pt x="20828" y="8979"/>
                </a:lnTo>
                <a:lnTo>
                  <a:pt x="20682" y="8906"/>
                </a:lnTo>
                <a:lnTo>
                  <a:pt x="20317" y="8833"/>
                </a:lnTo>
                <a:lnTo>
                  <a:pt x="19223" y="8565"/>
                </a:lnTo>
                <a:lnTo>
                  <a:pt x="18614" y="8395"/>
                </a:lnTo>
                <a:lnTo>
                  <a:pt x="17982" y="8224"/>
                </a:lnTo>
                <a:lnTo>
                  <a:pt x="17982" y="8103"/>
                </a:lnTo>
                <a:lnTo>
                  <a:pt x="19077" y="7835"/>
                </a:lnTo>
                <a:lnTo>
                  <a:pt x="20123" y="7616"/>
                </a:lnTo>
                <a:lnTo>
                  <a:pt x="20658" y="7494"/>
                </a:lnTo>
                <a:lnTo>
                  <a:pt x="21169" y="7324"/>
                </a:lnTo>
                <a:close/>
                <a:moveTo>
                  <a:pt x="16303" y="8419"/>
                </a:moveTo>
                <a:lnTo>
                  <a:pt x="15962" y="8662"/>
                </a:lnTo>
                <a:lnTo>
                  <a:pt x="15670" y="8906"/>
                </a:lnTo>
                <a:lnTo>
                  <a:pt x="14794" y="9465"/>
                </a:lnTo>
                <a:lnTo>
                  <a:pt x="13942" y="10049"/>
                </a:lnTo>
                <a:lnTo>
                  <a:pt x="13723" y="9684"/>
                </a:lnTo>
                <a:lnTo>
                  <a:pt x="13529" y="9271"/>
                </a:lnTo>
                <a:lnTo>
                  <a:pt x="13456" y="9003"/>
                </a:lnTo>
                <a:lnTo>
                  <a:pt x="13383" y="8735"/>
                </a:lnTo>
                <a:lnTo>
                  <a:pt x="13626" y="8760"/>
                </a:lnTo>
                <a:lnTo>
                  <a:pt x="13869" y="8760"/>
                </a:lnTo>
                <a:lnTo>
                  <a:pt x="14356" y="8711"/>
                </a:lnTo>
                <a:lnTo>
                  <a:pt x="14843" y="8638"/>
                </a:lnTo>
                <a:lnTo>
                  <a:pt x="15305" y="8565"/>
                </a:lnTo>
                <a:lnTo>
                  <a:pt x="16303" y="8419"/>
                </a:lnTo>
                <a:close/>
                <a:moveTo>
                  <a:pt x="4988" y="8370"/>
                </a:moveTo>
                <a:lnTo>
                  <a:pt x="5499" y="8395"/>
                </a:lnTo>
                <a:lnTo>
                  <a:pt x="6034" y="8419"/>
                </a:lnTo>
                <a:lnTo>
                  <a:pt x="7105" y="8395"/>
                </a:lnTo>
                <a:lnTo>
                  <a:pt x="7932" y="8395"/>
                </a:lnTo>
                <a:lnTo>
                  <a:pt x="7957" y="8589"/>
                </a:lnTo>
                <a:lnTo>
                  <a:pt x="7859" y="8930"/>
                </a:lnTo>
                <a:lnTo>
                  <a:pt x="7713" y="9246"/>
                </a:lnTo>
                <a:lnTo>
                  <a:pt x="7567" y="9563"/>
                </a:lnTo>
                <a:lnTo>
                  <a:pt x="7421" y="9855"/>
                </a:lnTo>
                <a:lnTo>
                  <a:pt x="7300" y="10074"/>
                </a:lnTo>
                <a:lnTo>
                  <a:pt x="7154" y="10268"/>
                </a:lnTo>
                <a:lnTo>
                  <a:pt x="7032" y="10122"/>
                </a:lnTo>
                <a:lnTo>
                  <a:pt x="6886" y="10001"/>
                </a:lnTo>
                <a:lnTo>
                  <a:pt x="6570" y="9757"/>
                </a:lnTo>
                <a:lnTo>
                  <a:pt x="5961" y="9319"/>
                </a:lnTo>
                <a:lnTo>
                  <a:pt x="4915" y="8541"/>
                </a:lnTo>
                <a:lnTo>
                  <a:pt x="4988" y="8370"/>
                </a:lnTo>
                <a:close/>
                <a:moveTo>
                  <a:pt x="3212" y="8297"/>
                </a:moveTo>
                <a:lnTo>
                  <a:pt x="3236" y="8395"/>
                </a:lnTo>
                <a:lnTo>
                  <a:pt x="3309" y="8516"/>
                </a:lnTo>
                <a:lnTo>
                  <a:pt x="2677" y="9003"/>
                </a:lnTo>
                <a:lnTo>
                  <a:pt x="1922" y="9611"/>
                </a:lnTo>
                <a:lnTo>
                  <a:pt x="1557" y="9952"/>
                </a:lnTo>
                <a:lnTo>
                  <a:pt x="1192" y="10317"/>
                </a:lnTo>
                <a:lnTo>
                  <a:pt x="973" y="9952"/>
                </a:lnTo>
                <a:lnTo>
                  <a:pt x="803" y="9538"/>
                </a:lnTo>
                <a:lnTo>
                  <a:pt x="657" y="9125"/>
                </a:lnTo>
                <a:lnTo>
                  <a:pt x="560" y="8687"/>
                </a:lnTo>
                <a:lnTo>
                  <a:pt x="973" y="8638"/>
                </a:lnTo>
                <a:lnTo>
                  <a:pt x="1387" y="8565"/>
                </a:lnTo>
                <a:lnTo>
                  <a:pt x="2190" y="8419"/>
                </a:lnTo>
                <a:lnTo>
                  <a:pt x="2677" y="8346"/>
                </a:lnTo>
                <a:lnTo>
                  <a:pt x="3212" y="8297"/>
                </a:lnTo>
                <a:close/>
                <a:moveTo>
                  <a:pt x="18006" y="8614"/>
                </a:moveTo>
                <a:lnTo>
                  <a:pt x="18590" y="8760"/>
                </a:lnTo>
                <a:lnTo>
                  <a:pt x="19125" y="8881"/>
                </a:lnTo>
                <a:lnTo>
                  <a:pt x="20220" y="9149"/>
                </a:lnTo>
                <a:lnTo>
                  <a:pt x="20585" y="9222"/>
                </a:lnTo>
                <a:lnTo>
                  <a:pt x="20731" y="9246"/>
                </a:lnTo>
                <a:lnTo>
                  <a:pt x="20901" y="9222"/>
                </a:lnTo>
                <a:lnTo>
                  <a:pt x="20682" y="9611"/>
                </a:lnTo>
                <a:lnTo>
                  <a:pt x="20439" y="9976"/>
                </a:lnTo>
                <a:lnTo>
                  <a:pt x="20123" y="10317"/>
                </a:lnTo>
                <a:lnTo>
                  <a:pt x="19807" y="10609"/>
                </a:lnTo>
                <a:lnTo>
                  <a:pt x="19320" y="10074"/>
                </a:lnTo>
                <a:lnTo>
                  <a:pt x="18809" y="9563"/>
                </a:lnTo>
                <a:lnTo>
                  <a:pt x="18079" y="8711"/>
                </a:lnTo>
                <a:lnTo>
                  <a:pt x="18006" y="8614"/>
                </a:lnTo>
                <a:close/>
                <a:moveTo>
                  <a:pt x="16449" y="8687"/>
                </a:moveTo>
                <a:lnTo>
                  <a:pt x="16570" y="8808"/>
                </a:lnTo>
                <a:lnTo>
                  <a:pt x="16692" y="8906"/>
                </a:lnTo>
                <a:lnTo>
                  <a:pt x="16546" y="9246"/>
                </a:lnTo>
                <a:lnTo>
                  <a:pt x="16400" y="9563"/>
                </a:lnTo>
                <a:lnTo>
                  <a:pt x="16157" y="10001"/>
                </a:lnTo>
                <a:lnTo>
                  <a:pt x="15865" y="10414"/>
                </a:lnTo>
                <a:lnTo>
                  <a:pt x="15597" y="10828"/>
                </a:lnTo>
                <a:lnTo>
                  <a:pt x="15354" y="11266"/>
                </a:lnTo>
                <a:lnTo>
                  <a:pt x="15329" y="11315"/>
                </a:lnTo>
                <a:lnTo>
                  <a:pt x="14989" y="11096"/>
                </a:lnTo>
                <a:lnTo>
                  <a:pt x="14648" y="10852"/>
                </a:lnTo>
                <a:lnTo>
                  <a:pt x="14332" y="10560"/>
                </a:lnTo>
                <a:lnTo>
                  <a:pt x="14064" y="10244"/>
                </a:lnTo>
                <a:lnTo>
                  <a:pt x="14916" y="9684"/>
                </a:lnTo>
                <a:lnTo>
                  <a:pt x="15767" y="9100"/>
                </a:lnTo>
                <a:lnTo>
                  <a:pt x="16108" y="8906"/>
                </a:lnTo>
                <a:lnTo>
                  <a:pt x="16449" y="8687"/>
                </a:lnTo>
                <a:close/>
                <a:moveTo>
                  <a:pt x="4842" y="8662"/>
                </a:moveTo>
                <a:lnTo>
                  <a:pt x="5329" y="9100"/>
                </a:lnTo>
                <a:lnTo>
                  <a:pt x="5791" y="9538"/>
                </a:lnTo>
                <a:lnTo>
                  <a:pt x="6375" y="10025"/>
                </a:lnTo>
                <a:lnTo>
                  <a:pt x="6691" y="10244"/>
                </a:lnTo>
                <a:lnTo>
                  <a:pt x="6862" y="10341"/>
                </a:lnTo>
                <a:lnTo>
                  <a:pt x="7032" y="10414"/>
                </a:lnTo>
                <a:lnTo>
                  <a:pt x="6886" y="10585"/>
                </a:lnTo>
                <a:lnTo>
                  <a:pt x="6716" y="10731"/>
                </a:lnTo>
                <a:lnTo>
                  <a:pt x="6375" y="10998"/>
                </a:lnTo>
                <a:lnTo>
                  <a:pt x="6010" y="11193"/>
                </a:lnTo>
                <a:lnTo>
                  <a:pt x="5621" y="11363"/>
                </a:lnTo>
                <a:lnTo>
                  <a:pt x="5450" y="10706"/>
                </a:lnTo>
                <a:lnTo>
                  <a:pt x="5231" y="10074"/>
                </a:lnTo>
                <a:lnTo>
                  <a:pt x="4964" y="9441"/>
                </a:lnTo>
                <a:lnTo>
                  <a:pt x="4696" y="8808"/>
                </a:lnTo>
                <a:lnTo>
                  <a:pt x="4720" y="8784"/>
                </a:lnTo>
                <a:lnTo>
                  <a:pt x="4842" y="8662"/>
                </a:lnTo>
                <a:close/>
                <a:moveTo>
                  <a:pt x="3382" y="8614"/>
                </a:moveTo>
                <a:lnTo>
                  <a:pt x="3480" y="8735"/>
                </a:lnTo>
                <a:lnTo>
                  <a:pt x="3626" y="8833"/>
                </a:lnTo>
                <a:lnTo>
                  <a:pt x="3334" y="9636"/>
                </a:lnTo>
                <a:lnTo>
                  <a:pt x="2993" y="10536"/>
                </a:lnTo>
                <a:lnTo>
                  <a:pt x="2871" y="11023"/>
                </a:lnTo>
                <a:lnTo>
                  <a:pt x="2823" y="11242"/>
                </a:lnTo>
                <a:lnTo>
                  <a:pt x="2798" y="11485"/>
                </a:lnTo>
                <a:lnTo>
                  <a:pt x="2531" y="11388"/>
                </a:lnTo>
                <a:lnTo>
                  <a:pt x="2263" y="11266"/>
                </a:lnTo>
                <a:lnTo>
                  <a:pt x="2020" y="11120"/>
                </a:lnTo>
                <a:lnTo>
                  <a:pt x="1776" y="10950"/>
                </a:lnTo>
                <a:lnTo>
                  <a:pt x="1509" y="10706"/>
                </a:lnTo>
                <a:lnTo>
                  <a:pt x="1265" y="10414"/>
                </a:lnTo>
                <a:lnTo>
                  <a:pt x="1606" y="10122"/>
                </a:lnTo>
                <a:lnTo>
                  <a:pt x="1971" y="9806"/>
                </a:lnTo>
                <a:lnTo>
                  <a:pt x="2652" y="9198"/>
                </a:lnTo>
                <a:lnTo>
                  <a:pt x="3017" y="8906"/>
                </a:lnTo>
                <a:lnTo>
                  <a:pt x="3382" y="8614"/>
                </a:lnTo>
                <a:close/>
                <a:moveTo>
                  <a:pt x="4574" y="8881"/>
                </a:moveTo>
                <a:lnTo>
                  <a:pt x="4939" y="10171"/>
                </a:lnTo>
                <a:lnTo>
                  <a:pt x="5280" y="11461"/>
                </a:lnTo>
                <a:lnTo>
                  <a:pt x="5012" y="11534"/>
                </a:lnTo>
                <a:lnTo>
                  <a:pt x="4623" y="11582"/>
                </a:lnTo>
                <a:lnTo>
                  <a:pt x="4234" y="11607"/>
                </a:lnTo>
                <a:lnTo>
                  <a:pt x="4234" y="11607"/>
                </a:lnTo>
                <a:lnTo>
                  <a:pt x="4258" y="11193"/>
                </a:lnTo>
                <a:lnTo>
                  <a:pt x="4258" y="10755"/>
                </a:lnTo>
                <a:lnTo>
                  <a:pt x="4258" y="9928"/>
                </a:lnTo>
                <a:lnTo>
                  <a:pt x="4307" y="8979"/>
                </a:lnTo>
                <a:lnTo>
                  <a:pt x="4428" y="8930"/>
                </a:lnTo>
                <a:lnTo>
                  <a:pt x="4574" y="8881"/>
                </a:lnTo>
                <a:close/>
                <a:moveTo>
                  <a:pt x="3918" y="8954"/>
                </a:moveTo>
                <a:lnTo>
                  <a:pt x="4039" y="8979"/>
                </a:lnTo>
                <a:lnTo>
                  <a:pt x="4039" y="9733"/>
                </a:lnTo>
                <a:lnTo>
                  <a:pt x="3991" y="10682"/>
                </a:lnTo>
                <a:lnTo>
                  <a:pt x="3991" y="11144"/>
                </a:lnTo>
                <a:lnTo>
                  <a:pt x="3991" y="11631"/>
                </a:lnTo>
                <a:lnTo>
                  <a:pt x="3480" y="11607"/>
                </a:lnTo>
                <a:lnTo>
                  <a:pt x="3212" y="11558"/>
                </a:lnTo>
                <a:lnTo>
                  <a:pt x="2969" y="11509"/>
                </a:lnTo>
                <a:lnTo>
                  <a:pt x="3066" y="11339"/>
                </a:lnTo>
                <a:lnTo>
                  <a:pt x="3139" y="11120"/>
                </a:lnTo>
                <a:lnTo>
                  <a:pt x="3261" y="10706"/>
                </a:lnTo>
                <a:lnTo>
                  <a:pt x="3382" y="10293"/>
                </a:lnTo>
                <a:lnTo>
                  <a:pt x="3504" y="9879"/>
                </a:lnTo>
                <a:lnTo>
                  <a:pt x="3699" y="9417"/>
                </a:lnTo>
                <a:lnTo>
                  <a:pt x="3893" y="8954"/>
                </a:lnTo>
                <a:close/>
                <a:moveTo>
                  <a:pt x="17690" y="8784"/>
                </a:moveTo>
                <a:lnTo>
                  <a:pt x="18079" y="9222"/>
                </a:lnTo>
                <a:lnTo>
                  <a:pt x="18468" y="9636"/>
                </a:lnTo>
                <a:lnTo>
                  <a:pt x="18979" y="10268"/>
                </a:lnTo>
                <a:lnTo>
                  <a:pt x="19247" y="10560"/>
                </a:lnTo>
                <a:lnTo>
                  <a:pt x="19539" y="10828"/>
                </a:lnTo>
                <a:lnTo>
                  <a:pt x="19247" y="11023"/>
                </a:lnTo>
                <a:lnTo>
                  <a:pt x="18955" y="11217"/>
                </a:lnTo>
                <a:lnTo>
                  <a:pt x="18663" y="11363"/>
                </a:lnTo>
                <a:lnTo>
                  <a:pt x="18371" y="11485"/>
                </a:lnTo>
                <a:lnTo>
                  <a:pt x="18103" y="11582"/>
                </a:lnTo>
                <a:lnTo>
                  <a:pt x="17860" y="11631"/>
                </a:lnTo>
                <a:lnTo>
                  <a:pt x="17811" y="11217"/>
                </a:lnTo>
                <a:lnTo>
                  <a:pt x="17738" y="10779"/>
                </a:lnTo>
                <a:lnTo>
                  <a:pt x="17592" y="9928"/>
                </a:lnTo>
                <a:lnTo>
                  <a:pt x="17519" y="9441"/>
                </a:lnTo>
                <a:lnTo>
                  <a:pt x="17471" y="8930"/>
                </a:lnTo>
                <a:lnTo>
                  <a:pt x="17519" y="8906"/>
                </a:lnTo>
                <a:lnTo>
                  <a:pt x="17617" y="8857"/>
                </a:lnTo>
                <a:lnTo>
                  <a:pt x="17690" y="8784"/>
                </a:lnTo>
                <a:close/>
                <a:moveTo>
                  <a:pt x="17154" y="9003"/>
                </a:moveTo>
                <a:lnTo>
                  <a:pt x="17227" y="9490"/>
                </a:lnTo>
                <a:lnTo>
                  <a:pt x="17300" y="9976"/>
                </a:lnTo>
                <a:lnTo>
                  <a:pt x="17422" y="10828"/>
                </a:lnTo>
                <a:lnTo>
                  <a:pt x="17471" y="11266"/>
                </a:lnTo>
                <a:lnTo>
                  <a:pt x="17544" y="11704"/>
                </a:lnTo>
                <a:lnTo>
                  <a:pt x="17300" y="11728"/>
                </a:lnTo>
                <a:lnTo>
                  <a:pt x="17033" y="11728"/>
                </a:lnTo>
                <a:lnTo>
                  <a:pt x="16765" y="11704"/>
                </a:lnTo>
                <a:lnTo>
                  <a:pt x="16522" y="11680"/>
                </a:lnTo>
                <a:lnTo>
                  <a:pt x="16254" y="11631"/>
                </a:lnTo>
                <a:lnTo>
                  <a:pt x="16011" y="11582"/>
                </a:lnTo>
                <a:lnTo>
                  <a:pt x="15767" y="11485"/>
                </a:lnTo>
                <a:lnTo>
                  <a:pt x="15524" y="11388"/>
                </a:lnTo>
                <a:lnTo>
                  <a:pt x="15694" y="11242"/>
                </a:lnTo>
                <a:lnTo>
                  <a:pt x="15840" y="11071"/>
                </a:lnTo>
                <a:lnTo>
                  <a:pt x="16108" y="10682"/>
                </a:lnTo>
                <a:lnTo>
                  <a:pt x="16351" y="10268"/>
                </a:lnTo>
                <a:lnTo>
                  <a:pt x="16570" y="9855"/>
                </a:lnTo>
                <a:lnTo>
                  <a:pt x="16789" y="9465"/>
                </a:lnTo>
                <a:lnTo>
                  <a:pt x="17008" y="9003"/>
                </a:lnTo>
                <a:close/>
                <a:moveTo>
                  <a:pt x="14624" y="0"/>
                </a:moveTo>
                <a:lnTo>
                  <a:pt x="14478" y="24"/>
                </a:lnTo>
                <a:lnTo>
                  <a:pt x="14332" y="73"/>
                </a:lnTo>
                <a:lnTo>
                  <a:pt x="14186" y="122"/>
                </a:lnTo>
                <a:lnTo>
                  <a:pt x="14064" y="219"/>
                </a:lnTo>
                <a:lnTo>
                  <a:pt x="14040" y="268"/>
                </a:lnTo>
                <a:lnTo>
                  <a:pt x="14015" y="292"/>
                </a:lnTo>
                <a:lnTo>
                  <a:pt x="14015" y="389"/>
                </a:lnTo>
                <a:lnTo>
                  <a:pt x="14064" y="487"/>
                </a:lnTo>
                <a:lnTo>
                  <a:pt x="14161" y="535"/>
                </a:lnTo>
                <a:lnTo>
                  <a:pt x="14161" y="779"/>
                </a:lnTo>
                <a:lnTo>
                  <a:pt x="14210" y="998"/>
                </a:lnTo>
                <a:lnTo>
                  <a:pt x="14259" y="1241"/>
                </a:lnTo>
                <a:lnTo>
                  <a:pt x="14332" y="1460"/>
                </a:lnTo>
                <a:lnTo>
                  <a:pt x="14648" y="2336"/>
                </a:lnTo>
                <a:lnTo>
                  <a:pt x="14745" y="2652"/>
                </a:lnTo>
                <a:lnTo>
                  <a:pt x="11655" y="2652"/>
                </a:lnTo>
                <a:lnTo>
                  <a:pt x="9928" y="2628"/>
                </a:lnTo>
                <a:lnTo>
                  <a:pt x="8614" y="2628"/>
                </a:lnTo>
                <a:lnTo>
                  <a:pt x="8419" y="2652"/>
                </a:lnTo>
                <a:lnTo>
                  <a:pt x="8200" y="2677"/>
                </a:lnTo>
                <a:lnTo>
                  <a:pt x="8054" y="2360"/>
                </a:lnTo>
                <a:lnTo>
                  <a:pt x="7665" y="1436"/>
                </a:lnTo>
                <a:lnTo>
                  <a:pt x="7567" y="1144"/>
                </a:lnTo>
                <a:lnTo>
                  <a:pt x="7494" y="1022"/>
                </a:lnTo>
                <a:lnTo>
                  <a:pt x="7397" y="900"/>
                </a:lnTo>
                <a:lnTo>
                  <a:pt x="7421" y="900"/>
                </a:lnTo>
                <a:lnTo>
                  <a:pt x="7835" y="973"/>
                </a:lnTo>
                <a:lnTo>
                  <a:pt x="8249" y="1071"/>
                </a:lnTo>
                <a:lnTo>
                  <a:pt x="8468" y="1095"/>
                </a:lnTo>
                <a:lnTo>
                  <a:pt x="8881" y="1095"/>
                </a:lnTo>
                <a:lnTo>
                  <a:pt x="9076" y="1046"/>
                </a:lnTo>
                <a:lnTo>
                  <a:pt x="9149" y="1022"/>
                </a:lnTo>
                <a:lnTo>
                  <a:pt x="9198" y="973"/>
                </a:lnTo>
                <a:lnTo>
                  <a:pt x="9246" y="925"/>
                </a:lnTo>
                <a:lnTo>
                  <a:pt x="9246" y="852"/>
                </a:lnTo>
                <a:lnTo>
                  <a:pt x="9246" y="779"/>
                </a:lnTo>
                <a:lnTo>
                  <a:pt x="9246" y="730"/>
                </a:lnTo>
                <a:lnTo>
                  <a:pt x="9198" y="657"/>
                </a:lnTo>
                <a:lnTo>
                  <a:pt x="9149" y="608"/>
                </a:lnTo>
                <a:lnTo>
                  <a:pt x="8954" y="535"/>
                </a:lnTo>
                <a:lnTo>
                  <a:pt x="8760" y="462"/>
                </a:lnTo>
                <a:lnTo>
                  <a:pt x="8541" y="389"/>
                </a:lnTo>
                <a:lnTo>
                  <a:pt x="8297" y="365"/>
                </a:lnTo>
                <a:lnTo>
                  <a:pt x="7835" y="316"/>
                </a:lnTo>
                <a:lnTo>
                  <a:pt x="7397" y="268"/>
                </a:lnTo>
                <a:lnTo>
                  <a:pt x="6570" y="146"/>
                </a:lnTo>
                <a:lnTo>
                  <a:pt x="6351" y="122"/>
                </a:lnTo>
                <a:lnTo>
                  <a:pt x="6132" y="97"/>
                </a:lnTo>
                <a:lnTo>
                  <a:pt x="5937" y="122"/>
                </a:lnTo>
                <a:lnTo>
                  <a:pt x="5742" y="146"/>
                </a:lnTo>
                <a:lnTo>
                  <a:pt x="5669" y="195"/>
                </a:lnTo>
                <a:lnTo>
                  <a:pt x="5621" y="219"/>
                </a:lnTo>
                <a:lnTo>
                  <a:pt x="5596" y="268"/>
                </a:lnTo>
                <a:lnTo>
                  <a:pt x="5572" y="341"/>
                </a:lnTo>
                <a:lnTo>
                  <a:pt x="5572" y="389"/>
                </a:lnTo>
                <a:lnTo>
                  <a:pt x="5596" y="438"/>
                </a:lnTo>
                <a:lnTo>
                  <a:pt x="5621" y="511"/>
                </a:lnTo>
                <a:lnTo>
                  <a:pt x="5694" y="535"/>
                </a:lnTo>
                <a:lnTo>
                  <a:pt x="5840" y="633"/>
                </a:lnTo>
                <a:lnTo>
                  <a:pt x="5986" y="681"/>
                </a:lnTo>
                <a:lnTo>
                  <a:pt x="6351" y="779"/>
                </a:lnTo>
                <a:lnTo>
                  <a:pt x="6716" y="827"/>
                </a:lnTo>
                <a:lnTo>
                  <a:pt x="7081" y="876"/>
                </a:lnTo>
                <a:lnTo>
                  <a:pt x="7056" y="1046"/>
                </a:lnTo>
                <a:lnTo>
                  <a:pt x="7056" y="1241"/>
                </a:lnTo>
                <a:lnTo>
                  <a:pt x="7105" y="1411"/>
                </a:lnTo>
                <a:lnTo>
                  <a:pt x="7154" y="1606"/>
                </a:lnTo>
                <a:lnTo>
                  <a:pt x="7324" y="1995"/>
                </a:lnTo>
                <a:lnTo>
                  <a:pt x="7470" y="2312"/>
                </a:lnTo>
                <a:lnTo>
                  <a:pt x="7762" y="3042"/>
                </a:lnTo>
                <a:lnTo>
                  <a:pt x="7665" y="3115"/>
                </a:lnTo>
                <a:lnTo>
                  <a:pt x="7567" y="3188"/>
                </a:lnTo>
                <a:lnTo>
                  <a:pt x="7397" y="3382"/>
                </a:lnTo>
                <a:lnTo>
                  <a:pt x="7105" y="3796"/>
                </a:lnTo>
                <a:lnTo>
                  <a:pt x="6594" y="4477"/>
                </a:lnTo>
                <a:lnTo>
                  <a:pt x="6521" y="4429"/>
                </a:lnTo>
                <a:lnTo>
                  <a:pt x="6448" y="4404"/>
                </a:lnTo>
                <a:lnTo>
                  <a:pt x="6375" y="4429"/>
                </a:lnTo>
                <a:lnTo>
                  <a:pt x="6059" y="4234"/>
                </a:lnTo>
                <a:lnTo>
                  <a:pt x="5718" y="4064"/>
                </a:lnTo>
                <a:lnTo>
                  <a:pt x="5353" y="3918"/>
                </a:lnTo>
                <a:lnTo>
                  <a:pt x="5012" y="3820"/>
                </a:lnTo>
                <a:lnTo>
                  <a:pt x="4647" y="3772"/>
                </a:lnTo>
                <a:lnTo>
                  <a:pt x="4282" y="3747"/>
                </a:lnTo>
                <a:lnTo>
                  <a:pt x="3893" y="3747"/>
                </a:lnTo>
                <a:lnTo>
                  <a:pt x="3528" y="3772"/>
                </a:lnTo>
                <a:lnTo>
                  <a:pt x="3188" y="3845"/>
                </a:lnTo>
                <a:lnTo>
                  <a:pt x="2823" y="3966"/>
                </a:lnTo>
                <a:lnTo>
                  <a:pt x="2482" y="4088"/>
                </a:lnTo>
                <a:lnTo>
                  <a:pt x="2141" y="4258"/>
                </a:lnTo>
                <a:lnTo>
                  <a:pt x="1825" y="4453"/>
                </a:lnTo>
                <a:lnTo>
                  <a:pt x="1509" y="4672"/>
                </a:lnTo>
                <a:lnTo>
                  <a:pt x="1241" y="4915"/>
                </a:lnTo>
                <a:lnTo>
                  <a:pt x="973" y="5207"/>
                </a:lnTo>
                <a:lnTo>
                  <a:pt x="706" y="5548"/>
                </a:lnTo>
                <a:lnTo>
                  <a:pt x="487" y="5913"/>
                </a:lnTo>
                <a:lnTo>
                  <a:pt x="316" y="6302"/>
                </a:lnTo>
                <a:lnTo>
                  <a:pt x="195" y="6716"/>
                </a:lnTo>
                <a:lnTo>
                  <a:pt x="73" y="7129"/>
                </a:lnTo>
                <a:lnTo>
                  <a:pt x="24" y="7567"/>
                </a:lnTo>
                <a:lnTo>
                  <a:pt x="0" y="8005"/>
                </a:lnTo>
                <a:lnTo>
                  <a:pt x="24" y="8443"/>
                </a:lnTo>
                <a:lnTo>
                  <a:pt x="73" y="8881"/>
                </a:lnTo>
                <a:lnTo>
                  <a:pt x="170" y="9295"/>
                </a:lnTo>
                <a:lnTo>
                  <a:pt x="292" y="9709"/>
                </a:lnTo>
                <a:lnTo>
                  <a:pt x="462" y="10122"/>
                </a:lnTo>
                <a:lnTo>
                  <a:pt x="657" y="10487"/>
                </a:lnTo>
                <a:lnTo>
                  <a:pt x="900" y="10852"/>
                </a:lnTo>
                <a:lnTo>
                  <a:pt x="1192" y="11169"/>
                </a:lnTo>
                <a:lnTo>
                  <a:pt x="1484" y="11461"/>
                </a:lnTo>
                <a:lnTo>
                  <a:pt x="1679" y="11607"/>
                </a:lnTo>
                <a:lnTo>
                  <a:pt x="1874" y="11728"/>
                </a:lnTo>
                <a:lnTo>
                  <a:pt x="2068" y="11826"/>
                </a:lnTo>
                <a:lnTo>
                  <a:pt x="2287" y="11923"/>
                </a:lnTo>
                <a:lnTo>
                  <a:pt x="2506" y="11996"/>
                </a:lnTo>
                <a:lnTo>
                  <a:pt x="2725" y="12045"/>
                </a:lnTo>
                <a:lnTo>
                  <a:pt x="3163" y="12142"/>
                </a:lnTo>
                <a:lnTo>
                  <a:pt x="3626" y="12166"/>
                </a:lnTo>
                <a:lnTo>
                  <a:pt x="4088" y="12166"/>
                </a:lnTo>
                <a:lnTo>
                  <a:pt x="4550" y="12142"/>
                </a:lnTo>
                <a:lnTo>
                  <a:pt x="4988" y="12093"/>
                </a:lnTo>
                <a:lnTo>
                  <a:pt x="5450" y="11996"/>
                </a:lnTo>
                <a:lnTo>
                  <a:pt x="5840" y="11874"/>
                </a:lnTo>
                <a:lnTo>
                  <a:pt x="6229" y="11704"/>
                </a:lnTo>
                <a:lnTo>
                  <a:pt x="6594" y="11485"/>
                </a:lnTo>
                <a:lnTo>
                  <a:pt x="6910" y="11217"/>
                </a:lnTo>
                <a:lnTo>
                  <a:pt x="7202" y="10925"/>
                </a:lnTo>
                <a:lnTo>
                  <a:pt x="7494" y="10585"/>
                </a:lnTo>
                <a:lnTo>
                  <a:pt x="7738" y="10220"/>
                </a:lnTo>
                <a:lnTo>
                  <a:pt x="7981" y="9806"/>
                </a:lnTo>
                <a:lnTo>
                  <a:pt x="8151" y="9368"/>
                </a:lnTo>
                <a:lnTo>
                  <a:pt x="8297" y="8881"/>
                </a:lnTo>
                <a:lnTo>
                  <a:pt x="8395" y="8395"/>
                </a:lnTo>
                <a:lnTo>
                  <a:pt x="10244" y="8346"/>
                </a:lnTo>
                <a:lnTo>
                  <a:pt x="10293" y="8419"/>
                </a:lnTo>
                <a:lnTo>
                  <a:pt x="10366" y="8443"/>
                </a:lnTo>
                <a:lnTo>
                  <a:pt x="10439" y="8468"/>
                </a:lnTo>
                <a:lnTo>
                  <a:pt x="10512" y="8443"/>
                </a:lnTo>
                <a:lnTo>
                  <a:pt x="10585" y="8395"/>
                </a:lnTo>
                <a:lnTo>
                  <a:pt x="10633" y="8346"/>
                </a:lnTo>
                <a:lnTo>
                  <a:pt x="10682" y="8273"/>
                </a:lnTo>
                <a:lnTo>
                  <a:pt x="10682" y="8200"/>
                </a:lnTo>
                <a:lnTo>
                  <a:pt x="10925" y="7981"/>
                </a:lnTo>
                <a:lnTo>
                  <a:pt x="11169" y="7762"/>
                </a:lnTo>
                <a:lnTo>
                  <a:pt x="11582" y="7300"/>
                </a:lnTo>
                <a:lnTo>
                  <a:pt x="12190" y="6618"/>
                </a:lnTo>
                <a:lnTo>
                  <a:pt x="12799" y="5913"/>
                </a:lnTo>
                <a:lnTo>
                  <a:pt x="13894" y="4623"/>
                </a:lnTo>
                <a:lnTo>
                  <a:pt x="14964" y="3285"/>
                </a:lnTo>
                <a:lnTo>
                  <a:pt x="15329" y="4258"/>
                </a:lnTo>
                <a:lnTo>
                  <a:pt x="14964" y="4429"/>
                </a:lnTo>
                <a:lnTo>
                  <a:pt x="14648" y="4623"/>
                </a:lnTo>
                <a:lnTo>
                  <a:pt x="14332" y="4866"/>
                </a:lnTo>
                <a:lnTo>
                  <a:pt x="14040" y="5110"/>
                </a:lnTo>
                <a:lnTo>
                  <a:pt x="13796" y="5402"/>
                </a:lnTo>
                <a:lnTo>
                  <a:pt x="13553" y="5718"/>
                </a:lnTo>
                <a:lnTo>
                  <a:pt x="13358" y="6034"/>
                </a:lnTo>
                <a:lnTo>
                  <a:pt x="13188" y="6375"/>
                </a:lnTo>
                <a:lnTo>
                  <a:pt x="13042" y="6740"/>
                </a:lnTo>
                <a:lnTo>
                  <a:pt x="12945" y="7105"/>
                </a:lnTo>
                <a:lnTo>
                  <a:pt x="12872" y="7494"/>
                </a:lnTo>
                <a:lnTo>
                  <a:pt x="12823" y="7859"/>
                </a:lnTo>
                <a:lnTo>
                  <a:pt x="12823" y="8249"/>
                </a:lnTo>
                <a:lnTo>
                  <a:pt x="12847" y="8638"/>
                </a:lnTo>
                <a:lnTo>
                  <a:pt x="12920" y="9027"/>
                </a:lnTo>
                <a:lnTo>
                  <a:pt x="13018" y="9417"/>
                </a:lnTo>
                <a:lnTo>
                  <a:pt x="13188" y="9830"/>
                </a:lnTo>
                <a:lnTo>
                  <a:pt x="13383" y="10244"/>
                </a:lnTo>
                <a:lnTo>
                  <a:pt x="13626" y="10585"/>
                </a:lnTo>
                <a:lnTo>
                  <a:pt x="13918" y="10925"/>
                </a:lnTo>
                <a:lnTo>
                  <a:pt x="14210" y="11217"/>
                </a:lnTo>
                <a:lnTo>
                  <a:pt x="14551" y="11485"/>
                </a:lnTo>
                <a:lnTo>
                  <a:pt x="14916" y="11704"/>
                </a:lnTo>
                <a:lnTo>
                  <a:pt x="15305" y="11874"/>
                </a:lnTo>
                <a:lnTo>
                  <a:pt x="15694" y="12020"/>
                </a:lnTo>
                <a:lnTo>
                  <a:pt x="16108" y="12142"/>
                </a:lnTo>
                <a:lnTo>
                  <a:pt x="16522" y="12215"/>
                </a:lnTo>
                <a:lnTo>
                  <a:pt x="16960" y="12239"/>
                </a:lnTo>
                <a:lnTo>
                  <a:pt x="17398" y="12239"/>
                </a:lnTo>
                <a:lnTo>
                  <a:pt x="17836" y="12191"/>
                </a:lnTo>
                <a:lnTo>
                  <a:pt x="18249" y="12093"/>
                </a:lnTo>
                <a:lnTo>
                  <a:pt x="18687" y="11947"/>
                </a:lnTo>
                <a:lnTo>
                  <a:pt x="19052" y="11777"/>
                </a:lnTo>
                <a:lnTo>
                  <a:pt x="19442" y="11582"/>
                </a:lnTo>
                <a:lnTo>
                  <a:pt x="19782" y="11339"/>
                </a:lnTo>
                <a:lnTo>
                  <a:pt x="20123" y="11096"/>
                </a:lnTo>
                <a:lnTo>
                  <a:pt x="20439" y="10804"/>
                </a:lnTo>
                <a:lnTo>
                  <a:pt x="20707" y="10487"/>
                </a:lnTo>
                <a:lnTo>
                  <a:pt x="20974" y="10147"/>
                </a:lnTo>
                <a:lnTo>
                  <a:pt x="21193" y="9782"/>
                </a:lnTo>
                <a:lnTo>
                  <a:pt x="21388" y="9417"/>
                </a:lnTo>
                <a:lnTo>
                  <a:pt x="21534" y="9027"/>
                </a:lnTo>
                <a:lnTo>
                  <a:pt x="21631" y="8614"/>
                </a:lnTo>
                <a:lnTo>
                  <a:pt x="21680" y="8224"/>
                </a:lnTo>
                <a:lnTo>
                  <a:pt x="21704" y="7811"/>
                </a:lnTo>
                <a:lnTo>
                  <a:pt x="21656" y="7397"/>
                </a:lnTo>
                <a:lnTo>
                  <a:pt x="21583" y="6983"/>
                </a:lnTo>
                <a:lnTo>
                  <a:pt x="21412" y="6570"/>
                </a:lnTo>
                <a:lnTo>
                  <a:pt x="21218" y="6180"/>
                </a:lnTo>
                <a:lnTo>
                  <a:pt x="20974" y="5791"/>
                </a:lnTo>
                <a:lnTo>
                  <a:pt x="20682" y="5450"/>
                </a:lnTo>
                <a:lnTo>
                  <a:pt x="20342" y="5110"/>
                </a:lnTo>
                <a:lnTo>
                  <a:pt x="20001" y="4818"/>
                </a:lnTo>
                <a:lnTo>
                  <a:pt x="19636" y="4526"/>
                </a:lnTo>
                <a:lnTo>
                  <a:pt x="19247" y="4307"/>
                </a:lnTo>
                <a:lnTo>
                  <a:pt x="18858" y="4088"/>
                </a:lnTo>
                <a:lnTo>
                  <a:pt x="18493" y="3942"/>
                </a:lnTo>
                <a:lnTo>
                  <a:pt x="18103" y="3845"/>
                </a:lnTo>
                <a:lnTo>
                  <a:pt x="17738" y="3772"/>
                </a:lnTo>
                <a:lnTo>
                  <a:pt x="17349" y="3747"/>
                </a:lnTo>
                <a:lnTo>
                  <a:pt x="16960" y="3747"/>
                </a:lnTo>
                <a:lnTo>
                  <a:pt x="16570" y="3820"/>
                </a:lnTo>
                <a:lnTo>
                  <a:pt x="16205" y="3918"/>
                </a:lnTo>
                <a:lnTo>
                  <a:pt x="15840" y="4039"/>
                </a:lnTo>
                <a:lnTo>
                  <a:pt x="15159" y="2214"/>
                </a:lnTo>
                <a:lnTo>
                  <a:pt x="15013" y="1801"/>
                </a:lnTo>
                <a:lnTo>
                  <a:pt x="14891" y="1387"/>
                </a:lnTo>
                <a:lnTo>
                  <a:pt x="14721" y="973"/>
                </a:lnTo>
                <a:lnTo>
                  <a:pt x="14648" y="779"/>
                </a:lnTo>
                <a:lnTo>
                  <a:pt x="14526" y="584"/>
                </a:lnTo>
                <a:lnTo>
                  <a:pt x="14794" y="560"/>
                </a:lnTo>
                <a:lnTo>
                  <a:pt x="15256" y="560"/>
                </a:lnTo>
                <a:lnTo>
                  <a:pt x="15475" y="584"/>
                </a:lnTo>
                <a:lnTo>
                  <a:pt x="15694" y="633"/>
                </a:lnTo>
                <a:lnTo>
                  <a:pt x="15816" y="657"/>
                </a:lnTo>
                <a:lnTo>
                  <a:pt x="15840" y="706"/>
                </a:lnTo>
                <a:lnTo>
                  <a:pt x="15865" y="730"/>
                </a:lnTo>
                <a:lnTo>
                  <a:pt x="15865" y="852"/>
                </a:lnTo>
                <a:lnTo>
                  <a:pt x="15840" y="1022"/>
                </a:lnTo>
                <a:lnTo>
                  <a:pt x="15743" y="1119"/>
                </a:lnTo>
                <a:lnTo>
                  <a:pt x="15646" y="1217"/>
                </a:lnTo>
                <a:lnTo>
                  <a:pt x="15621" y="1314"/>
                </a:lnTo>
                <a:lnTo>
                  <a:pt x="15621" y="1387"/>
                </a:lnTo>
                <a:lnTo>
                  <a:pt x="15646" y="1411"/>
                </a:lnTo>
                <a:lnTo>
                  <a:pt x="15670" y="1436"/>
                </a:lnTo>
                <a:lnTo>
                  <a:pt x="15743" y="1484"/>
                </a:lnTo>
                <a:lnTo>
                  <a:pt x="15840" y="1484"/>
                </a:lnTo>
                <a:lnTo>
                  <a:pt x="16011" y="1387"/>
                </a:lnTo>
                <a:lnTo>
                  <a:pt x="16157" y="1265"/>
                </a:lnTo>
                <a:lnTo>
                  <a:pt x="16278" y="1119"/>
                </a:lnTo>
                <a:lnTo>
                  <a:pt x="16376" y="949"/>
                </a:lnTo>
                <a:lnTo>
                  <a:pt x="16424" y="779"/>
                </a:lnTo>
                <a:lnTo>
                  <a:pt x="16424" y="681"/>
                </a:lnTo>
                <a:lnTo>
                  <a:pt x="16400" y="584"/>
                </a:lnTo>
                <a:lnTo>
                  <a:pt x="16376" y="511"/>
                </a:lnTo>
                <a:lnTo>
                  <a:pt x="16327" y="414"/>
                </a:lnTo>
                <a:lnTo>
                  <a:pt x="16254" y="341"/>
                </a:lnTo>
                <a:lnTo>
                  <a:pt x="16157" y="268"/>
                </a:lnTo>
                <a:lnTo>
                  <a:pt x="15938" y="170"/>
                </a:lnTo>
                <a:lnTo>
                  <a:pt x="15719" y="97"/>
                </a:lnTo>
                <a:lnTo>
                  <a:pt x="15475" y="49"/>
                </a:lnTo>
                <a:lnTo>
                  <a:pt x="15232" y="24"/>
                </a:lnTo>
                <a:lnTo>
                  <a:pt x="149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Ursula template">
  <a:themeElements>
    <a:clrScheme name="Custom 347">
      <a:dk1>
        <a:srgbClr val="000000"/>
      </a:dk1>
      <a:lt1>
        <a:srgbClr val="FFFFFF"/>
      </a:lt1>
      <a:dk2>
        <a:srgbClr val="D1D8DF"/>
      </a:dk2>
      <a:lt2>
        <a:srgbClr val="4F565C"/>
      </a:lt2>
      <a:accent1>
        <a:srgbClr val="71AEF0"/>
      </a:accent1>
      <a:accent2>
        <a:srgbClr val="88E6DC"/>
      </a:accent2>
      <a:accent3>
        <a:srgbClr val="A6D145"/>
      </a:accent3>
      <a:accent4>
        <a:srgbClr val="FFE000"/>
      </a:accent4>
      <a:accent5>
        <a:srgbClr val="FC765C"/>
      </a:accent5>
      <a:accent6>
        <a:srgbClr val="A693C9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2024-04-08T02:52:58Z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1033-11.1.0.10976</vt:lpwstr>
  </property>
  <property fmtid="{D5CDD505-2E9C-101B-9397-08002B2CF9AE}" pid="3" name="ICV">
    <vt:lpwstr>E7589C9059E74A239FC91468B77CB552</vt:lpwstr>
  </property>
</Properties>
</file>