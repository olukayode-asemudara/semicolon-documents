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Sniglet"/>
      <p:regular r:id="rId13"/>
    </p:embeddedFont>
    <p:embeddedFont>
      <p:font typeface="Walter Turncoat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bo/EsdIdCOFsMl6Gf3uL8i0iM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nigle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WalterTurnco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f1079698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f10796980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f1079698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f10796980_0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f1079698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f10796980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1079698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f10796980_0_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-Page">
  <p:cSld name="Front-P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72843" y="0"/>
            <a:ext cx="1565192" cy="199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idx="1" type="body"/>
          </p:nvPr>
        </p:nvSpPr>
        <p:spPr>
          <a:xfrm>
            <a:off x="1529443" y="1902303"/>
            <a:ext cx="3456245" cy="14005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4500">
                <a:solidFill>
                  <a:srgbClr val="FF2E2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cxnSp>
        <p:nvCxnSpPr>
          <p:cNvPr id="12" name="Google Shape;12;p6"/>
          <p:cNvCxnSpPr/>
          <p:nvPr/>
        </p:nvCxnSpPr>
        <p:spPr>
          <a:xfrm>
            <a:off x="2412206" y="4729347"/>
            <a:ext cx="5960269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6"/>
          <p:cNvSpPr txBox="1"/>
          <p:nvPr>
            <p:ph idx="2" type="body"/>
          </p:nvPr>
        </p:nvSpPr>
        <p:spPr>
          <a:xfrm>
            <a:off x="1529444" y="3460816"/>
            <a:ext cx="3785786" cy="29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1050">
                <a:solidFill>
                  <a:srgbClr val="3851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pic>
        <p:nvPicPr>
          <p:cNvPr id="14" name="Google Shape;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1" y="4621894"/>
            <a:ext cx="1407752" cy="2395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6"/>
          <p:cNvCxnSpPr/>
          <p:nvPr/>
        </p:nvCxnSpPr>
        <p:spPr>
          <a:xfrm>
            <a:off x="2412206" y="4808022"/>
            <a:ext cx="5960269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25757"/>
            <a:ext cx="499289" cy="49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685800" y="19918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685800" y="1964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685800" y="31448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" type="body"/>
          </p:nvPr>
        </p:nvSpPr>
        <p:spPr>
          <a:xfrm>
            <a:off x="1700925" y="1399800"/>
            <a:ext cx="5742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✘"/>
              <a:defRPr sz="3000"/>
            </a:lvl1pPr>
            <a:lvl2pPr indent="-419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indent="-419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indent="-419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indent="-419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indent="-419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indent="-419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indent="-419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indent="-419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5" name="Google Shape;25;p9"/>
          <p:cNvSpPr txBox="1"/>
          <p:nvPr/>
        </p:nvSpPr>
        <p:spPr>
          <a:xfrm>
            <a:off x="3593400" y="8575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b="0" i="0" sz="9600" u="none" cap="none" strike="noStrike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128150" y="550650"/>
            <a:ext cx="887711" cy="849160"/>
          </a:xfrm>
          <a:custGeom>
            <a:rect b="b" l="l" r="r" t="t"/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✘"/>
              <a:defRPr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457200" y="1507925"/>
            <a:ext cx="39945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11"/>
          <p:cNvSpPr txBox="1"/>
          <p:nvPr>
            <p:ph idx="2" type="body"/>
          </p:nvPr>
        </p:nvSpPr>
        <p:spPr>
          <a:xfrm>
            <a:off x="4692275" y="1507925"/>
            <a:ext cx="39945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457200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3223964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1" name="Google Shape;41;p12"/>
          <p:cNvSpPr txBox="1"/>
          <p:nvPr>
            <p:ph idx="3" type="body"/>
          </p:nvPr>
        </p:nvSpPr>
        <p:spPr>
          <a:xfrm>
            <a:off x="5990727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274320" y="240030"/>
            <a:ext cx="8572500" cy="4663440"/>
          </a:xfrm>
          <a:prstGeom prst="rect">
            <a:avLst/>
          </a:prstGeom>
          <a:solidFill>
            <a:srgbClr val="FFF3F3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 txBox="1"/>
          <p:nvPr>
            <p:ph type="title"/>
          </p:nvPr>
        </p:nvSpPr>
        <p:spPr>
          <a:xfrm>
            <a:off x="628650" y="591422"/>
            <a:ext cx="7886700" cy="8175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1"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628650" y="1608512"/>
            <a:ext cx="7886700" cy="28221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1050">
                <a:solidFill>
                  <a:srgbClr val="100F5E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1" type="ftr"/>
          </p:nvPr>
        </p:nvSpPr>
        <p:spPr>
          <a:xfrm>
            <a:off x="628650" y="4530139"/>
            <a:ext cx="7886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6" name="Google Shape;56;p16"/>
          <p:cNvCxnSpPr/>
          <p:nvPr/>
        </p:nvCxnSpPr>
        <p:spPr>
          <a:xfrm>
            <a:off x="2240756" y="4637592"/>
            <a:ext cx="6274595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8650" y="4530139"/>
            <a:ext cx="1407752" cy="2395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6"/>
          <p:cNvCxnSpPr/>
          <p:nvPr/>
        </p:nvCxnSpPr>
        <p:spPr>
          <a:xfrm>
            <a:off x="2240756" y="4716267"/>
            <a:ext cx="6274595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685800" y="19918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</a:pPr>
            <a:r>
              <a:rPr lang="en-US" sz="60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JavaScript</a:t>
            </a:r>
            <a:endParaRPr b="0" i="0" sz="60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</a:pPr>
            <a:r>
              <a:rPr b="0" i="0" lang="en-US" sz="3200" u="none" cap="none" strike="noStrike">
                <a:solidFill>
                  <a:srgbClr val="FFA63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 </a:t>
            </a:r>
            <a:r>
              <a:rPr b="0" i="0" lang="en-US" sz="6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 </a:t>
            </a:r>
            <a:endParaRPr b="0" i="0" sz="60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grpSp>
        <p:nvGrpSpPr>
          <p:cNvPr id="64" name="Google Shape;64;p1"/>
          <p:cNvGrpSpPr/>
          <p:nvPr/>
        </p:nvGrpSpPr>
        <p:grpSpPr>
          <a:xfrm rot="2194107">
            <a:off x="1123701" y="2538680"/>
            <a:ext cx="1014485" cy="642684"/>
            <a:chOff x="238125" y="1918825"/>
            <a:chExt cx="1042450" cy="660400"/>
          </a:xfrm>
        </p:grpSpPr>
        <p:sp>
          <p:nvSpPr>
            <p:cNvPr id="65" name="Google Shape;65;p1"/>
            <p:cNvSpPr/>
            <p:nvPr/>
          </p:nvSpPr>
          <p:spPr>
            <a:xfrm>
              <a:off x="238125" y="1918825"/>
              <a:ext cx="966975" cy="660400"/>
            </a:xfrm>
            <a:custGeom>
              <a:rect b="b" l="l" r="r" t="t"/>
              <a:pathLst>
                <a:path extrusionOk="0" h="26416" w="38679">
                  <a:moveTo>
                    <a:pt x="377" y="7642"/>
                  </a:moveTo>
                  <a:lnTo>
                    <a:pt x="377" y="7925"/>
                  </a:lnTo>
                  <a:lnTo>
                    <a:pt x="472" y="7642"/>
                  </a:lnTo>
                  <a:close/>
                  <a:moveTo>
                    <a:pt x="33584" y="19246"/>
                  </a:moveTo>
                  <a:lnTo>
                    <a:pt x="33396" y="19434"/>
                  </a:lnTo>
                  <a:lnTo>
                    <a:pt x="33396" y="19623"/>
                  </a:lnTo>
                  <a:lnTo>
                    <a:pt x="33584" y="19246"/>
                  </a:lnTo>
                  <a:close/>
                  <a:moveTo>
                    <a:pt x="24434" y="24151"/>
                  </a:moveTo>
                  <a:lnTo>
                    <a:pt x="24339" y="24245"/>
                  </a:lnTo>
                  <a:lnTo>
                    <a:pt x="24434" y="24340"/>
                  </a:lnTo>
                  <a:lnTo>
                    <a:pt x="24434" y="24245"/>
                  </a:lnTo>
                  <a:lnTo>
                    <a:pt x="24434" y="24151"/>
                  </a:lnTo>
                  <a:close/>
                  <a:moveTo>
                    <a:pt x="14717" y="24434"/>
                  </a:moveTo>
                  <a:lnTo>
                    <a:pt x="14764" y="24481"/>
                  </a:lnTo>
                  <a:lnTo>
                    <a:pt x="14764" y="24481"/>
                  </a:lnTo>
                  <a:lnTo>
                    <a:pt x="14811" y="24434"/>
                  </a:lnTo>
                  <a:close/>
                  <a:moveTo>
                    <a:pt x="2924" y="1"/>
                  </a:moveTo>
                  <a:lnTo>
                    <a:pt x="2641" y="95"/>
                  </a:lnTo>
                  <a:lnTo>
                    <a:pt x="2547" y="378"/>
                  </a:lnTo>
                  <a:lnTo>
                    <a:pt x="2547" y="189"/>
                  </a:lnTo>
                  <a:lnTo>
                    <a:pt x="2453" y="378"/>
                  </a:lnTo>
                  <a:lnTo>
                    <a:pt x="2358" y="567"/>
                  </a:lnTo>
                  <a:lnTo>
                    <a:pt x="2453" y="944"/>
                  </a:lnTo>
                  <a:lnTo>
                    <a:pt x="2358" y="850"/>
                  </a:lnTo>
                  <a:lnTo>
                    <a:pt x="2170" y="944"/>
                  </a:lnTo>
                  <a:lnTo>
                    <a:pt x="2358" y="944"/>
                  </a:lnTo>
                  <a:lnTo>
                    <a:pt x="2453" y="1133"/>
                  </a:lnTo>
                  <a:lnTo>
                    <a:pt x="2264" y="1227"/>
                  </a:lnTo>
                  <a:lnTo>
                    <a:pt x="2170" y="1227"/>
                  </a:lnTo>
                  <a:lnTo>
                    <a:pt x="2170" y="1604"/>
                  </a:lnTo>
                  <a:lnTo>
                    <a:pt x="2075" y="1887"/>
                  </a:lnTo>
                  <a:lnTo>
                    <a:pt x="1792" y="2453"/>
                  </a:lnTo>
                  <a:lnTo>
                    <a:pt x="1415" y="3019"/>
                  </a:lnTo>
                  <a:lnTo>
                    <a:pt x="1321" y="3397"/>
                  </a:lnTo>
                  <a:lnTo>
                    <a:pt x="1321" y="3680"/>
                  </a:lnTo>
                  <a:lnTo>
                    <a:pt x="1226" y="3774"/>
                  </a:lnTo>
                  <a:lnTo>
                    <a:pt x="1226" y="3963"/>
                  </a:lnTo>
                  <a:lnTo>
                    <a:pt x="1321" y="4529"/>
                  </a:lnTo>
                  <a:lnTo>
                    <a:pt x="1226" y="4529"/>
                  </a:lnTo>
                  <a:lnTo>
                    <a:pt x="1132" y="4435"/>
                  </a:lnTo>
                  <a:lnTo>
                    <a:pt x="1038" y="4340"/>
                  </a:lnTo>
                  <a:lnTo>
                    <a:pt x="943" y="4340"/>
                  </a:lnTo>
                  <a:lnTo>
                    <a:pt x="1038" y="4435"/>
                  </a:lnTo>
                  <a:lnTo>
                    <a:pt x="1132" y="4623"/>
                  </a:lnTo>
                  <a:lnTo>
                    <a:pt x="1038" y="4812"/>
                  </a:lnTo>
                  <a:lnTo>
                    <a:pt x="849" y="4906"/>
                  </a:lnTo>
                  <a:lnTo>
                    <a:pt x="943" y="4906"/>
                  </a:lnTo>
                  <a:lnTo>
                    <a:pt x="943" y="5001"/>
                  </a:lnTo>
                  <a:lnTo>
                    <a:pt x="943" y="5189"/>
                  </a:lnTo>
                  <a:lnTo>
                    <a:pt x="755" y="5284"/>
                  </a:lnTo>
                  <a:lnTo>
                    <a:pt x="566" y="5378"/>
                  </a:lnTo>
                  <a:lnTo>
                    <a:pt x="566" y="5472"/>
                  </a:lnTo>
                  <a:lnTo>
                    <a:pt x="755" y="5567"/>
                  </a:lnTo>
                  <a:lnTo>
                    <a:pt x="849" y="5661"/>
                  </a:lnTo>
                  <a:lnTo>
                    <a:pt x="755" y="5755"/>
                  </a:lnTo>
                  <a:lnTo>
                    <a:pt x="472" y="5755"/>
                  </a:lnTo>
                  <a:lnTo>
                    <a:pt x="566" y="6604"/>
                  </a:lnTo>
                  <a:lnTo>
                    <a:pt x="566" y="7076"/>
                  </a:lnTo>
                  <a:lnTo>
                    <a:pt x="566" y="7265"/>
                  </a:lnTo>
                  <a:lnTo>
                    <a:pt x="755" y="7265"/>
                  </a:lnTo>
                  <a:lnTo>
                    <a:pt x="849" y="7359"/>
                  </a:lnTo>
                  <a:lnTo>
                    <a:pt x="849" y="7453"/>
                  </a:lnTo>
                  <a:lnTo>
                    <a:pt x="755" y="7548"/>
                  </a:lnTo>
                  <a:lnTo>
                    <a:pt x="566" y="7453"/>
                  </a:lnTo>
                  <a:lnTo>
                    <a:pt x="566" y="7736"/>
                  </a:lnTo>
                  <a:lnTo>
                    <a:pt x="566" y="8114"/>
                  </a:lnTo>
                  <a:lnTo>
                    <a:pt x="472" y="8019"/>
                  </a:lnTo>
                  <a:lnTo>
                    <a:pt x="472" y="7925"/>
                  </a:lnTo>
                  <a:lnTo>
                    <a:pt x="472" y="7831"/>
                  </a:lnTo>
                  <a:lnTo>
                    <a:pt x="377" y="7925"/>
                  </a:lnTo>
                  <a:lnTo>
                    <a:pt x="377" y="8680"/>
                  </a:lnTo>
                  <a:lnTo>
                    <a:pt x="283" y="8868"/>
                  </a:lnTo>
                  <a:lnTo>
                    <a:pt x="189" y="8963"/>
                  </a:lnTo>
                  <a:lnTo>
                    <a:pt x="94" y="8963"/>
                  </a:lnTo>
                  <a:lnTo>
                    <a:pt x="0" y="9151"/>
                  </a:lnTo>
                  <a:lnTo>
                    <a:pt x="94" y="9340"/>
                  </a:lnTo>
                  <a:lnTo>
                    <a:pt x="189" y="9434"/>
                  </a:lnTo>
                  <a:lnTo>
                    <a:pt x="283" y="9623"/>
                  </a:lnTo>
                  <a:lnTo>
                    <a:pt x="283" y="9812"/>
                  </a:lnTo>
                  <a:lnTo>
                    <a:pt x="94" y="9717"/>
                  </a:lnTo>
                  <a:lnTo>
                    <a:pt x="94" y="9906"/>
                  </a:lnTo>
                  <a:lnTo>
                    <a:pt x="189" y="10000"/>
                  </a:lnTo>
                  <a:lnTo>
                    <a:pt x="283" y="10095"/>
                  </a:lnTo>
                  <a:lnTo>
                    <a:pt x="283" y="10378"/>
                  </a:lnTo>
                  <a:lnTo>
                    <a:pt x="94" y="10095"/>
                  </a:lnTo>
                  <a:lnTo>
                    <a:pt x="94" y="10283"/>
                  </a:lnTo>
                  <a:lnTo>
                    <a:pt x="94" y="10566"/>
                  </a:lnTo>
                  <a:lnTo>
                    <a:pt x="94" y="11510"/>
                  </a:lnTo>
                  <a:lnTo>
                    <a:pt x="189" y="12453"/>
                  </a:lnTo>
                  <a:lnTo>
                    <a:pt x="377" y="13208"/>
                  </a:lnTo>
                  <a:lnTo>
                    <a:pt x="566" y="13680"/>
                  </a:lnTo>
                  <a:lnTo>
                    <a:pt x="849" y="14340"/>
                  </a:lnTo>
                  <a:lnTo>
                    <a:pt x="1132" y="14906"/>
                  </a:lnTo>
                  <a:lnTo>
                    <a:pt x="1226" y="15189"/>
                  </a:lnTo>
                  <a:lnTo>
                    <a:pt x="1132" y="15378"/>
                  </a:lnTo>
                  <a:lnTo>
                    <a:pt x="1321" y="15944"/>
                  </a:lnTo>
                  <a:lnTo>
                    <a:pt x="1698" y="16510"/>
                  </a:lnTo>
                  <a:lnTo>
                    <a:pt x="2453" y="17736"/>
                  </a:lnTo>
                  <a:lnTo>
                    <a:pt x="3019" y="18491"/>
                  </a:lnTo>
                  <a:lnTo>
                    <a:pt x="3679" y="19057"/>
                  </a:lnTo>
                  <a:lnTo>
                    <a:pt x="3491" y="19246"/>
                  </a:lnTo>
                  <a:lnTo>
                    <a:pt x="3774" y="19434"/>
                  </a:lnTo>
                  <a:lnTo>
                    <a:pt x="3868" y="19434"/>
                  </a:lnTo>
                  <a:lnTo>
                    <a:pt x="4151" y="19623"/>
                  </a:lnTo>
                  <a:lnTo>
                    <a:pt x="4245" y="19906"/>
                  </a:lnTo>
                  <a:lnTo>
                    <a:pt x="4434" y="20189"/>
                  </a:lnTo>
                  <a:lnTo>
                    <a:pt x="4717" y="20378"/>
                  </a:lnTo>
                  <a:lnTo>
                    <a:pt x="4623" y="20472"/>
                  </a:lnTo>
                  <a:lnTo>
                    <a:pt x="4717" y="20472"/>
                  </a:lnTo>
                  <a:lnTo>
                    <a:pt x="4811" y="20566"/>
                  </a:lnTo>
                  <a:lnTo>
                    <a:pt x="5566" y="21321"/>
                  </a:lnTo>
                  <a:lnTo>
                    <a:pt x="5849" y="21604"/>
                  </a:lnTo>
                  <a:lnTo>
                    <a:pt x="6415" y="22076"/>
                  </a:lnTo>
                  <a:lnTo>
                    <a:pt x="6415" y="21887"/>
                  </a:lnTo>
                  <a:lnTo>
                    <a:pt x="6604" y="21793"/>
                  </a:lnTo>
                  <a:lnTo>
                    <a:pt x="6604" y="21793"/>
                  </a:lnTo>
                  <a:lnTo>
                    <a:pt x="6509" y="21981"/>
                  </a:lnTo>
                  <a:lnTo>
                    <a:pt x="6604" y="21887"/>
                  </a:lnTo>
                  <a:lnTo>
                    <a:pt x="6698" y="21887"/>
                  </a:lnTo>
                  <a:lnTo>
                    <a:pt x="6698" y="22076"/>
                  </a:lnTo>
                  <a:lnTo>
                    <a:pt x="6509" y="22076"/>
                  </a:lnTo>
                  <a:lnTo>
                    <a:pt x="7075" y="22547"/>
                  </a:lnTo>
                  <a:lnTo>
                    <a:pt x="7924" y="23113"/>
                  </a:lnTo>
                  <a:lnTo>
                    <a:pt x="8773" y="23585"/>
                  </a:lnTo>
                  <a:lnTo>
                    <a:pt x="9245" y="23679"/>
                  </a:lnTo>
                  <a:lnTo>
                    <a:pt x="9622" y="23679"/>
                  </a:lnTo>
                  <a:lnTo>
                    <a:pt x="9528" y="23868"/>
                  </a:lnTo>
                  <a:lnTo>
                    <a:pt x="9622" y="23962"/>
                  </a:lnTo>
                  <a:lnTo>
                    <a:pt x="10094" y="24151"/>
                  </a:lnTo>
                  <a:lnTo>
                    <a:pt x="10660" y="24151"/>
                  </a:lnTo>
                  <a:lnTo>
                    <a:pt x="11226" y="24340"/>
                  </a:lnTo>
                  <a:lnTo>
                    <a:pt x="11981" y="24811"/>
                  </a:lnTo>
                  <a:lnTo>
                    <a:pt x="13113" y="25377"/>
                  </a:lnTo>
                  <a:lnTo>
                    <a:pt x="13490" y="25377"/>
                  </a:lnTo>
                  <a:lnTo>
                    <a:pt x="13868" y="25472"/>
                  </a:lnTo>
                  <a:lnTo>
                    <a:pt x="14811" y="25660"/>
                  </a:lnTo>
                  <a:lnTo>
                    <a:pt x="16320" y="26226"/>
                  </a:lnTo>
                  <a:lnTo>
                    <a:pt x="16415" y="26132"/>
                  </a:lnTo>
                  <a:lnTo>
                    <a:pt x="16604" y="26038"/>
                  </a:lnTo>
                  <a:lnTo>
                    <a:pt x="17264" y="26132"/>
                  </a:lnTo>
                  <a:lnTo>
                    <a:pt x="18490" y="26321"/>
                  </a:lnTo>
                  <a:lnTo>
                    <a:pt x="19056" y="26415"/>
                  </a:lnTo>
                  <a:lnTo>
                    <a:pt x="19811" y="26415"/>
                  </a:lnTo>
                  <a:lnTo>
                    <a:pt x="19905" y="26226"/>
                  </a:lnTo>
                  <a:lnTo>
                    <a:pt x="20094" y="26132"/>
                  </a:lnTo>
                  <a:lnTo>
                    <a:pt x="20283" y="26132"/>
                  </a:lnTo>
                  <a:lnTo>
                    <a:pt x="20188" y="26321"/>
                  </a:lnTo>
                  <a:lnTo>
                    <a:pt x="20754" y="26226"/>
                  </a:lnTo>
                  <a:lnTo>
                    <a:pt x="21415" y="26132"/>
                  </a:lnTo>
                  <a:lnTo>
                    <a:pt x="21981" y="26038"/>
                  </a:lnTo>
                  <a:lnTo>
                    <a:pt x="22641" y="25849"/>
                  </a:lnTo>
                  <a:lnTo>
                    <a:pt x="22641" y="25943"/>
                  </a:lnTo>
                  <a:lnTo>
                    <a:pt x="23113" y="25943"/>
                  </a:lnTo>
                  <a:lnTo>
                    <a:pt x="23679" y="25849"/>
                  </a:lnTo>
                  <a:lnTo>
                    <a:pt x="24151" y="25566"/>
                  </a:lnTo>
                  <a:lnTo>
                    <a:pt x="24811" y="25283"/>
                  </a:lnTo>
                  <a:lnTo>
                    <a:pt x="25943" y="24906"/>
                  </a:lnTo>
                  <a:lnTo>
                    <a:pt x="26603" y="24717"/>
                  </a:lnTo>
                  <a:lnTo>
                    <a:pt x="27358" y="24340"/>
                  </a:lnTo>
                  <a:lnTo>
                    <a:pt x="28113" y="23962"/>
                  </a:lnTo>
                  <a:lnTo>
                    <a:pt x="28867" y="23396"/>
                  </a:lnTo>
                  <a:lnTo>
                    <a:pt x="28867" y="23491"/>
                  </a:lnTo>
                  <a:lnTo>
                    <a:pt x="28773" y="23585"/>
                  </a:lnTo>
                  <a:lnTo>
                    <a:pt x="28679" y="23679"/>
                  </a:lnTo>
                  <a:lnTo>
                    <a:pt x="28490" y="23868"/>
                  </a:lnTo>
                  <a:lnTo>
                    <a:pt x="28396" y="23868"/>
                  </a:lnTo>
                  <a:lnTo>
                    <a:pt x="28490" y="23962"/>
                  </a:lnTo>
                  <a:lnTo>
                    <a:pt x="29056" y="23302"/>
                  </a:lnTo>
                  <a:lnTo>
                    <a:pt x="29433" y="23113"/>
                  </a:lnTo>
                  <a:lnTo>
                    <a:pt x="29528" y="23113"/>
                  </a:lnTo>
                  <a:lnTo>
                    <a:pt x="29528" y="23208"/>
                  </a:lnTo>
                  <a:lnTo>
                    <a:pt x="30094" y="22736"/>
                  </a:lnTo>
                  <a:lnTo>
                    <a:pt x="30377" y="22547"/>
                  </a:lnTo>
                  <a:lnTo>
                    <a:pt x="30660" y="22264"/>
                  </a:lnTo>
                  <a:lnTo>
                    <a:pt x="30754" y="22264"/>
                  </a:lnTo>
                  <a:lnTo>
                    <a:pt x="30754" y="22170"/>
                  </a:lnTo>
                  <a:lnTo>
                    <a:pt x="30754" y="21981"/>
                  </a:lnTo>
                  <a:lnTo>
                    <a:pt x="30754" y="21793"/>
                  </a:lnTo>
                  <a:lnTo>
                    <a:pt x="31132" y="21793"/>
                  </a:lnTo>
                  <a:lnTo>
                    <a:pt x="31226" y="21981"/>
                  </a:lnTo>
                  <a:lnTo>
                    <a:pt x="31415" y="21604"/>
                  </a:lnTo>
                  <a:lnTo>
                    <a:pt x="31509" y="21510"/>
                  </a:lnTo>
                  <a:lnTo>
                    <a:pt x="31603" y="21510"/>
                  </a:lnTo>
                  <a:lnTo>
                    <a:pt x="31698" y="21227"/>
                  </a:lnTo>
                  <a:lnTo>
                    <a:pt x="31886" y="21038"/>
                  </a:lnTo>
                  <a:lnTo>
                    <a:pt x="32264" y="20566"/>
                  </a:lnTo>
                  <a:lnTo>
                    <a:pt x="33207" y="20000"/>
                  </a:lnTo>
                  <a:lnTo>
                    <a:pt x="33018" y="20000"/>
                  </a:lnTo>
                  <a:lnTo>
                    <a:pt x="33396" y="19434"/>
                  </a:lnTo>
                  <a:lnTo>
                    <a:pt x="33584" y="18963"/>
                  </a:lnTo>
                  <a:lnTo>
                    <a:pt x="33679" y="18679"/>
                  </a:lnTo>
                  <a:lnTo>
                    <a:pt x="33962" y="18491"/>
                  </a:lnTo>
                  <a:lnTo>
                    <a:pt x="34150" y="18679"/>
                  </a:lnTo>
                  <a:lnTo>
                    <a:pt x="34339" y="18019"/>
                  </a:lnTo>
                  <a:lnTo>
                    <a:pt x="34433" y="18113"/>
                  </a:lnTo>
                  <a:lnTo>
                    <a:pt x="34528" y="18019"/>
                  </a:lnTo>
                  <a:lnTo>
                    <a:pt x="34622" y="17736"/>
                  </a:lnTo>
                  <a:lnTo>
                    <a:pt x="34716" y="17642"/>
                  </a:lnTo>
                  <a:lnTo>
                    <a:pt x="34905" y="17359"/>
                  </a:lnTo>
                  <a:lnTo>
                    <a:pt x="35282" y="16887"/>
                  </a:lnTo>
                  <a:lnTo>
                    <a:pt x="35282" y="16981"/>
                  </a:lnTo>
                  <a:lnTo>
                    <a:pt x="35282" y="17076"/>
                  </a:lnTo>
                  <a:lnTo>
                    <a:pt x="35282" y="17170"/>
                  </a:lnTo>
                  <a:lnTo>
                    <a:pt x="35377" y="17170"/>
                  </a:lnTo>
                  <a:lnTo>
                    <a:pt x="35565" y="16510"/>
                  </a:lnTo>
                  <a:lnTo>
                    <a:pt x="35754" y="16132"/>
                  </a:lnTo>
                  <a:lnTo>
                    <a:pt x="35943" y="15755"/>
                  </a:lnTo>
                  <a:lnTo>
                    <a:pt x="36226" y="15189"/>
                  </a:lnTo>
                  <a:lnTo>
                    <a:pt x="36698" y="14340"/>
                  </a:lnTo>
                  <a:lnTo>
                    <a:pt x="37075" y="13114"/>
                  </a:lnTo>
                  <a:lnTo>
                    <a:pt x="37358" y="12359"/>
                  </a:lnTo>
                  <a:lnTo>
                    <a:pt x="37452" y="12170"/>
                  </a:lnTo>
                  <a:lnTo>
                    <a:pt x="37641" y="11887"/>
                  </a:lnTo>
                  <a:lnTo>
                    <a:pt x="37641" y="11982"/>
                  </a:lnTo>
                  <a:lnTo>
                    <a:pt x="37641" y="12076"/>
                  </a:lnTo>
                  <a:lnTo>
                    <a:pt x="37735" y="11604"/>
                  </a:lnTo>
                  <a:lnTo>
                    <a:pt x="37547" y="11699"/>
                  </a:lnTo>
                  <a:lnTo>
                    <a:pt x="37452" y="11416"/>
                  </a:lnTo>
                  <a:lnTo>
                    <a:pt x="37547" y="11416"/>
                  </a:lnTo>
                  <a:lnTo>
                    <a:pt x="37641" y="11321"/>
                  </a:lnTo>
                  <a:lnTo>
                    <a:pt x="37735" y="11321"/>
                  </a:lnTo>
                  <a:lnTo>
                    <a:pt x="37735" y="11227"/>
                  </a:lnTo>
                  <a:lnTo>
                    <a:pt x="37641" y="10944"/>
                  </a:lnTo>
                  <a:lnTo>
                    <a:pt x="37735" y="10472"/>
                  </a:lnTo>
                  <a:lnTo>
                    <a:pt x="37924" y="10661"/>
                  </a:lnTo>
                  <a:lnTo>
                    <a:pt x="37830" y="10378"/>
                  </a:lnTo>
                  <a:lnTo>
                    <a:pt x="37924" y="10095"/>
                  </a:lnTo>
                  <a:lnTo>
                    <a:pt x="37924" y="10283"/>
                  </a:lnTo>
                  <a:lnTo>
                    <a:pt x="38018" y="10283"/>
                  </a:lnTo>
                  <a:lnTo>
                    <a:pt x="38207" y="9906"/>
                  </a:lnTo>
                  <a:lnTo>
                    <a:pt x="38301" y="9812"/>
                  </a:lnTo>
                  <a:lnTo>
                    <a:pt x="38113" y="9623"/>
                  </a:lnTo>
                  <a:lnTo>
                    <a:pt x="38113" y="9434"/>
                  </a:lnTo>
                  <a:lnTo>
                    <a:pt x="38113" y="9246"/>
                  </a:lnTo>
                  <a:lnTo>
                    <a:pt x="38018" y="8963"/>
                  </a:lnTo>
                  <a:lnTo>
                    <a:pt x="38207" y="9151"/>
                  </a:lnTo>
                  <a:lnTo>
                    <a:pt x="38301" y="9057"/>
                  </a:lnTo>
                  <a:lnTo>
                    <a:pt x="38490" y="8680"/>
                  </a:lnTo>
                  <a:lnTo>
                    <a:pt x="38679" y="8302"/>
                  </a:lnTo>
                  <a:lnTo>
                    <a:pt x="38490" y="8302"/>
                  </a:lnTo>
                  <a:lnTo>
                    <a:pt x="38490" y="8114"/>
                  </a:lnTo>
                  <a:lnTo>
                    <a:pt x="38490" y="7831"/>
                  </a:lnTo>
                  <a:lnTo>
                    <a:pt x="38584" y="7642"/>
                  </a:lnTo>
                  <a:lnTo>
                    <a:pt x="38584" y="7359"/>
                  </a:lnTo>
                  <a:lnTo>
                    <a:pt x="38396" y="6793"/>
                  </a:lnTo>
                  <a:lnTo>
                    <a:pt x="38207" y="6321"/>
                  </a:lnTo>
                  <a:lnTo>
                    <a:pt x="38301" y="6321"/>
                  </a:lnTo>
                  <a:lnTo>
                    <a:pt x="38396" y="6416"/>
                  </a:lnTo>
                  <a:lnTo>
                    <a:pt x="38396" y="6133"/>
                  </a:lnTo>
                  <a:lnTo>
                    <a:pt x="38490" y="5850"/>
                  </a:lnTo>
                  <a:lnTo>
                    <a:pt x="38490" y="5567"/>
                  </a:lnTo>
                  <a:lnTo>
                    <a:pt x="38584" y="5567"/>
                  </a:lnTo>
                  <a:lnTo>
                    <a:pt x="38679" y="5661"/>
                  </a:lnTo>
                  <a:lnTo>
                    <a:pt x="38490" y="5189"/>
                  </a:lnTo>
                  <a:lnTo>
                    <a:pt x="38679" y="5284"/>
                  </a:lnTo>
                  <a:lnTo>
                    <a:pt x="38584" y="5001"/>
                  </a:lnTo>
                  <a:lnTo>
                    <a:pt x="38490" y="5095"/>
                  </a:lnTo>
                  <a:lnTo>
                    <a:pt x="38396" y="5095"/>
                  </a:lnTo>
                  <a:lnTo>
                    <a:pt x="38396" y="5001"/>
                  </a:lnTo>
                  <a:lnTo>
                    <a:pt x="38301" y="5095"/>
                  </a:lnTo>
                  <a:lnTo>
                    <a:pt x="38207" y="5189"/>
                  </a:lnTo>
                  <a:lnTo>
                    <a:pt x="38301" y="5378"/>
                  </a:lnTo>
                  <a:lnTo>
                    <a:pt x="38396" y="5755"/>
                  </a:lnTo>
                  <a:lnTo>
                    <a:pt x="38396" y="5755"/>
                  </a:lnTo>
                  <a:lnTo>
                    <a:pt x="38207" y="5661"/>
                  </a:lnTo>
                  <a:lnTo>
                    <a:pt x="38396" y="5944"/>
                  </a:lnTo>
                  <a:lnTo>
                    <a:pt x="38207" y="6038"/>
                  </a:lnTo>
                  <a:lnTo>
                    <a:pt x="38113" y="5944"/>
                  </a:lnTo>
                  <a:lnTo>
                    <a:pt x="38113" y="6038"/>
                  </a:lnTo>
                  <a:lnTo>
                    <a:pt x="38113" y="6133"/>
                  </a:lnTo>
                  <a:lnTo>
                    <a:pt x="38113" y="6416"/>
                  </a:lnTo>
                  <a:lnTo>
                    <a:pt x="38018" y="6416"/>
                  </a:lnTo>
                  <a:lnTo>
                    <a:pt x="38018" y="6887"/>
                  </a:lnTo>
                  <a:lnTo>
                    <a:pt x="38018" y="7076"/>
                  </a:lnTo>
                  <a:lnTo>
                    <a:pt x="38113" y="7170"/>
                  </a:lnTo>
                  <a:lnTo>
                    <a:pt x="38207" y="7170"/>
                  </a:lnTo>
                  <a:lnTo>
                    <a:pt x="38301" y="7359"/>
                  </a:lnTo>
                  <a:lnTo>
                    <a:pt x="37830" y="7548"/>
                  </a:lnTo>
                  <a:lnTo>
                    <a:pt x="38018" y="7642"/>
                  </a:lnTo>
                  <a:lnTo>
                    <a:pt x="38113" y="8019"/>
                  </a:lnTo>
                  <a:lnTo>
                    <a:pt x="38113" y="8302"/>
                  </a:lnTo>
                  <a:lnTo>
                    <a:pt x="38018" y="8397"/>
                  </a:lnTo>
                  <a:lnTo>
                    <a:pt x="37830" y="8397"/>
                  </a:lnTo>
                  <a:lnTo>
                    <a:pt x="37924" y="8585"/>
                  </a:lnTo>
                  <a:lnTo>
                    <a:pt x="38018" y="8774"/>
                  </a:lnTo>
                  <a:lnTo>
                    <a:pt x="37924" y="8963"/>
                  </a:lnTo>
                  <a:lnTo>
                    <a:pt x="37830" y="8774"/>
                  </a:lnTo>
                  <a:lnTo>
                    <a:pt x="37641" y="8868"/>
                  </a:lnTo>
                  <a:lnTo>
                    <a:pt x="37735" y="8963"/>
                  </a:lnTo>
                  <a:lnTo>
                    <a:pt x="37735" y="9246"/>
                  </a:lnTo>
                  <a:lnTo>
                    <a:pt x="37641" y="9812"/>
                  </a:lnTo>
                  <a:lnTo>
                    <a:pt x="37358" y="10378"/>
                  </a:lnTo>
                  <a:lnTo>
                    <a:pt x="37169" y="10755"/>
                  </a:lnTo>
                  <a:lnTo>
                    <a:pt x="37358" y="11038"/>
                  </a:lnTo>
                  <a:lnTo>
                    <a:pt x="37264" y="11321"/>
                  </a:lnTo>
                  <a:lnTo>
                    <a:pt x="37075" y="11227"/>
                  </a:lnTo>
                  <a:lnTo>
                    <a:pt x="37075" y="11321"/>
                  </a:lnTo>
                  <a:lnTo>
                    <a:pt x="37075" y="11604"/>
                  </a:lnTo>
                  <a:lnTo>
                    <a:pt x="36981" y="11510"/>
                  </a:lnTo>
                  <a:lnTo>
                    <a:pt x="36886" y="11887"/>
                  </a:lnTo>
                  <a:lnTo>
                    <a:pt x="36792" y="12265"/>
                  </a:lnTo>
                  <a:lnTo>
                    <a:pt x="36886" y="12359"/>
                  </a:lnTo>
                  <a:lnTo>
                    <a:pt x="37169" y="12359"/>
                  </a:lnTo>
                  <a:lnTo>
                    <a:pt x="37264" y="12548"/>
                  </a:lnTo>
                  <a:lnTo>
                    <a:pt x="37075" y="12453"/>
                  </a:lnTo>
                  <a:lnTo>
                    <a:pt x="36981" y="12548"/>
                  </a:lnTo>
                  <a:lnTo>
                    <a:pt x="36886" y="12359"/>
                  </a:lnTo>
                  <a:lnTo>
                    <a:pt x="36981" y="12642"/>
                  </a:lnTo>
                  <a:lnTo>
                    <a:pt x="36981" y="12642"/>
                  </a:lnTo>
                  <a:lnTo>
                    <a:pt x="36886" y="12548"/>
                  </a:lnTo>
                  <a:lnTo>
                    <a:pt x="36792" y="12453"/>
                  </a:lnTo>
                  <a:lnTo>
                    <a:pt x="36414" y="13114"/>
                  </a:lnTo>
                  <a:lnTo>
                    <a:pt x="36320" y="13491"/>
                  </a:lnTo>
                  <a:lnTo>
                    <a:pt x="36320" y="13868"/>
                  </a:lnTo>
                  <a:lnTo>
                    <a:pt x="35754" y="15095"/>
                  </a:lnTo>
                  <a:lnTo>
                    <a:pt x="35377" y="15755"/>
                  </a:lnTo>
                  <a:lnTo>
                    <a:pt x="34999" y="16227"/>
                  </a:lnTo>
                  <a:lnTo>
                    <a:pt x="34999" y="16038"/>
                  </a:lnTo>
                  <a:lnTo>
                    <a:pt x="34716" y="16321"/>
                  </a:lnTo>
                  <a:lnTo>
                    <a:pt x="34528" y="16698"/>
                  </a:lnTo>
                  <a:lnTo>
                    <a:pt x="34528" y="16698"/>
                  </a:lnTo>
                  <a:lnTo>
                    <a:pt x="34716" y="16604"/>
                  </a:lnTo>
                  <a:lnTo>
                    <a:pt x="34150" y="17170"/>
                  </a:lnTo>
                  <a:lnTo>
                    <a:pt x="33584" y="17736"/>
                  </a:lnTo>
                  <a:lnTo>
                    <a:pt x="33679" y="17830"/>
                  </a:lnTo>
                  <a:lnTo>
                    <a:pt x="33773" y="17736"/>
                  </a:lnTo>
                  <a:lnTo>
                    <a:pt x="33867" y="17736"/>
                  </a:lnTo>
                  <a:lnTo>
                    <a:pt x="33867" y="17830"/>
                  </a:lnTo>
                  <a:lnTo>
                    <a:pt x="33679" y="17925"/>
                  </a:lnTo>
                  <a:lnTo>
                    <a:pt x="33490" y="18019"/>
                  </a:lnTo>
                  <a:lnTo>
                    <a:pt x="33396" y="18113"/>
                  </a:lnTo>
                  <a:lnTo>
                    <a:pt x="33207" y="18208"/>
                  </a:lnTo>
                  <a:lnTo>
                    <a:pt x="33113" y="18585"/>
                  </a:lnTo>
                  <a:lnTo>
                    <a:pt x="33207" y="18679"/>
                  </a:lnTo>
                  <a:lnTo>
                    <a:pt x="33207" y="18774"/>
                  </a:lnTo>
                  <a:lnTo>
                    <a:pt x="33018" y="18963"/>
                  </a:lnTo>
                  <a:lnTo>
                    <a:pt x="32924" y="18963"/>
                  </a:lnTo>
                  <a:lnTo>
                    <a:pt x="32924" y="18868"/>
                  </a:lnTo>
                  <a:lnTo>
                    <a:pt x="32924" y="18679"/>
                  </a:lnTo>
                  <a:lnTo>
                    <a:pt x="32735" y="18868"/>
                  </a:lnTo>
                  <a:lnTo>
                    <a:pt x="32641" y="18963"/>
                  </a:lnTo>
                  <a:lnTo>
                    <a:pt x="32547" y="18963"/>
                  </a:lnTo>
                  <a:lnTo>
                    <a:pt x="32547" y="19057"/>
                  </a:lnTo>
                  <a:lnTo>
                    <a:pt x="32735" y="18963"/>
                  </a:lnTo>
                  <a:lnTo>
                    <a:pt x="32735" y="18963"/>
                  </a:lnTo>
                  <a:lnTo>
                    <a:pt x="32075" y="19717"/>
                  </a:lnTo>
                  <a:lnTo>
                    <a:pt x="31698" y="20000"/>
                  </a:lnTo>
                  <a:lnTo>
                    <a:pt x="31603" y="20000"/>
                  </a:lnTo>
                  <a:lnTo>
                    <a:pt x="31603" y="19906"/>
                  </a:lnTo>
                  <a:lnTo>
                    <a:pt x="31320" y="20095"/>
                  </a:lnTo>
                  <a:lnTo>
                    <a:pt x="31037" y="20283"/>
                  </a:lnTo>
                  <a:lnTo>
                    <a:pt x="31132" y="20095"/>
                  </a:lnTo>
                  <a:lnTo>
                    <a:pt x="30943" y="20283"/>
                  </a:lnTo>
                  <a:lnTo>
                    <a:pt x="31132" y="20378"/>
                  </a:lnTo>
                  <a:lnTo>
                    <a:pt x="31037" y="20661"/>
                  </a:lnTo>
                  <a:lnTo>
                    <a:pt x="30849" y="20849"/>
                  </a:lnTo>
                  <a:lnTo>
                    <a:pt x="30754" y="20944"/>
                  </a:lnTo>
                  <a:lnTo>
                    <a:pt x="30660" y="20849"/>
                  </a:lnTo>
                  <a:lnTo>
                    <a:pt x="30849" y="20755"/>
                  </a:lnTo>
                  <a:lnTo>
                    <a:pt x="30754" y="20755"/>
                  </a:lnTo>
                  <a:lnTo>
                    <a:pt x="30754" y="20661"/>
                  </a:lnTo>
                  <a:lnTo>
                    <a:pt x="30754" y="20566"/>
                  </a:lnTo>
                  <a:lnTo>
                    <a:pt x="30660" y="20661"/>
                  </a:lnTo>
                  <a:lnTo>
                    <a:pt x="30471" y="20849"/>
                  </a:lnTo>
                  <a:lnTo>
                    <a:pt x="30094" y="21038"/>
                  </a:lnTo>
                  <a:lnTo>
                    <a:pt x="30188" y="21038"/>
                  </a:lnTo>
                  <a:lnTo>
                    <a:pt x="30188" y="21227"/>
                  </a:lnTo>
                  <a:lnTo>
                    <a:pt x="29905" y="21604"/>
                  </a:lnTo>
                  <a:lnTo>
                    <a:pt x="30188" y="21415"/>
                  </a:lnTo>
                  <a:lnTo>
                    <a:pt x="29905" y="21793"/>
                  </a:lnTo>
                  <a:lnTo>
                    <a:pt x="29905" y="21698"/>
                  </a:lnTo>
                  <a:lnTo>
                    <a:pt x="29811" y="21793"/>
                  </a:lnTo>
                  <a:lnTo>
                    <a:pt x="29716" y="21887"/>
                  </a:lnTo>
                  <a:lnTo>
                    <a:pt x="29339" y="21981"/>
                  </a:lnTo>
                  <a:lnTo>
                    <a:pt x="28867" y="21981"/>
                  </a:lnTo>
                  <a:lnTo>
                    <a:pt x="28773" y="22076"/>
                  </a:lnTo>
                  <a:lnTo>
                    <a:pt x="28584" y="22170"/>
                  </a:lnTo>
                  <a:lnTo>
                    <a:pt x="28679" y="22264"/>
                  </a:lnTo>
                  <a:lnTo>
                    <a:pt x="28679" y="22453"/>
                  </a:lnTo>
                  <a:lnTo>
                    <a:pt x="28962" y="22076"/>
                  </a:lnTo>
                  <a:lnTo>
                    <a:pt x="28867" y="22453"/>
                  </a:lnTo>
                  <a:lnTo>
                    <a:pt x="29150" y="22264"/>
                  </a:lnTo>
                  <a:lnTo>
                    <a:pt x="29150" y="22359"/>
                  </a:lnTo>
                  <a:lnTo>
                    <a:pt x="28679" y="22642"/>
                  </a:lnTo>
                  <a:lnTo>
                    <a:pt x="28490" y="22547"/>
                  </a:lnTo>
                  <a:lnTo>
                    <a:pt x="28396" y="22453"/>
                  </a:lnTo>
                  <a:lnTo>
                    <a:pt x="28301" y="22453"/>
                  </a:lnTo>
                  <a:lnTo>
                    <a:pt x="28207" y="22547"/>
                  </a:lnTo>
                  <a:lnTo>
                    <a:pt x="27924" y="22736"/>
                  </a:lnTo>
                  <a:lnTo>
                    <a:pt x="27641" y="22925"/>
                  </a:lnTo>
                  <a:lnTo>
                    <a:pt x="27735" y="22925"/>
                  </a:lnTo>
                  <a:lnTo>
                    <a:pt x="26886" y="23491"/>
                  </a:lnTo>
                  <a:lnTo>
                    <a:pt x="26132" y="23962"/>
                  </a:lnTo>
                  <a:lnTo>
                    <a:pt x="26132" y="23774"/>
                  </a:lnTo>
                  <a:lnTo>
                    <a:pt x="26226" y="23585"/>
                  </a:lnTo>
                  <a:lnTo>
                    <a:pt x="25754" y="23868"/>
                  </a:lnTo>
                  <a:lnTo>
                    <a:pt x="25471" y="24151"/>
                  </a:lnTo>
                  <a:lnTo>
                    <a:pt x="25377" y="24245"/>
                  </a:lnTo>
                  <a:lnTo>
                    <a:pt x="25471" y="24340"/>
                  </a:lnTo>
                  <a:lnTo>
                    <a:pt x="25188" y="24245"/>
                  </a:lnTo>
                  <a:lnTo>
                    <a:pt x="24905" y="24245"/>
                  </a:lnTo>
                  <a:lnTo>
                    <a:pt x="24434" y="24340"/>
                  </a:lnTo>
                  <a:lnTo>
                    <a:pt x="23585" y="24811"/>
                  </a:lnTo>
                  <a:lnTo>
                    <a:pt x="23207" y="24906"/>
                  </a:lnTo>
                  <a:lnTo>
                    <a:pt x="22924" y="25000"/>
                  </a:lnTo>
                  <a:lnTo>
                    <a:pt x="22830" y="24906"/>
                  </a:lnTo>
                  <a:lnTo>
                    <a:pt x="22924" y="24811"/>
                  </a:lnTo>
                  <a:lnTo>
                    <a:pt x="22830" y="24717"/>
                  </a:lnTo>
                  <a:lnTo>
                    <a:pt x="21886" y="24717"/>
                  </a:lnTo>
                  <a:lnTo>
                    <a:pt x="21509" y="24906"/>
                  </a:lnTo>
                  <a:lnTo>
                    <a:pt x="21037" y="25189"/>
                  </a:lnTo>
                  <a:lnTo>
                    <a:pt x="20660" y="25283"/>
                  </a:lnTo>
                  <a:lnTo>
                    <a:pt x="20754" y="25189"/>
                  </a:lnTo>
                  <a:lnTo>
                    <a:pt x="20754" y="25094"/>
                  </a:lnTo>
                  <a:lnTo>
                    <a:pt x="20471" y="25283"/>
                  </a:lnTo>
                  <a:lnTo>
                    <a:pt x="20377" y="25377"/>
                  </a:lnTo>
                  <a:lnTo>
                    <a:pt x="20188" y="25094"/>
                  </a:lnTo>
                  <a:lnTo>
                    <a:pt x="20471" y="25094"/>
                  </a:lnTo>
                  <a:lnTo>
                    <a:pt x="20094" y="25000"/>
                  </a:lnTo>
                  <a:lnTo>
                    <a:pt x="19339" y="25094"/>
                  </a:lnTo>
                  <a:lnTo>
                    <a:pt x="18019" y="25377"/>
                  </a:lnTo>
                  <a:lnTo>
                    <a:pt x="18019" y="25377"/>
                  </a:lnTo>
                  <a:lnTo>
                    <a:pt x="18679" y="25000"/>
                  </a:lnTo>
                  <a:lnTo>
                    <a:pt x="18396" y="25000"/>
                  </a:lnTo>
                  <a:lnTo>
                    <a:pt x="18113" y="25094"/>
                  </a:lnTo>
                  <a:lnTo>
                    <a:pt x="17830" y="25094"/>
                  </a:lnTo>
                  <a:lnTo>
                    <a:pt x="17075" y="25000"/>
                  </a:lnTo>
                  <a:lnTo>
                    <a:pt x="15943" y="24717"/>
                  </a:lnTo>
                  <a:lnTo>
                    <a:pt x="15094" y="24623"/>
                  </a:lnTo>
                  <a:lnTo>
                    <a:pt x="14811" y="24528"/>
                  </a:lnTo>
                  <a:lnTo>
                    <a:pt x="14764" y="24481"/>
                  </a:lnTo>
                  <a:lnTo>
                    <a:pt x="14764" y="24481"/>
                  </a:lnTo>
                  <a:lnTo>
                    <a:pt x="14717" y="24528"/>
                  </a:lnTo>
                  <a:lnTo>
                    <a:pt x="14339" y="24340"/>
                  </a:lnTo>
                  <a:lnTo>
                    <a:pt x="13868" y="24057"/>
                  </a:lnTo>
                  <a:lnTo>
                    <a:pt x="13868" y="24057"/>
                  </a:lnTo>
                  <a:lnTo>
                    <a:pt x="14056" y="24245"/>
                  </a:lnTo>
                  <a:lnTo>
                    <a:pt x="13868" y="24245"/>
                  </a:lnTo>
                  <a:lnTo>
                    <a:pt x="13679" y="24151"/>
                  </a:lnTo>
                  <a:lnTo>
                    <a:pt x="13585" y="23962"/>
                  </a:lnTo>
                  <a:lnTo>
                    <a:pt x="13396" y="23962"/>
                  </a:lnTo>
                  <a:lnTo>
                    <a:pt x="13490" y="23868"/>
                  </a:lnTo>
                  <a:lnTo>
                    <a:pt x="12924" y="23868"/>
                  </a:lnTo>
                  <a:lnTo>
                    <a:pt x="12170" y="23679"/>
                  </a:lnTo>
                  <a:lnTo>
                    <a:pt x="11509" y="23491"/>
                  </a:lnTo>
                  <a:lnTo>
                    <a:pt x="11226" y="23302"/>
                  </a:lnTo>
                  <a:lnTo>
                    <a:pt x="11132" y="23113"/>
                  </a:lnTo>
                  <a:lnTo>
                    <a:pt x="10755" y="23113"/>
                  </a:lnTo>
                  <a:lnTo>
                    <a:pt x="10472" y="22925"/>
                  </a:lnTo>
                  <a:lnTo>
                    <a:pt x="10566" y="22925"/>
                  </a:lnTo>
                  <a:lnTo>
                    <a:pt x="10094" y="22736"/>
                  </a:lnTo>
                  <a:lnTo>
                    <a:pt x="9717" y="22642"/>
                  </a:lnTo>
                  <a:lnTo>
                    <a:pt x="9339" y="22642"/>
                  </a:lnTo>
                  <a:lnTo>
                    <a:pt x="9339" y="22453"/>
                  </a:lnTo>
                  <a:lnTo>
                    <a:pt x="9339" y="22264"/>
                  </a:lnTo>
                  <a:lnTo>
                    <a:pt x="9056" y="21981"/>
                  </a:lnTo>
                  <a:lnTo>
                    <a:pt x="7924" y="21321"/>
                  </a:lnTo>
                  <a:lnTo>
                    <a:pt x="7453" y="21038"/>
                  </a:lnTo>
                  <a:lnTo>
                    <a:pt x="6887" y="20566"/>
                  </a:lnTo>
                  <a:lnTo>
                    <a:pt x="6132" y="19906"/>
                  </a:lnTo>
                  <a:lnTo>
                    <a:pt x="5755" y="19717"/>
                  </a:lnTo>
                  <a:lnTo>
                    <a:pt x="5660" y="19623"/>
                  </a:lnTo>
                  <a:lnTo>
                    <a:pt x="5472" y="19623"/>
                  </a:lnTo>
                  <a:lnTo>
                    <a:pt x="5283" y="19246"/>
                  </a:lnTo>
                  <a:lnTo>
                    <a:pt x="4906" y="18774"/>
                  </a:lnTo>
                  <a:lnTo>
                    <a:pt x="4528" y="18302"/>
                  </a:lnTo>
                  <a:lnTo>
                    <a:pt x="4151" y="18019"/>
                  </a:lnTo>
                  <a:lnTo>
                    <a:pt x="4151" y="17736"/>
                  </a:lnTo>
                  <a:lnTo>
                    <a:pt x="4057" y="17547"/>
                  </a:lnTo>
                  <a:lnTo>
                    <a:pt x="3679" y="17076"/>
                  </a:lnTo>
                  <a:lnTo>
                    <a:pt x="3868" y="17076"/>
                  </a:lnTo>
                  <a:lnTo>
                    <a:pt x="3113" y="16887"/>
                  </a:lnTo>
                  <a:lnTo>
                    <a:pt x="3207" y="16604"/>
                  </a:lnTo>
                  <a:lnTo>
                    <a:pt x="3113" y="16227"/>
                  </a:lnTo>
                  <a:lnTo>
                    <a:pt x="2924" y="15849"/>
                  </a:lnTo>
                  <a:lnTo>
                    <a:pt x="2641" y="15661"/>
                  </a:lnTo>
                  <a:lnTo>
                    <a:pt x="2736" y="15566"/>
                  </a:lnTo>
                  <a:lnTo>
                    <a:pt x="2641" y="15472"/>
                  </a:lnTo>
                  <a:lnTo>
                    <a:pt x="2453" y="15095"/>
                  </a:lnTo>
                  <a:lnTo>
                    <a:pt x="1981" y="14529"/>
                  </a:lnTo>
                  <a:lnTo>
                    <a:pt x="2170" y="14434"/>
                  </a:lnTo>
                  <a:lnTo>
                    <a:pt x="1981" y="14340"/>
                  </a:lnTo>
                  <a:lnTo>
                    <a:pt x="1887" y="14246"/>
                  </a:lnTo>
                  <a:lnTo>
                    <a:pt x="1792" y="14151"/>
                  </a:lnTo>
                  <a:lnTo>
                    <a:pt x="1604" y="13680"/>
                  </a:lnTo>
                  <a:lnTo>
                    <a:pt x="1698" y="13774"/>
                  </a:lnTo>
                  <a:lnTo>
                    <a:pt x="1698" y="13774"/>
                  </a:lnTo>
                  <a:lnTo>
                    <a:pt x="1509" y="13302"/>
                  </a:lnTo>
                  <a:lnTo>
                    <a:pt x="1321" y="12831"/>
                  </a:lnTo>
                  <a:lnTo>
                    <a:pt x="1226" y="12453"/>
                  </a:lnTo>
                  <a:lnTo>
                    <a:pt x="1226" y="12170"/>
                  </a:lnTo>
                  <a:lnTo>
                    <a:pt x="1321" y="11982"/>
                  </a:lnTo>
                  <a:lnTo>
                    <a:pt x="1415" y="12453"/>
                  </a:lnTo>
                  <a:lnTo>
                    <a:pt x="1509" y="12359"/>
                  </a:lnTo>
                  <a:lnTo>
                    <a:pt x="1792" y="12359"/>
                  </a:lnTo>
                  <a:lnTo>
                    <a:pt x="1604" y="12170"/>
                  </a:lnTo>
                  <a:lnTo>
                    <a:pt x="1604" y="11887"/>
                  </a:lnTo>
                  <a:lnTo>
                    <a:pt x="1509" y="11227"/>
                  </a:lnTo>
                  <a:lnTo>
                    <a:pt x="1415" y="11132"/>
                  </a:lnTo>
                  <a:lnTo>
                    <a:pt x="1415" y="10944"/>
                  </a:lnTo>
                  <a:lnTo>
                    <a:pt x="1321" y="10849"/>
                  </a:lnTo>
                  <a:lnTo>
                    <a:pt x="1226" y="10849"/>
                  </a:lnTo>
                  <a:lnTo>
                    <a:pt x="1226" y="11038"/>
                  </a:lnTo>
                  <a:lnTo>
                    <a:pt x="1321" y="11321"/>
                  </a:lnTo>
                  <a:lnTo>
                    <a:pt x="1132" y="11227"/>
                  </a:lnTo>
                  <a:lnTo>
                    <a:pt x="1132" y="11132"/>
                  </a:lnTo>
                  <a:lnTo>
                    <a:pt x="1132" y="11038"/>
                  </a:lnTo>
                  <a:lnTo>
                    <a:pt x="943" y="10849"/>
                  </a:lnTo>
                  <a:lnTo>
                    <a:pt x="1038" y="10661"/>
                  </a:lnTo>
                  <a:lnTo>
                    <a:pt x="1132" y="10378"/>
                  </a:lnTo>
                  <a:lnTo>
                    <a:pt x="1226" y="9812"/>
                  </a:lnTo>
                  <a:lnTo>
                    <a:pt x="1132" y="9340"/>
                  </a:lnTo>
                  <a:lnTo>
                    <a:pt x="1132" y="9151"/>
                  </a:lnTo>
                  <a:lnTo>
                    <a:pt x="1226" y="9057"/>
                  </a:lnTo>
                  <a:lnTo>
                    <a:pt x="1226" y="8491"/>
                  </a:lnTo>
                  <a:lnTo>
                    <a:pt x="1321" y="7831"/>
                  </a:lnTo>
                  <a:lnTo>
                    <a:pt x="1604" y="6416"/>
                  </a:lnTo>
                  <a:lnTo>
                    <a:pt x="1981" y="4906"/>
                  </a:lnTo>
                  <a:lnTo>
                    <a:pt x="2453" y="3302"/>
                  </a:lnTo>
                  <a:lnTo>
                    <a:pt x="2736" y="2359"/>
                  </a:lnTo>
                  <a:lnTo>
                    <a:pt x="2924" y="1887"/>
                  </a:lnTo>
                  <a:lnTo>
                    <a:pt x="3019" y="1416"/>
                  </a:lnTo>
                  <a:lnTo>
                    <a:pt x="3302" y="1133"/>
                  </a:lnTo>
                  <a:lnTo>
                    <a:pt x="3491" y="755"/>
                  </a:lnTo>
                  <a:lnTo>
                    <a:pt x="3585" y="567"/>
                  </a:lnTo>
                  <a:lnTo>
                    <a:pt x="3585" y="472"/>
                  </a:lnTo>
                  <a:lnTo>
                    <a:pt x="3491" y="378"/>
                  </a:lnTo>
                  <a:lnTo>
                    <a:pt x="3302" y="284"/>
                  </a:lnTo>
                  <a:lnTo>
                    <a:pt x="3207" y="95"/>
                  </a:lnTo>
                  <a:lnTo>
                    <a:pt x="31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1091875" y="1951850"/>
              <a:ext cx="188700" cy="136800"/>
            </a:xfrm>
            <a:custGeom>
              <a:rect b="b" l="l" r="r" t="t"/>
              <a:pathLst>
                <a:path extrusionOk="0" h="5472" w="7548">
                  <a:moveTo>
                    <a:pt x="5000" y="0"/>
                  </a:moveTo>
                  <a:lnTo>
                    <a:pt x="4812" y="95"/>
                  </a:lnTo>
                  <a:lnTo>
                    <a:pt x="4717" y="95"/>
                  </a:lnTo>
                  <a:lnTo>
                    <a:pt x="4340" y="472"/>
                  </a:lnTo>
                  <a:lnTo>
                    <a:pt x="4057" y="566"/>
                  </a:lnTo>
                  <a:lnTo>
                    <a:pt x="3774" y="566"/>
                  </a:lnTo>
                  <a:lnTo>
                    <a:pt x="3397" y="378"/>
                  </a:lnTo>
                  <a:lnTo>
                    <a:pt x="3208" y="944"/>
                  </a:lnTo>
                  <a:lnTo>
                    <a:pt x="2548" y="1887"/>
                  </a:lnTo>
                  <a:lnTo>
                    <a:pt x="2170" y="2359"/>
                  </a:lnTo>
                  <a:lnTo>
                    <a:pt x="1793" y="2736"/>
                  </a:lnTo>
                  <a:lnTo>
                    <a:pt x="1415" y="2925"/>
                  </a:lnTo>
                  <a:lnTo>
                    <a:pt x="1321" y="2925"/>
                  </a:lnTo>
                  <a:lnTo>
                    <a:pt x="1227" y="2831"/>
                  </a:lnTo>
                  <a:lnTo>
                    <a:pt x="1321" y="3114"/>
                  </a:lnTo>
                  <a:lnTo>
                    <a:pt x="1132" y="3114"/>
                  </a:lnTo>
                  <a:lnTo>
                    <a:pt x="1227" y="3302"/>
                  </a:lnTo>
                  <a:lnTo>
                    <a:pt x="1227" y="3208"/>
                  </a:lnTo>
                  <a:lnTo>
                    <a:pt x="1321" y="3302"/>
                  </a:lnTo>
                  <a:lnTo>
                    <a:pt x="1510" y="3491"/>
                  </a:lnTo>
                  <a:lnTo>
                    <a:pt x="1321" y="3397"/>
                  </a:lnTo>
                  <a:lnTo>
                    <a:pt x="1132" y="3491"/>
                  </a:lnTo>
                  <a:lnTo>
                    <a:pt x="755" y="3963"/>
                  </a:lnTo>
                  <a:lnTo>
                    <a:pt x="472" y="4529"/>
                  </a:lnTo>
                  <a:lnTo>
                    <a:pt x="283" y="4623"/>
                  </a:lnTo>
                  <a:lnTo>
                    <a:pt x="0" y="4623"/>
                  </a:lnTo>
                  <a:lnTo>
                    <a:pt x="378" y="5095"/>
                  </a:lnTo>
                  <a:lnTo>
                    <a:pt x="944" y="5472"/>
                  </a:lnTo>
                  <a:lnTo>
                    <a:pt x="849" y="5378"/>
                  </a:lnTo>
                  <a:lnTo>
                    <a:pt x="944" y="5283"/>
                  </a:lnTo>
                  <a:lnTo>
                    <a:pt x="1132" y="5189"/>
                  </a:lnTo>
                  <a:lnTo>
                    <a:pt x="1321" y="5000"/>
                  </a:lnTo>
                  <a:lnTo>
                    <a:pt x="1321" y="4812"/>
                  </a:lnTo>
                  <a:lnTo>
                    <a:pt x="1227" y="4623"/>
                  </a:lnTo>
                  <a:lnTo>
                    <a:pt x="1227" y="4623"/>
                  </a:lnTo>
                  <a:lnTo>
                    <a:pt x="1510" y="4812"/>
                  </a:lnTo>
                  <a:lnTo>
                    <a:pt x="1415" y="4717"/>
                  </a:lnTo>
                  <a:lnTo>
                    <a:pt x="1415" y="4717"/>
                  </a:lnTo>
                  <a:lnTo>
                    <a:pt x="1604" y="4812"/>
                  </a:lnTo>
                  <a:lnTo>
                    <a:pt x="1698" y="4906"/>
                  </a:lnTo>
                  <a:lnTo>
                    <a:pt x="1604" y="4717"/>
                  </a:lnTo>
                  <a:lnTo>
                    <a:pt x="1415" y="4151"/>
                  </a:lnTo>
                  <a:lnTo>
                    <a:pt x="1510" y="4340"/>
                  </a:lnTo>
                  <a:lnTo>
                    <a:pt x="1887" y="4529"/>
                  </a:lnTo>
                  <a:lnTo>
                    <a:pt x="4812" y="1321"/>
                  </a:lnTo>
                  <a:lnTo>
                    <a:pt x="4812" y="1415"/>
                  </a:lnTo>
                  <a:lnTo>
                    <a:pt x="4812" y="1510"/>
                  </a:lnTo>
                  <a:lnTo>
                    <a:pt x="5095" y="1510"/>
                  </a:lnTo>
                  <a:lnTo>
                    <a:pt x="5000" y="1604"/>
                  </a:lnTo>
                  <a:lnTo>
                    <a:pt x="5000" y="1698"/>
                  </a:lnTo>
                  <a:lnTo>
                    <a:pt x="5189" y="1981"/>
                  </a:lnTo>
                  <a:lnTo>
                    <a:pt x="5472" y="2264"/>
                  </a:lnTo>
                  <a:lnTo>
                    <a:pt x="5661" y="2264"/>
                  </a:lnTo>
                  <a:lnTo>
                    <a:pt x="5944" y="2170"/>
                  </a:lnTo>
                  <a:lnTo>
                    <a:pt x="5661" y="2359"/>
                  </a:lnTo>
                  <a:lnTo>
                    <a:pt x="5566" y="2453"/>
                  </a:lnTo>
                  <a:lnTo>
                    <a:pt x="5566" y="2642"/>
                  </a:lnTo>
                  <a:lnTo>
                    <a:pt x="5661" y="2736"/>
                  </a:lnTo>
                  <a:lnTo>
                    <a:pt x="5944" y="2831"/>
                  </a:lnTo>
                  <a:lnTo>
                    <a:pt x="6132" y="2831"/>
                  </a:lnTo>
                  <a:lnTo>
                    <a:pt x="6227" y="3114"/>
                  </a:lnTo>
                  <a:lnTo>
                    <a:pt x="6415" y="3585"/>
                  </a:lnTo>
                  <a:lnTo>
                    <a:pt x="6698" y="4057"/>
                  </a:lnTo>
                  <a:lnTo>
                    <a:pt x="6887" y="4151"/>
                  </a:lnTo>
                  <a:lnTo>
                    <a:pt x="7076" y="4151"/>
                  </a:lnTo>
                  <a:lnTo>
                    <a:pt x="6887" y="4340"/>
                  </a:lnTo>
                  <a:lnTo>
                    <a:pt x="6793" y="4434"/>
                  </a:lnTo>
                  <a:lnTo>
                    <a:pt x="6887" y="4529"/>
                  </a:lnTo>
                  <a:lnTo>
                    <a:pt x="7076" y="4717"/>
                  </a:lnTo>
                  <a:lnTo>
                    <a:pt x="7453" y="4812"/>
                  </a:lnTo>
                  <a:lnTo>
                    <a:pt x="7264" y="5000"/>
                  </a:lnTo>
                  <a:lnTo>
                    <a:pt x="7076" y="5095"/>
                  </a:lnTo>
                  <a:lnTo>
                    <a:pt x="7359" y="5095"/>
                  </a:lnTo>
                  <a:lnTo>
                    <a:pt x="7547" y="4717"/>
                  </a:lnTo>
                  <a:lnTo>
                    <a:pt x="7453" y="4623"/>
                  </a:lnTo>
                  <a:lnTo>
                    <a:pt x="7264" y="4717"/>
                  </a:lnTo>
                  <a:lnTo>
                    <a:pt x="7453" y="4434"/>
                  </a:lnTo>
                  <a:lnTo>
                    <a:pt x="7453" y="4340"/>
                  </a:lnTo>
                  <a:lnTo>
                    <a:pt x="7453" y="4151"/>
                  </a:lnTo>
                  <a:lnTo>
                    <a:pt x="7170" y="3963"/>
                  </a:lnTo>
                  <a:lnTo>
                    <a:pt x="6793" y="3868"/>
                  </a:lnTo>
                  <a:lnTo>
                    <a:pt x="6981" y="3774"/>
                  </a:lnTo>
                  <a:lnTo>
                    <a:pt x="7264" y="3585"/>
                  </a:lnTo>
                  <a:lnTo>
                    <a:pt x="6981" y="3114"/>
                  </a:lnTo>
                  <a:lnTo>
                    <a:pt x="6698" y="2831"/>
                  </a:lnTo>
                  <a:lnTo>
                    <a:pt x="6415" y="2642"/>
                  </a:lnTo>
                  <a:lnTo>
                    <a:pt x="6604" y="2264"/>
                  </a:lnTo>
                  <a:lnTo>
                    <a:pt x="6887" y="1981"/>
                  </a:lnTo>
                  <a:lnTo>
                    <a:pt x="6415" y="2076"/>
                  </a:lnTo>
                  <a:lnTo>
                    <a:pt x="6604" y="1887"/>
                  </a:lnTo>
                  <a:lnTo>
                    <a:pt x="6227" y="1887"/>
                  </a:lnTo>
                  <a:lnTo>
                    <a:pt x="6415" y="1698"/>
                  </a:lnTo>
                  <a:lnTo>
                    <a:pt x="6510" y="1604"/>
                  </a:lnTo>
                  <a:lnTo>
                    <a:pt x="6510" y="1510"/>
                  </a:lnTo>
                  <a:lnTo>
                    <a:pt x="6227" y="1604"/>
                  </a:lnTo>
                  <a:lnTo>
                    <a:pt x="6132" y="1793"/>
                  </a:lnTo>
                  <a:lnTo>
                    <a:pt x="6132" y="1510"/>
                  </a:lnTo>
                  <a:lnTo>
                    <a:pt x="6038" y="1321"/>
                  </a:lnTo>
                  <a:lnTo>
                    <a:pt x="5755" y="944"/>
                  </a:lnTo>
                  <a:lnTo>
                    <a:pt x="5283" y="566"/>
                  </a:lnTo>
                  <a:lnTo>
                    <a:pt x="5095" y="283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"/>
          <p:cNvGrpSpPr/>
          <p:nvPr/>
        </p:nvGrpSpPr>
        <p:grpSpPr>
          <a:xfrm rot="-9269861">
            <a:off x="6165721" y="1346512"/>
            <a:ext cx="750220" cy="664172"/>
            <a:chOff x="1113100" y="2199475"/>
            <a:chExt cx="801900" cy="709925"/>
          </a:xfrm>
        </p:grpSpPr>
        <p:sp>
          <p:nvSpPr>
            <p:cNvPr id="68" name="Google Shape;68;p1"/>
            <p:cNvSpPr/>
            <p:nvPr/>
          </p:nvSpPr>
          <p:spPr>
            <a:xfrm>
              <a:off x="1113100" y="2291450"/>
              <a:ext cx="735850" cy="617950"/>
            </a:xfrm>
            <a:custGeom>
              <a:rect b="b" l="l" r="r" t="t"/>
              <a:pathLst>
                <a:path extrusionOk="0" h="24718" w="29434">
                  <a:moveTo>
                    <a:pt x="26604" y="13869"/>
                  </a:moveTo>
                  <a:lnTo>
                    <a:pt x="26509" y="13963"/>
                  </a:lnTo>
                  <a:lnTo>
                    <a:pt x="26509" y="14057"/>
                  </a:lnTo>
                  <a:lnTo>
                    <a:pt x="26604" y="14246"/>
                  </a:lnTo>
                  <a:lnTo>
                    <a:pt x="26604" y="13869"/>
                  </a:lnTo>
                  <a:close/>
                  <a:moveTo>
                    <a:pt x="7925" y="23397"/>
                  </a:moveTo>
                  <a:lnTo>
                    <a:pt x="8302" y="23491"/>
                  </a:lnTo>
                  <a:lnTo>
                    <a:pt x="8113" y="23491"/>
                  </a:lnTo>
                  <a:lnTo>
                    <a:pt x="7925" y="23397"/>
                  </a:lnTo>
                  <a:close/>
                  <a:moveTo>
                    <a:pt x="28962" y="1"/>
                  </a:moveTo>
                  <a:lnTo>
                    <a:pt x="28962" y="95"/>
                  </a:lnTo>
                  <a:lnTo>
                    <a:pt x="28774" y="284"/>
                  </a:lnTo>
                  <a:lnTo>
                    <a:pt x="28868" y="284"/>
                  </a:lnTo>
                  <a:lnTo>
                    <a:pt x="28868" y="567"/>
                  </a:lnTo>
                  <a:lnTo>
                    <a:pt x="28679" y="567"/>
                  </a:lnTo>
                  <a:lnTo>
                    <a:pt x="28868" y="661"/>
                  </a:lnTo>
                  <a:lnTo>
                    <a:pt x="28679" y="850"/>
                  </a:lnTo>
                  <a:lnTo>
                    <a:pt x="28679" y="1039"/>
                  </a:lnTo>
                  <a:lnTo>
                    <a:pt x="28585" y="1039"/>
                  </a:lnTo>
                  <a:lnTo>
                    <a:pt x="28491" y="1227"/>
                  </a:lnTo>
                  <a:lnTo>
                    <a:pt x="28679" y="1416"/>
                  </a:lnTo>
                  <a:lnTo>
                    <a:pt x="28962" y="1605"/>
                  </a:lnTo>
                  <a:lnTo>
                    <a:pt x="28585" y="1793"/>
                  </a:lnTo>
                  <a:lnTo>
                    <a:pt x="28868" y="1982"/>
                  </a:lnTo>
                  <a:lnTo>
                    <a:pt x="28962" y="2171"/>
                  </a:lnTo>
                  <a:lnTo>
                    <a:pt x="28868" y="2265"/>
                  </a:lnTo>
                  <a:lnTo>
                    <a:pt x="28774" y="2359"/>
                  </a:lnTo>
                  <a:lnTo>
                    <a:pt x="28868" y="2359"/>
                  </a:lnTo>
                  <a:lnTo>
                    <a:pt x="28774" y="2454"/>
                  </a:lnTo>
                  <a:lnTo>
                    <a:pt x="28868" y="2548"/>
                  </a:lnTo>
                  <a:lnTo>
                    <a:pt x="28868" y="2642"/>
                  </a:lnTo>
                  <a:lnTo>
                    <a:pt x="28585" y="2642"/>
                  </a:lnTo>
                  <a:lnTo>
                    <a:pt x="28679" y="2737"/>
                  </a:lnTo>
                  <a:lnTo>
                    <a:pt x="28774" y="2831"/>
                  </a:lnTo>
                  <a:lnTo>
                    <a:pt x="28774" y="3303"/>
                  </a:lnTo>
                  <a:lnTo>
                    <a:pt x="28679" y="3680"/>
                  </a:lnTo>
                  <a:lnTo>
                    <a:pt x="28585" y="3963"/>
                  </a:lnTo>
                  <a:lnTo>
                    <a:pt x="28774" y="4058"/>
                  </a:lnTo>
                  <a:lnTo>
                    <a:pt x="28774" y="4341"/>
                  </a:lnTo>
                  <a:lnTo>
                    <a:pt x="28585" y="4246"/>
                  </a:lnTo>
                  <a:lnTo>
                    <a:pt x="28585" y="4341"/>
                  </a:lnTo>
                  <a:lnTo>
                    <a:pt x="28679" y="4435"/>
                  </a:lnTo>
                  <a:lnTo>
                    <a:pt x="28491" y="4435"/>
                  </a:lnTo>
                  <a:lnTo>
                    <a:pt x="28585" y="4718"/>
                  </a:lnTo>
                  <a:lnTo>
                    <a:pt x="28491" y="5001"/>
                  </a:lnTo>
                  <a:lnTo>
                    <a:pt x="28774" y="4907"/>
                  </a:lnTo>
                  <a:lnTo>
                    <a:pt x="29057" y="5095"/>
                  </a:lnTo>
                  <a:lnTo>
                    <a:pt x="29057" y="5095"/>
                  </a:lnTo>
                  <a:lnTo>
                    <a:pt x="28774" y="5001"/>
                  </a:lnTo>
                  <a:lnTo>
                    <a:pt x="28679" y="5001"/>
                  </a:lnTo>
                  <a:lnTo>
                    <a:pt x="28774" y="5095"/>
                  </a:lnTo>
                  <a:lnTo>
                    <a:pt x="28585" y="5095"/>
                  </a:lnTo>
                  <a:lnTo>
                    <a:pt x="28396" y="5567"/>
                  </a:lnTo>
                  <a:lnTo>
                    <a:pt x="28396" y="5756"/>
                  </a:lnTo>
                  <a:lnTo>
                    <a:pt x="28585" y="6039"/>
                  </a:lnTo>
                  <a:lnTo>
                    <a:pt x="28396" y="6982"/>
                  </a:lnTo>
                  <a:lnTo>
                    <a:pt x="28302" y="7359"/>
                  </a:lnTo>
                  <a:lnTo>
                    <a:pt x="28113" y="7737"/>
                  </a:lnTo>
                  <a:lnTo>
                    <a:pt x="28113" y="7642"/>
                  </a:lnTo>
                  <a:lnTo>
                    <a:pt x="28113" y="7548"/>
                  </a:lnTo>
                  <a:lnTo>
                    <a:pt x="27830" y="8114"/>
                  </a:lnTo>
                  <a:lnTo>
                    <a:pt x="27830" y="8114"/>
                  </a:lnTo>
                  <a:lnTo>
                    <a:pt x="27924" y="8020"/>
                  </a:lnTo>
                  <a:lnTo>
                    <a:pt x="27453" y="8963"/>
                  </a:lnTo>
                  <a:lnTo>
                    <a:pt x="27736" y="8963"/>
                  </a:lnTo>
                  <a:lnTo>
                    <a:pt x="27547" y="9246"/>
                  </a:lnTo>
                  <a:lnTo>
                    <a:pt x="27547" y="9435"/>
                  </a:lnTo>
                  <a:lnTo>
                    <a:pt x="27641" y="9529"/>
                  </a:lnTo>
                  <a:lnTo>
                    <a:pt x="27641" y="9812"/>
                  </a:lnTo>
                  <a:lnTo>
                    <a:pt x="27547" y="9906"/>
                  </a:lnTo>
                  <a:lnTo>
                    <a:pt x="27453" y="9906"/>
                  </a:lnTo>
                  <a:lnTo>
                    <a:pt x="27358" y="9718"/>
                  </a:lnTo>
                  <a:lnTo>
                    <a:pt x="27264" y="9812"/>
                  </a:lnTo>
                  <a:lnTo>
                    <a:pt x="27075" y="9906"/>
                  </a:lnTo>
                  <a:lnTo>
                    <a:pt x="27170" y="10001"/>
                  </a:lnTo>
                  <a:lnTo>
                    <a:pt x="27075" y="10095"/>
                  </a:lnTo>
                  <a:lnTo>
                    <a:pt x="27075" y="10284"/>
                  </a:lnTo>
                  <a:lnTo>
                    <a:pt x="27170" y="10472"/>
                  </a:lnTo>
                  <a:lnTo>
                    <a:pt x="27170" y="10755"/>
                  </a:lnTo>
                  <a:lnTo>
                    <a:pt x="26792" y="10755"/>
                  </a:lnTo>
                  <a:lnTo>
                    <a:pt x="26698" y="10661"/>
                  </a:lnTo>
                  <a:lnTo>
                    <a:pt x="26698" y="10850"/>
                  </a:lnTo>
                  <a:lnTo>
                    <a:pt x="26604" y="10944"/>
                  </a:lnTo>
                  <a:lnTo>
                    <a:pt x="26415" y="10944"/>
                  </a:lnTo>
                  <a:lnTo>
                    <a:pt x="26415" y="11038"/>
                  </a:lnTo>
                  <a:lnTo>
                    <a:pt x="26509" y="11038"/>
                  </a:lnTo>
                  <a:lnTo>
                    <a:pt x="26604" y="11133"/>
                  </a:lnTo>
                  <a:lnTo>
                    <a:pt x="26604" y="11321"/>
                  </a:lnTo>
                  <a:lnTo>
                    <a:pt x="26604" y="11510"/>
                  </a:lnTo>
                  <a:lnTo>
                    <a:pt x="26509" y="11510"/>
                  </a:lnTo>
                  <a:lnTo>
                    <a:pt x="26509" y="11416"/>
                  </a:lnTo>
                  <a:lnTo>
                    <a:pt x="26415" y="11416"/>
                  </a:lnTo>
                  <a:lnTo>
                    <a:pt x="26415" y="11321"/>
                  </a:lnTo>
                  <a:lnTo>
                    <a:pt x="26321" y="11793"/>
                  </a:lnTo>
                  <a:lnTo>
                    <a:pt x="26226" y="11699"/>
                  </a:lnTo>
                  <a:lnTo>
                    <a:pt x="26132" y="11793"/>
                  </a:lnTo>
                  <a:lnTo>
                    <a:pt x="26226" y="11793"/>
                  </a:lnTo>
                  <a:lnTo>
                    <a:pt x="26321" y="12076"/>
                  </a:lnTo>
                  <a:lnTo>
                    <a:pt x="26415" y="12359"/>
                  </a:lnTo>
                  <a:lnTo>
                    <a:pt x="26038" y="12548"/>
                  </a:lnTo>
                  <a:lnTo>
                    <a:pt x="25755" y="12737"/>
                  </a:lnTo>
                  <a:lnTo>
                    <a:pt x="25660" y="12925"/>
                  </a:lnTo>
                  <a:lnTo>
                    <a:pt x="25755" y="12925"/>
                  </a:lnTo>
                  <a:lnTo>
                    <a:pt x="25755" y="13020"/>
                  </a:lnTo>
                  <a:lnTo>
                    <a:pt x="25849" y="12737"/>
                  </a:lnTo>
                  <a:lnTo>
                    <a:pt x="25943" y="13020"/>
                  </a:lnTo>
                  <a:lnTo>
                    <a:pt x="26038" y="12831"/>
                  </a:lnTo>
                  <a:lnTo>
                    <a:pt x="26132" y="12925"/>
                  </a:lnTo>
                  <a:lnTo>
                    <a:pt x="25943" y="13208"/>
                  </a:lnTo>
                  <a:lnTo>
                    <a:pt x="25660" y="13114"/>
                  </a:lnTo>
                  <a:lnTo>
                    <a:pt x="25472" y="13208"/>
                  </a:lnTo>
                  <a:lnTo>
                    <a:pt x="25377" y="13397"/>
                  </a:lnTo>
                  <a:lnTo>
                    <a:pt x="25283" y="13869"/>
                  </a:lnTo>
                  <a:lnTo>
                    <a:pt x="25189" y="14435"/>
                  </a:lnTo>
                  <a:lnTo>
                    <a:pt x="25094" y="14623"/>
                  </a:lnTo>
                  <a:lnTo>
                    <a:pt x="25000" y="14812"/>
                  </a:lnTo>
                  <a:lnTo>
                    <a:pt x="24906" y="14718"/>
                  </a:lnTo>
                  <a:lnTo>
                    <a:pt x="24811" y="14529"/>
                  </a:lnTo>
                  <a:lnTo>
                    <a:pt x="24717" y="14906"/>
                  </a:lnTo>
                  <a:lnTo>
                    <a:pt x="24717" y="15189"/>
                  </a:lnTo>
                  <a:lnTo>
                    <a:pt x="24717" y="15284"/>
                  </a:lnTo>
                  <a:lnTo>
                    <a:pt x="24811" y="15284"/>
                  </a:lnTo>
                  <a:lnTo>
                    <a:pt x="24528" y="15378"/>
                  </a:lnTo>
                  <a:lnTo>
                    <a:pt x="24340" y="15472"/>
                  </a:lnTo>
                  <a:lnTo>
                    <a:pt x="24057" y="15944"/>
                  </a:lnTo>
                  <a:lnTo>
                    <a:pt x="23962" y="16416"/>
                  </a:lnTo>
                  <a:lnTo>
                    <a:pt x="23774" y="16699"/>
                  </a:lnTo>
                  <a:lnTo>
                    <a:pt x="23396" y="16699"/>
                  </a:lnTo>
                  <a:lnTo>
                    <a:pt x="23208" y="16982"/>
                  </a:lnTo>
                  <a:lnTo>
                    <a:pt x="23019" y="17359"/>
                  </a:lnTo>
                  <a:lnTo>
                    <a:pt x="22830" y="17831"/>
                  </a:lnTo>
                  <a:lnTo>
                    <a:pt x="22830" y="17736"/>
                  </a:lnTo>
                  <a:lnTo>
                    <a:pt x="22736" y="17642"/>
                  </a:lnTo>
                  <a:lnTo>
                    <a:pt x="22736" y="17642"/>
                  </a:lnTo>
                  <a:lnTo>
                    <a:pt x="22830" y="17925"/>
                  </a:lnTo>
                  <a:lnTo>
                    <a:pt x="22453" y="17925"/>
                  </a:lnTo>
                  <a:lnTo>
                    <a:pt x="22547" y="17736"/>
                  </a:lnTo>
                  <a:lnTo>
                    <a:pt x="22453" y="17736"/>
                  </a:lnTo>
                  <a:lnTo>
                    <a:pt x="22359" y="17831"/>
                  </a:lnTo>
                  <a:lnTo>
                    <a:pt x="22264" y="18208"/>
                  </a:lnTo>
                  <a:lnTo>
                    <a:pt x="22170" y="18491"/>
                  </a:lnTo>
                  <a:lnTo>
                    <a:pt x="22076" y="18585"/>
                  </a:lnTo>
                  <a:lnTo>
                    <a:pt x="21887" y="18585"/>
                  </a:lnTo>
                  <a:lnTo>
                    <a:pt x="21698" y="19152"/>
                  </a:lnTo>
                  <a:lnTo>
                    <a:pt x="21604" y="18869"/>
                  </a:lnTo>
                  <a:lnTo>
                    <a:pt x="21604" y="19057"/>
                  </a:lnTo>
                  <a:lnTo>
                    <a:pt x="21415" y="19152"/>
                  </a:lnTo>
                  <a:lnTo>
                    <a:pt x="20943" y="19529"/>
                  </a:lnTo>
                  <a:lnTo>
                    <a:pt x="20377" y="19812"/>
                  </a:lnTo>
                  <a:lnTo>
                    <a:pt x="19906" y="20095"/>
                  </a:lnTo>
                  <a:lnTo>
                    <a:pt x="20094" y="20189"/>
                  </a:lnTo>
                  <a:lnTo>
                    <a:pt x="20189" y="20284"/>
                  </a:lnTo>
                  <a:lnTo>
                    <a:pt x="19906" y="20378"/>
                  </a:lnTo>
                  <a:lnTo>
                    <a:pt x="19906" y="20284"/>
                  </a:lnTo>
                  <a:lnTo>
                    <a:pt x="19811" y="20189"/>
                  </a:lnTo>
                  <a:lnTo>
                    <a:pt x="19811" y="20284"/>
                  </a:lnTo>
                  <a:lnTo>
                    <a:pt x="19811" y="20378"/>
                  </a:lnTo>
                  <a:lnTo>
                    <a:pt x="19245" y="20284"/>
                  </a:lnTo>
                  <a:lnTo>
                    <a:pt x="19340" y="20378"/>
                  </a:lnTo>
                  <a:lnTo>
                    <a:pt x="19245" y="20472"/>
                  </a:lnTo>
                  <a:lnTo>
                    <a:pt x="19434" y="20567"/>
                  </a:lnTo>
                  <a:lnTo>
                    <a:pt x="19340" y="20661"/>
                  </a:lnTo>
                  <a:lnTo>
                    <a:pt x="18962" y="20661"/>
                  </a:lnTo>
                  <a:lnTo>
                    <a:pt x="18585" y="21038"/>
                  </a:lnTo>
                  <a:lnTo>
                    <a:pt x="18113" y="21416"/>
                  </a:lnTo>
                  <a:lnTo>
                    <a:pt x="17736" y="21699"/>
                  </a:lnTo>
                  <a:lnTo>
                    <a:pt x="17359" y="21793"/>
                  </a:lnTo>
                  <a:lnTo>
                    <a:pt x="17076" y="22076"/>
                  </a:lnTo>
                  <a:lnTo>
                    <a:pt x="16793" y="22359"/>
                  </a:lnTo>
                  <a:lnTo>
                    <a:pt x="16698" y="22265"/>
                  </a:lnTo>
                  <a:lnTo>
                    <a:pt x="16604" y="22170"/>
                  </a:lnTo>
                  <a:lnTo>
                    <a:pt x="16321" y="22170"/>
                  </a:lnTo>
                  <a:lnTo>
                    <a:pt x="15849" y="22453"/>
                  </a:lnTo>
                  <a:lnTo>
                    <a:pt x="14340" y="22831"/>
                  </a:lnTo>
                  <a:lnTo>
                    <a:pt x="14340" y="22925"/>
                  </a:lnTo>
                  <a:lnTo>
                    <a:pt x="14340" y="23019"/>
                  </a:lnTo>
                  <a:lnTo>
                    <a:pt x="14245" y="23114"/>
                  </a:lnTo>
                  <a:lnTo>
                    <a:pt x="14057" y="23019"/>
                  </a:lnTo>
                  <a:lnTo>
                    <a:pt x="13962" y="22925"/>
                  </a:lnTo>
                  <a:lnTo>
                    <a:pt x="13774" y="22925"/>
                  </a:lnTo>
                  <a:lnTo>
                    <a:pt x="13774" y="23208"/>
                  </a:lnTo>
                  <a:lnTo>
                    <a:pt x="13491" y="23114"/>
                  </a:lnTo>
                  <a:lnTo>
                    <a:pt x="13113" y="23114"/>
                  </a:lnTo>
                  <a:lnTo>
                    <a:pt x="12642" y="23208"/>
                  </a:lnTo>
                  <a:lnTo>
                    <a:pt x="12453" y="23302"/>
                  </a:lnTo>
                  <a:lnTo>
                    <a:pt x="12076" y="23208"/>
                  </a:lnTo>
                  <a:lnTo>
                    <a:pt x="11793" y="23114"/>
                  </a:lnTo>
                  <a:lnTo>
                    <a:pt x="11510" y="23585"/>
                  </a:lnTo>
                  <a:lnTo>
                    <a:pt x="11321" y="23397"/>
                  </a:lnTo>
                  <a:lnTo>
                    <a:pt x="11132" y="23302"/>
                  </a:lnTo>
                  <a:lnTo>
                    <a:pt x="10849" y="23302"/>
                  </a:lnTo>
                  <a:lnTo>
                    <a:pt x="10566" y="23397"/>
                  </a:lnTo>
                  <a:lnTo>
                    <a:pt x="10566" y="23302"/>
                  </a:lnTo>
                  <a:lnTo>
                    <a:pt x="10189" y="23302"/>
                  </a:lnTo>
                  <a:lnTo>
                    <a:pt x="9717" y="23491"/>
                  </a:lnTo>
                  <a:lnTo>
                    <a:pt x="9717" y="23302"/>
                  </a:lnTo>
                  <a:lnTo>
                    <a:pt x="9623" y="23491"/>
                  </a:lnTo>
                  <a:lnTo>
                    <a:pt x="9434" y="23680"/>
                  </a:lnTo>
                  <a:lnTo>
                    <a:pt x="9340" y="23585"/>
                  </a:lnTo>
                  <a:lnTo>
                    <a:pt x="9434" y="23585"/>
                  </a:lnTo>
                  <a:lnTo>
                    <a:pt x="9340" y="23491"/>
                  </a:lnTo>
                  <a:lnTo>
                    <a:pt x="9246" y="23491"/>
                  </a:lnTo>
                  <a:lnTo>
                    <a:pt x="9246" y="23585"/>
                  </a:lnTo>
                  <a:lnTo>
                    <a:pt x="9151" y="23491"/>
                  </a:lnTo>
                  <a:lnTo>
                    <a:pt x="8868" y="23680"/>
                  </a:lnTo>
                  <a:lnTo>
                    <a:pt x="8774" y="23680"/>
                  </a:lnTo>
                  <a:lnTo>
                    <a:pt x="8680" y="23491"/>
                  </a:lnTo>
                  <a:lnTo>
                    <a:pt x="8585" y="23585"/>
                  </a:lnTo>
                  <a:lnTo>
                    <a:pt x="8491" y="23585"/>
                  </a:lnTo>
                  <a:lnTo>
                    <a:pt x="8397" y="23491"/>
                  </a:lnTo>
                  <a:lnTo>
                    <a:pt x="8302" y="23491"/>
                  </a:lnTo>
                  <a:lnTo>
                    <a:pt x="8208" y="23302"/>
                  </a:lnTo>
                  <a:lnTo>
                    <a:pt x="8302" y="23114"/>
                  </a:lnTo>
                  <a:lnTo>
                    <a:pt x="8302" y="23114"/>
                  </a:lnTo>
                  <a:lnTo>
                    <a:pt x="8019" y="23208"/>
                  </a:lnTo>
                  <a:lnTo>
                    <a:pt x="7642" y="23208"/>
                  </a:lnTo>
                  <a:lnTo>
                    <a:pt x="7359" y="23302"/>
                  </a:lnTo>
                  <a:lnTo>
                    <a:pt x="7264" y="23302"/>
                  </a:lnTo>
                  <a:lnTo>
                    <a:pt x="7264" y="23397"/>
                  </a:lnTo>
                  <a:lnTo>
                    <a:pt x="7547" y="23397"/>
                  </a:lnTo>
                  <a:lnTo>
                    <a:pt x="7453" y="23491"/>
                  </a:lnTo>
                  <a:lnTo>
                    <a:pt x="7359" y="23491"/>
                  </a:lnTo>
                  <a:lnTo>
                    <a:pt x="7170" y="23680"/>
                  </a:lnTo>
                  <a:lnTo>
                    <a:pt x="6981" y="23397"/>
                  </a:lnTo>
                  <a:lnTo>
                    <a:pt x="6698" y="23208"/>
                  </a:lnTo>
                  <a:lnTo>
                    <a:pt x="6604" y="23114"/>
                  </a:lnTo>
                  <a:lnTo>
                    <a:pt x="6415" y="23208"/>
                  </a:lnTo>
                  <a:lnTo>
                    <a:pt x="6227" y="23302"/>
                  </a:lnTo>
                  <a:lnTo>
                    <a:pt x="6132" y="23491"/>
                  </a:lnTo>
                  <a:lnTo>
                    <a:pt x="6038" y="23491"/>
                  </a:lnTo>
                  <a:lnTo>
                    <a:pt x="6038" y="23397"/>
                  </a:lnTo>
                  <a:lnTo>
                    <a:pt x="6132" y="23208"/>
                  </a:lnTo>
                  <a:lnTo>
                    <a:pt x="5849" y="23302"/>
                  </a:lnTo>
                  <a:lnTo>
                    <a:pt x="5661" y="23397"/>
                  </a:lnTo>
                  <a:lnTo>
                    <a:pt x="5095" y="23208"/>
                  </a:lnTo>
                  <a:lnTo>
                    <a:pt x="4057" y="23019"/>
                  </a:lnTo>
                  <a:lnTo>
                    <a:pt x="2925" y="22831"/>
                  </a:lnTo>
                  <a:lnTo>
                    <a:pt x="2265" y="22831"/>
                  </a:lnTo>
                  <a:lnTo>
                    <a:pt x="2265" y="22642"/>
                  </a:lnTo>
                  <a:lnTo>
                    <a:pt x="1887" y="22642"/>
                  </a:lnTo>
                  <a:lnTo>
                    <a:pt x="1510" y="22548"/>
                  </a:lnTo>
                  <a:lnTo>
                    <a:pt x="944" y="22076"/>
                  </a:lnTo>
                  <a:lnTo>
                    <a:pt x="944" y="21887"/>
                  </a:lnTo>
                  <a:lnTo>
                    <a:pt x="1038" y="21699"/>
                  </a:lnTo>
                  <a:lnTo>
                    <a:pt x="755" y="21699"/>
                  </a:lnTo>
                  <a:lnTo>
                    <a:pt x="472" y="21793"/>
                  </a:lnTo>
                  <a:lnTo>
                    <a:pt x="95" y="22076"/>
                  </a:lnTo>
                  <a:lnTo>
                    <a:pt x="0" y="22265"/>
                  </a:lnTo>
                  <a:lnTo>
                    <a:pt x="0" y="22359"/>
                  </a:lnTo>
                  <a:lnTo>
                    <a:pt x="283" y="22453"/>
                  </a:lnTo>
                  <a:lnTo>
                    <a:pt x="189" y="22548"/>
                  </a:lnTo>
                  <a:lnTo>
                    <a:pt x="95" y="22453"/>
                  </a:lnTo>
                  <a:lnTo>
                    <a:pt x="95" y="22642"/>
                  </a:lnTo>
                  <a:lnTo>
                    <a:pt x="283" y="22642"/>
                  </a:lnTo>
                  <a:lnTo>
                    <a:pt x="566" y="22736"/>
                  </a:lnTo>
                  <a:lnTo>
                    <a:pt x="472" y="22831"/>
                  </a:lnTo>
                  <a:lnTo>
                    <a:pt x="472" y="22925"/>
                  </a:lnTo>
                  <a:lnTo>
                    <a:pt x="661" y="22736"/>
                  </a:lnTo>
                  <a:lnTo>
                    <a:pt x="755" y="22925"/>
                  </a:lnTo>
                  <a:lnTo>
                    <a:pt x="755" y="23019"/>
                  </a:lnTo>
                  <a:lnTo>
                    <a:pt x="661" y="23019"/>
                  </a:lnTo>
                  <a:lnTo>
                    <a:pt x="944" y="23114"/>
                  </a:lnTo>
                  <a:lnTo>
                    <a:pt x="1132" y="23208"/>
                  </a:lnTo>
                  <a:lnTo>
                    <a:pt x="1604" y="23397"/>
                  </a:lnTo>
                  <a:lnTo>
                    <a:pt x="1510" y="23491"/>
                  </a:lnTo>
                  <a:lnTo>
                    <a:pt x="1510" y="23585"/>
                  </a:lnTo>
                  <a:lnTo>
                    <a:pt x="1793" y="23680"/>
                  </a:lnTo>
                  <a:lnTo>
                    <a:pt x="2170" y="23774"/>
                  </a:lnTo>
                  <a:lnTo>
                    <a:pt x="2453" y="23774"/>
                  </a:lnTo>
                  <a:lnTo>
                    <a:pt x="2359" y="23868"/>
                  </a:lnTo>
                  <a:lnTo>
                    <a:pt x="2642" y="24057"/>
                  </a:lnTo>
                  <a:lnTo>
                    <a:pt x="2736" y="23868"/>
                  </a:lnTo>
                  <a:lnTo>
                    <a:pt x="3019" y="23680"/>
                  </a:lnTo>
                  <a:lnTo>
                    <a:pt x="2925" y="23963"/>
                  </a:lnTo>
                  <a:lnTo>
                    <a:pt x="2831" y="24151"/>
                  </a:lnTo>
                  <a:lnTo>
                    <a:pt x="3114" y="23868"/>
                  </a:lnTo>
                  <a:lnTo>
                    <a:pt x="3208" y="24151"/>
                  </a:lnTo>
                  <a:lnTo>
                    <a:pt x="3302" y="23963"/>
                  </a:lnTo>
                  <a:lnTo>
                    <a:pt x="3491" y="24057"/>
                  </a:lnTo>
                  <a:lnTo>
                    <a:pt x="3585" y="24340"/>
                  </a:lnTo>
                  <a:lnTo>
                    <a:pt x="3680" y="24246"/>
                  </a:lnTo>
                  <a:lnTo>
                    <a:pt x="3774" y="24057"/>
                  </a:lnTo>
                  <a:lnTo>
                    <a:pt x="3868" y="24151"/>
                  </a:lnTo>
                  <a:lnTo>
                    <a:pt x="3868" y="24340"/>
                  </a:lnTo>
                  <a:lnTo>
                    <a:pt x="4434" y="24151"/>
                  </a:lnTo>
                  <a:lnTo>
                    <a:pt x="4717" y="24057"/>
                  </a:lnTo>
                  <a:lnTo>
                    <a:pt x="4812" y="24151"/>
                  </a:lnTo>
                  <a:lnTo>
                    <a:pt x="4812" y="23868"/>
                  </a:lnTo>
                  <a:lnTo>
                    <a:pt x="5000" y="23774"/>
                  </a:lnTo>
                  <a:lnTo>
                    <a:pt x="5000" y="23868"/>
                  </a:lnTo>
                  <a:lnTo>
                    <a:pt x="4906" y="24057"/>
                  </a:lnTo>
                  <a:lnTo>
                    <a:pt x="5095" y="23963"/>
                  </a:lnTo>
                  <a:lnTo>
                    <a:pt x="5378" y="23963"/>
                  </a:lnTo>
                  <a:lnTo>
                    <a:pt x="5378" y="24151"/>
                  </a:lnTo>
                  <a:lnTo>
                    <a:pt x="5000" y="24151"/>
                  </a:lnTo>
                  <a:lnTo>
                    <a:pt x="5095" y="24246"/>
                  </a:lnTo>
                  <a:lnTo>
                    <a:pt x="5000" y="24246"/>
                  </a:lnTo>
                  <a:lnTo>
                    <a:pt x="5000" y="24434"/>
                  </a:lnTo>
                  <a:lnTo>
                    <a:pt x="5378" y="24434"/>
                  </a:lnTo>
                  <a:lnTo>
                    <a:pt x="5566" y="24246"/>
                  </a:lnTo>
                  <a:lnTo>
                    <a:pt x="5944" y="24340"/>
                  </a:lnTo>
                  <a:lnTo>
                    <a:pt x="6415" y="24340"/>
                  </a:lnTo>
                  <a:lnTo>
                    <a:pt x="6321" y="24434"/>
                  </a:lnTo>
                  <a:lnTo>
                    <a:pt x="6510" y="24434"/>
                  </a:lnTo>
                  <a:lnTo>
                    <a:pt x="6604" y="24340"/>
                  </a:lnTo>
                  <a:lnTo>
                    <a:pt x="6604" y="24246"/>
                  </a:lnTo>
                  <a:lnTo>
                    <a:pt x="6793" y="24340"/>
                  </a:lnTo>
                  <a:lnTo>
                    <a:pt x="6604" y="24434"/>
                  </a:lnTo>
                  <a:lnTo>
                    <a:pt x="6793" y="24434"/>
                  </a:lnTo>
                  <a:lnTo>
                    <a:pt x="6887" y="24340"/>
                  </a:lnTo>
                  <a:lnTo>
                    <a:pt x="6981" y="24434"/>
                  </a:lnTo>
                  <a:lnTo>
                    <a:pt x="7264" y="24434"/>
                  </a:lnTo>
                  <a:lnTo>
                    <a:pt x="7925" y="24623"/>
                  </a:lnTo>
                  <a:lnTo>
                    <a:pt x="8680" y="24623"/>
                  </a:lnTo>
                  <a:lnTo>
                    <a:pt x="9057" y="24529"/>
                  </a:lnTo>
                  <a:lnTo>
                    <a:pt x="9529" y="24529"/>
                  </a:lnTo>
                  <a:lnTo>
                    <a:pt x="10000" y="24623"/>
                  </a:lnTo>
                  <a:lnTo>
                    <a:pt x="10566" y="24717"/>
                  </a:lnTo>
                  <a:lnTo>
                    <a:pt x="11415" y="24623"/>
                  </a:lnTo>
                  <a:lnTo>
                    <a:pt x="12359" y="24529"/>
                  </a:lnTo>
                  <a:lnTo>
                    <a:pt x="12830" y="24340"/>
                  </a:lnTo>
                  <a:lnTo>
                    <a:pt x="12925" y="24529"/>
                  </a:lnTo>
                  <a:lnTo>
                    <a:pt x="13019" y="24340"/>
                  </a:lnTo>
                  <a:lnTo>
                    <a:pt x="13113" y="24529"/>
                  </a:lnTo>
                  <a:lnTo>
                    <a:pt x="13208" y="24434"/>
                  </a:lnTo>
                  <a:lnTo>
                    <a:pt x="13113" y="24340"/>
                  </a:lnTo>
                  <a:lnTo>
                    <a:pt x="13962" y="24340"/>
                  </a:lnTo>
                  <a:lnTo>
                    <a:pt x="13962" y="24434"/>
                  </a:lnTo>
                  <a:lnTo>
                    <a:pt x="13962" y="24529"/>
                  </a:lnTo>
                  <a:lnTo>
                    <a:pt x="14717" y="24246"/>
                  </a:lnTo>
                  <a:lnTo>
                    <a:pt x="15566" y="24057"/>
                  </a:lnTo>
                  <a:lnTo>
                    <a:pt x="15378" y="23963"/>
                  </a:lnTo>
                  <a:lnTo>
                    <a:pt x="15472" y="23868"/>
                  </a:lnTo>
                  <a:lnTo>
                    <a:pt x="15566" y="23963"/>
                  </a:lnTo>
                  <a:lnTo>
                    <a:pt x="15472" y="23774"/>
                  </a:lnTo>
                  <a:lnTo>
                    <a:pt x="15661" y="23868"/>
                  </a:lnTo>
                  <a:lnTo>
                    <a:pt x="15566" y="24057"/>
                  </a:lnTo>
                  <a:lnTo>
                    <a:pt x="16038" y="23963"/>
                  </a:lnTo>
                  <a:lnTo>
                    <a:pt x="16698" y="23680"/>
                  </a:lnTo>
                  <a:lnTo>
                    <a:pt x="17264" y="23397"/>
                  </a:lnTo>
                  <a:lnTo>
                    <a:pt x="17453" y="23208"/>
                  </a:lnTo>
                  <a:lnTo>
                    <a:pt x="17547" y="23019"/>
                  </a:lnTo>
                  <a:lnTo>
                    <a:pt x="17736" y="23114"/>
                  </a:lnTo>
                  <a:lnTo>
                    <a:pt x="17830" y="23114"/>
                  </a:lnTo>
                  <a:lnTo>
                    <a:pt x="18019" y="23019"/>
                  </a:lnTo>
                  <a:lnTo>
                    <a:pt x="18208" y="22736"/>
                  </a:lnTo>
                  <a:lnTo>
                    <a:pt x="18302" y="22548"/>
                  </a:lnTo>
                  <a:lnTo>
                    <a:pt x="18868" y="22359"/>
                  </a:lnTo>
                  <a:lnTo>
                    <a:pt x="19623" y="22076"/>
                  </a:lnTo>
                  <a:lnTo>
                    <a:pt x="20189" y="21699"/>
                  </a:lnTo>
                  <a:lnTo>
                    <a:pt x="20849" y="21227"/>
                  </a:lnTo>
                  <a:lnTo>
                    <a:pt x="21321" y="20755"/>
                  </a:lnTo>
                  <a:lnTo>
                    <a:pt x="21510" y="20472"/>
                  </a:lnTo>
                  <a:lnTo>
                    <a:pt x="22170" y="19906"/>
                  </a:lnTo>
                  <a:lnTo>
                    <a:pt x="22736" y="19435"/>
                  </a:lnTo>
                  <a:lnTo>
                    <a:pt x="23113" y="18963"/>
                  </a:lnTo>
                  <a:lnTo>
                    <a:pt x="23302" y="18585"/>
                  </a:lnTo>
                  <a:lnTo>
                    <a:pt x="23396" y="18774"/>
                  </a:lnTo>
                  <a:lnTo>
                    <a:pt x="23585" y="18397"/>
                  </a:lnTo>
                  <a:lnTo>
                    <a:pt x="23774" y="18114"/>
                  </a:lnTo>
                  <a:lnTo>
                    <a:pt x="24057" y="17736"/>
                  </a:lnTo>
                  <a:lnTo>
                    <a:pt x="24245" y="17453"/>
                  </a:lnTo>
                  <a:lnTo>
                    <a:pt x="24340" y="17453"/>
                  </a:lnTo>
                  <a:lnTo>
                    <a:pt x="24434" y="17359"/>
                  </a:lnTo>
                  <a:lnTo>
                    <a:pt x="24623" y="16982"/>
                  </a:lnTo>
                  <a:lnTo>
                    <a:pt x="25189" y="16227"/>
                  </a:lnTo>
                  <a:lnTo>
                    <a:pt x="25566" y="15661"/>
                  </a:lnTo>
                  <a:lnTo>
                    <a:pt x="25943" y="15189"/>
                  </a:lnTo>
                  <a:lnTo>
                    <a:pt x="26226" y="14529"/>
                  </a:lnTo>
                  <a:lnTo>
                    <a:pt x="26509" y="13680"/>
                  </a:lnTo>
                  <a:lnTo>
                    <a:pt x="26604" y="13869"/>
                  </a:lnTo>
                  <a:lnTo>
                    <a:pt x="26604" y="13586"/>
                  </a:lnTo>
                  <a:lnTo>
                    <a:pt x="26698" y="13303"/>
                  </a:lnTo>
                  <a:lnTo>
                    <a:pt x="26792" y="13303"/>
                  </a:lnTo>
                  <a:lnTo>
                    <a:pt x="26887" y="13397"/>
                  </a:lnTo>
                  <a:lnTo>
                    <a:pt x="27170" y="12831"/>
                  </a:lnTo>
                  <a:lnTo>
                    <a:pt x="27264" y="12548"/>
                  </a:lnTo>
                  <a:lnTo>
                    <a:pt x="27264" y="12454"/>
                  </a:lnTo>
                  <a:lnTo>
                    <a:pt x="26981" y="12076"/>
                  </a:lnTo>
                  <a:lnTo>
                    <a:pt x="27075" y="12171"/>
                  </a:lnTo>
                  <a:lnTo>
                    <a:pt x="27170" y="12076"/>
                  </a:lnTo>
                  <a:lnTo>
                    <a:pt x="27358" y="12076"/>
                  </a:lnTo>
                  <a:lnTo>
                    <a:pt x="27453" y="12171"/>
                  </a:lnTo>
                  <a:lnTo>
                    <a:pt x="27453" y="11982"/>
                  </a:lnTo>
                  <a:lnTo>
                    <a:pt x="27547" y="11793"/>
                  </a:lnTo>
                  <a:lnTo>
                    <a:pt x="27641" y="11793"/>
                  </a:lnTo>
                  <a:lnTo>
                    <a:pt x="27547" y="11510"/>
                  </a:lnTo>
                  <a:lnTo>
                    <a:pt x="27641" y="11133"/>
                  </a:lnTo>
                  <a:lnTo>
                    <a:pt x="27830" y="10755"/>
                  </a:lnTo>
                  <a:lnTo>
                    <a:pt x="27924" y="10661"/>
                  </a:lnTo>
                  <a:lnTo>
                    <a:pt x="28113" y="10661"/>
                  </a:lnTo>
                  <a:lnTo>
                    <a:pt x="28019" y="10378"/>
                  </a:lnTo>
                  <a:lnTo>
                    <a:pt x="28019" y="10284"/>
                  </a:lnTo>
                  <a:lnTo>
                    <a:pt x="28019" y="10095"/>
                  </a:lnTo>
                  <a:lnTo>
                    <a:pt x="28113" y="10284"/>
                  </a:lnTo>
                  <a:lnTo>
                    <a:pt x="28208" y="10001"/>
                  </a:lnTo>
                  <a:lnTo>
                    <a:pt x="28019" y="10001"/>
                  </a:lnTo>
                  <a:lnTo>
                    <a:pt x="27924" y="9906"/>
                  </a:lnTo>
                  <a:lnTo>
                    <a:pt x="28113" y="9718"/>
                  </a:lnTo>
                  <a:lnTo>
                    <a:pt x="28208" y="9718"/>
                  </a:lnTo>
                  <a:lnTo>
                    <a:pt x="28113" y="9529"/>
                  </a:lnTo>
                  <a:lnTo>
                    <a:pt x="28396" y="9529"/>
                  </a:lnTo>
                  <a:lnTo>
                    <a:pt x="28302" y="9057"/>
                  </a:lnTo>
                  <a:lnTo>
                    <a:pt x="28396" y="9057"/>
                  </a:lnTo>
                  <a:lnTo>
                    <a:pt x="28396" y="8963"/>
                  </a:lnTo>
                  <a:lnTo>
                    <a:pt x="28396" y="8774"/>
                  </a:lnTo>
                  <a:lnTo>
                    <a:pt x="28491" y="8491"/>
                  </a:lnTo>
                  <a:lnTo>
                    <a:pt x="28585" y="8114"/>
                  </a:lnTo>
                  <a:lnTo>
                    <a:pt x="28774" y="8303"/>
                  </a:lnTo>
                  <a:lnTo>
                    <a:pt x="28962" y="7454"/>
                  </a:lnTo>
                  <a:lnTo>
                    <a:pt x="29057" y="6699"/>
                  </a:lnTo>
                  <a:lnTo>
                    <a:pt x="29245" y="5661"/>
                  </a:lnTo>
                  <a:lnTo>
                    <a:pt x="29340" y="4718"/>
                  </a:lnTo>
                  <a:lnTo>
                    <a:pt x="29340" y="4341"/>
                  </a:lnTo>
                  <a:lnTo>
                    <a:pt x="29057" y="4435"/>
                  </a:lnTo>
                  <a:lnTo>
                    <a:pt x="28962" y="4435"/>
                  </a:lnTo>
                  <a:lnTo>
                    <a:pt x="28962" y="4246"/>
                  </a:lnTo>
                  <a:lnTo>
                    <a:pt x="29151" y="4341"/>
                  </a:lnTo>
                  <a:lnTo>
                    <a:pt x="29245" y="4152"/>
                  </a:lnTo>
                  <a:lnTo>
                    <a:pt x="29151" y="4152"/>
                  </a:lnTo>
                  <a:lnTo>
                    <a:pt x="29057" y="3963"/>
                  </a:lnTo>
                  <a:lnTo>
                    <a:pt x="28962" y="3680"/>
                  </a:lnTo>
                  <a:lnTo>
                    <a:pt x="28962" y="3680"/>
                  </a:lnTo>
                  <a:lnTo>
                    <a:pt x="29245" y="3774"/>
                  </a:lnTo>
                  <a:lnTo>
                    <a:pt x="29057" y="3586"/>
                  </a:lnTo>
                  <a:lnTo>
                    <a:pt x="29057" y="3397"/>
                  </a:lnTo>
                  <a:lnTo>
                    <a:pt x="29245" y="3586"/>
                  </a:lnTo>
                  <a:lnTo>
                    <a:pt x="29245" y="3491"/>
                  </a:lnTo>
                  <a:lnTo>
                    <a:pt x="29434" y="3114"/>
                  </a:lnTo>
                  <a:lnTo>
                    <a:pt x="29245" y="2925"/>
                  </a:lnTo>
                  <a:lnTo>
                    <a:pt x="28962" y="2642"/>
                  </a:lnTo>
                  <a:lnTo>
                    <a:pt x="28962" y="2642"/>
                  </a:lnTo>
                  <a:lnTo>
                    <a:pt x="29245" y="2831"/>
                  </a:lnTo>
                  <a:lnTo>
                    <a:pt x="29340" y="2737"/>
                  </a:lnTo>
                  <a:lnTo>
                    <a:pt x="29434" y="2359"/>
                  </a:lnTo>
                  <a:lnTo>
                    <a:pt x="29434" y="2265"/>
                  </a:lnTo>
                  <a:lnTo>
                    <a:pt x="29434" y="2171"/>
                  </a:lnTo>
                  <a:lnTo>
                    <a:pt x="29340" y="2171"/>
                  </a:lnTo>
                  <a:lnTo>
                    <a:pt x="28774" y="944"/>
                  </a:lnTo>
                  <a:lnTo>
                    <a:pt x="28962" y="661"/>
                  </a:lnTo>
                  <a:lnTo>
                    <a:pt x="29057" y="473"/>
                  </a:lnTo>
                  <a:lnTo>
                    <a:pt x="29151" y="473"/>
                  </a:lnTo>
                  <a:lnTo>
                    <a:pt x="28868" y="190"/>
                  </a:lnTo>
                  <a:lnTo>
                    <a:pt x="29057" y="190"/>
                  </a:lnTo>
                  <a:lnTo>
                    <a:pt x="28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1745175" y="2199475"/>
              <a:ext cx="169825" cy="162775"/>
            </a:xfrm>
            <a:custGeom>
              <a:rect b="b" l="l" r="r" t="t"/>
              <a:pathLst>
                <a:path extrusionOk="0" h="6511" w="6793">
                  <a:moveTo>
                    <a:pt x="1038" y="6416"/>
                  </a:moveTo>
                  <a:lnTo>
                    <a:pt x="1038" y="6463"/>
                  </a:lnTo>
                  <a:lnTo>
                    <a:pt x="1038" y="6463"/>
                  </a:lnTo>
                  <a:lnTo>
                    <a:pt x="943" y="6416"/>
                  </a:lnTo>
                  <a:close/>
                  <a:moveTo>
                    <a:pt x="2641" y="1"/>
                  </a:moveTo>
                  <a:lnTo>
                    <a:pt x="2641" y="190"/>
                  </a:lnTo>
                  <a:lnTo>
                    <a:pt x="2641" y="473"/>
                  </a:lnTo>
                  <a:lnTo>
                    <a:pt x="2641" y="567"/>
                  </a:lnTo>
                  <a:lnTo>
                    <a:pt x="2547" y="284"/>
                  </a:lnTo>
                  <a:lnTo>
                    <a:pt x="2547" y="756"/>
                  </a:lnTo>
                  <a:lnTo>
                    <a:pt x="2453" y="284"/>
                  </a:lnTo>
                  <a:lnTo>
                    <a:pt x="2453" y="473"/>
                  </a:lnTo>
                  <a:lnTo>
                    <a:pt x="2453" y="661"/>
                  </a:lnTo>
                  <a:lnTo>
                    <a:pt x="2075" y="1227"/>
                  </a:lnTo>
                  <a:lnTo>
                    <a:pt x="1509" y="2171"/>
                  </a:lnTo>
                  <a:lnTo>
                    <a:pt x="849" y="3114"/>
                  </a:lnTo>
                  <a:lnTo>
                    <a:pt x="377" y="3774"/>
                  </a:lnTo>
                  <a:lnTo>
                    <a:pt x="283" y="4152"/>
                  </a:lnTo>
                  <a:lnTo>
                    <a:pt x="472" y="4246"/>
                  </a:lnTo>
                  <a:lnTo>
                    <a:pt x="472" y="4340"/>
                  </a:lnTo>
                  <a:lnTo>
                    <a:pt x="377" y="4435"/>
                  </a:lnTo>
                  <a:lnTo>
                    <a:pt x="283" y="4435"/>
                  </a:lnTo>
                  <a:lnTo>
                    <a:pt x="566" y="4529"/>
                  </a:lnTo>
                  <a:lnTo>
                    <a:pt x="472" y="4435"/>
                  </a:lnTo>
                  <a:lnTo>
                    <a:pt x="566" y="4435"/>
                  </a:lnTo>
                  <a:lnTo>
                    <a:pt x="849" y="4623"/>
                  </a:lnTo>
                  <a:lnTo>
                    <a:pt x="566" y="4623"/>
                  </a:lnTo>
                  <a:lnTo>
                    <a:pt x="472" y="4812"/>
                  </a:lnTo>
                  <a:lnTo>
                    <a:pt x="377" y="5284"/>
                  </a:lnTo>
                  <a:lnTo>
                    <a:pt x="283" y="5944"/>
                  </a:lnTo>
                  <a:lnTo>
                    <a:pt x="189" y="6133"/>
                  </a:lnTo>
                  <a:lnTo>
                    <a:pt x="0" y="6227"/>
                  </a:lnTo>
                  <a:lnTo>
                    <a:pt x="566" y="6416"/>
                  </a:lnTo>
                  <a:lnTo>
                    <a:pt x="1038" y="6494"/>
                  </a:lnTo>
                  <a:lnTo>
                    <a:pt x="1038" y="6494"/>
                  </a:lnTo>
                  <a:lnTo>
                    <a:pt x="1038" y="6510"/>
                  </a:lnTo>
                  <a:lnTo>
                    <a:pt x="1051" y="6497"/>
                  </a:lnTo>
                  <a:lnTo>
                    <a:pt x="1051" y="6497"/>
                  </a:lnTo>
                  <a:lnTo>
                    <a:pt x="1132" y="6510"/>
                  </a:lnTo>
                  <a:lnTo>
                    <a:pt x="1069" y="6479"/>
                  </a:lnTo>
                  <a:lnTo>
                    <a:pt x="1069" y="6479"/>
                  </a:lnTo>
                  <a:lnTo>
                    <a:pt x="1132" y="6416"/>
                  </a:lnTo>
                  <a:lnTo>
                    <a:pt x="1226" y="6133"/>
                  </a:lnTo>
                  <a:lnTo>
                    <a:pt x="1226" y="5944"/>
                  </a:lnTo>
                  <a:lnTo>
                    <a:pt x="1038" y="5755"/>
                  </a:lnTo>
                  <a:lnTo>
                    <a:pt x="1415" y="5755"/>
                  </a:lnTo>
                  <a:lnTo>
                    <a:pt x="1321" y="5661"/>
                  </a:lnTo>
                  <a:lnTo>
                    <a:pt x="1415" y="5661"/>
                  </a:lnTo>
                  <a:lnTo>
                    <a:pt x="1604" y="5755"/>
                  </a:lnTo>
                  <a:lnTo>
                    <a:pt x="1415" y="5567"/>
                  </a:lnTo>
                  <a:lnTo>
                    <a:pt x="1038" y="5189"/>
                  </a:lnTo>
                  <a:lnTo>
                    <a:pt x="1226" y="5284"/>
                  </a:lnTo>
                  <a:lnTo>
                    <a:pt x="1604" y="5378"/>
                  </a:lnTo>
                  <a:lnTo>
                    <a:pt x="2264" y="3491"/>
                  </a:lnTo>
                  <a:lnTo>
                    <a:pt x="3019" y="1605"/>
                  </a:lnTo>
                  <a:lnTo>
                    <a:pt x="3019" y="1888"/>
                  </a:lnTo>
                  <a:lnTo>
                    <a:pt x="3113" y="1699"/>
                  </a:lnTo>
                  <a:lnTo>
                    <a:pt x="3113" y="1888"/>
                  </a:lnTo>
                  <a:lnTo>
                    <a:pt x="3302" y="1699"/>
                  </a:lnTo>
                  <a:lnTo>
                    <a:pt x="3208" y="1888"/>
                  </a:lnTo>
                  <a:lnTo>
                    <a:pt x="3302" y="1982"/>
                  </a:lnTo>
                  <a:lnTo>
                    <a:pt x="3585" y="2076"/>
                  </a:lnTo>
                  <a:lnTo>
                    <a:pt x="3962" y="2171"/>
                  </a:lnTo>
                  <a:lnTo>
                    <a:pt x="4340" y="1982"/>
                  </a:lnTo>
                  <a:lnTo>
                    <a:pt x="4151" y="2171"/>
                  </a:lnTo>
                  <a:lnTo>
                    <a:pt x="4151" y="2359"/>
                  </a:lnTo>
                  <a:lnTo>
                    <a:pt x="4151" y="2454"/>
                  </a:lnTo>
                  <a:lnTo>
                    <a:pt x="4245" y="2548"/>
                  </a:lnTo>
                  <a:lnTo>
                    <a:pt x="4623" y="2548"/>
                  </a:lnTo>
                  <a:lnTo>
                    <a:pt x="4811" y="2359"/>
                  </a:lnTo>
                  <a:lnTo>
                    <a:pt x="5000" y="2642"/>
                  </a:lnTo>
                  <a:lnTo>
                    <a:pt x="5283" y="3020"/>
                  </a:lnTo>
                  <a:lnTo>
                    <a:pt x="5755" y="3208"/>
                  </a:lnTo>
                  <a:lnTo>
                    <a:pt x="6132" y="3208"/>
                  </a:lnTo>
                  <a:lnTo>
                    <a:pt x="6038" y="3397"/>
                  </a:lnTo>
                  <a:lnTo>
                    <a:pt x="6038" y="3586"/>
                  </a:lnTo>
                  <a:lnTo>
                    <a:pt x="6132" y="3680"/>
                  </a:lnTo>
                  <a:lnTo>
                    <a:pt x="6321" y="3680"/>
                  </a:lnTo>
                  <a:lnTo>
                    <a:pt x="6698" y="3586"/>
                  </a:lnTo>
                  <a:lnTo>
                    <a:pt x="6698" y="3869"/>
                  </a:lnTo>
                  <a:lnTo>
                    <a:pt x="6509" y="3963"/>
                  </a:lnTo>
                  <a:lnTo>
                    <a:pt x="6509" y="3963"/>
                  </a:lnTo>
                  <a:lnTo>
                    <a:pt x="6792" y="3869"/>
                  </a:lnTo>
                  <a:lnTo>
                    <a:pt x="6792" y="3491"/>
                  </a:lnTo>
                  <a:lnTo>
                    <a:pt x="6698" y="3397"/>
                  </a:lnTo>
                  <a:lnTo>
                    <a:pt x="6509" y="3586"/>
                  </a:lnTo>
                  <a:lnTo>
                    <a:pt x="6509" y="3586"/>
                  </a:lnTo>
                  <a:lnTo>
                    <a:pt x="6604" y="3303"/>
                  </a:lnTo>
                  <a:lnTo>
                    <a:pt x="6604" y="3114"/>
                  </a:lnTo>
                  <a:lnTo>
                    <a:pt x="6509" y="3020"/>
                  </a:lnTo>
                  <a:lnTo>
                    <a:pt x="6226" y="3020"/>
                  </a:lnTo>
                  <a:lnTo>
                    <a:pt x="5849" y="3114"/>
                  </a:lnTo>
                  <a:lnTo>
                    <a:pt x="5849" y="3114"/>
                  </a:lnTo>
                  <a:lnTo>
                    <a:pt x="5943" y="2831"/>
                  </a:lnTo>
                  <a:lnTo>
                    <a:pt x="5943" y="2925"/>
                  </a:lnTo>
                  <a:lnTo>
                    <a:pt x="6132" y="2548"/>
                  </a:lnTo>
                  <a:lnTo>
                    <a:pt x="5660" y="2359"/>
                  </a:lnTo>
                  <a:lnTo>
                    <a:pt x="5283" y="2171"/>
                  </a:lnTo>
                  <a:lnTo>
                    <a:pt x="4906" y="2171"/>
                  </a:lnTo>
                  <a:lnTo>
                    <a:pt x="4906" y="1699"/>
                  </a:lnTo>
                  <a:lnTo>
                    <a:pt x="5094" y="1322"/>
                  </a:lnTo>
                  <a:lnTo>
                    <a:pt x="4717" y="1605"/>
                  </a:lnTo>
                  <a:lnTo>
                    <a:pt x="4811" y="1322"/>
                  </a:lnTo>
                  <a:lnTo>
                    <a:pt x="4811" y="1322"/>
                  </a:lnTo>
                  <a:lnTo>
                    <a:pt x="4717" y="1416"/>
                  </a:lnTo>
                  <a:lnTo>
                    <a:pt x="4434" y="1605"/>
                  </a:lnTo>
                  <a:lnTo>
                    <a:pt x="4623" y="1322"/>
                  </a:lnTo>
                  <a:lnTo>
                    <a:pt x="4623" y="1227"/>
                  </a:lnTo>
                  <a:lnTo>
                    <a:pt x="4528" y="1133"/>
                  </a:lnTo>
                  <a:lnTo>
                    <a:pt x="4340" y="1322"/>
                  </a:lnTo>
                  <a:lnTo>
                    <a:pt x="4340" y="1510"/>
                  </a:lnTo>
                  <a:lnTo>
                    <a:pt x="4245" y="1322"/>
                  </a:lnTo>
                  <a:lnTo>
                    <a:pt x="4151" y="1227"/>
                  </a:lnTo>
                  <a:lnTo>
                    <a:pt x="3868" y="944"/>
                  </a:lnTo>
                  <a:lnTo>
                    <a:pt x="3208" y="567"/>
                  </a:lnTo>
                  <a:lnTo>
                    <a:pt x="2925" y="378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"/>
          <p:cNvSpPr/>
          <p:nvPr/>
        </p:nvSpPr>
        <p:spPr>
          <a:xfrm>
            <a:off x="2497627" y="2497075"/>
            <a:ext cx="1442481" cy="102978"/>
          </a:xfrm>
          <a:custGeom>
            <a:rect b="b" l="l" r="r" t="t"/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153535" y="772795"/>
            <a:ext cx="836930" cy="814705"/>
          </a:xfrm>
          <a:custGeom>
            <a:rect b="b" l="l" r="r" t="t"/>
            <a:pathLst>
              <a:path extrusionOk="0" h="18250" w="18737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/>
          <p:nvPr/>
        </p:nvSpPr>
        <p:spPr>
          <a:xfrm>
            <a:off x="4129425" y="229824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405675" y="973325"/>
            <a:ext cx="79929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97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Given:    const user = { name: "John", age: 17 };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code to return: "Adult"  if age ≥ 18  ,   "Minor" otherwise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397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 startAt="2"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Create a JavaScript object called student with the following properties:  name: your name, age: your age, course: your course of study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397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 startAt="2"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Given the object below, write code to: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Access the brand property using dot notation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Access the year property using bracket notation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car = { brand: "Toyota", year: 2020, color: "Black" };</a:t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niglet"/>
              <a:buNone/>
            </a:pPr>
            <a:r>
              <a:t/>
            </a:r>
            <a:endParaRPr sz="3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79" name="Google Shape;79;p2"/>
          <p:cNvSpPr txBox="1"/>
          <p:nvPr>
            <p:ph idx="4294967295" type="title"/>
          </p:nvPr>
        </p:nvSpPr>
        <p:spPr>
          <a:xfrm>
            <a:off x="4007860" y="10"/>
            <a:ext cx="11043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n-US" sz="9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332593" y="430874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4141750" y="13773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826885" y="725805"/>
            <a:ext cx="1626870" cy="1346200"/>
          </a:xfrm>
          <a:prstGeom prst="rect">
            <a:avLst/>
          </a:prstGeom>
          <a:solidFill>
            <a:schemeClr val="dk1">
              <a:alpha val="8705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>
            <p:ph idx="1" type="body"/>
          </p:nvPr>
        </p:nvSpPr>
        <p:spPr>
          <a:xfrm>
            <a:off x="504375" y="824475"/>
            <a:ext cx="83010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product = { price: 1200, inStock: true };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If inStock is false → return "Out of stock"</a:t>
            </a:r>
            <a:b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</a:b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Else if price &gt; 1000 → return "Expensive"</a:t>
            </a:r>
            <a:b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</a:b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Else → "Affordable"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 startAt="4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student = { name: “Amaka”, score: 75 }; From the object;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 return grade: 90+ → A, 80–89 → B, 70–79 → C, below → F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Sniglet"/>
              <a:buAutoNum type="arabicPeriod" startAt="4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order = { status: "pending"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Return:  "Processing" → if pending, "Shipped" → if shipped,  "Delivered" → if delivered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571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357700" y="358590"/>
            <a:ext cx="355778" cy="363230"/>
          </a:xfrm>
          <a:custGeom>
            <a:rect b="b" l="l" r="r" t="t"/>
            <a:pathLst>
              <a:path extrusionOk="0" h="16620" w="16279">
                <a:moveTo>
                  <a:pt x="8882" y="438"/>
                </a:moveTo>
                <a:lnTo>
                  <a:pt x="9368" y="536"/>
                </a:lnTo>
                <a:lnTo>
                  <a:pt x="9295" y="657"/>
                </a:lnTo>
                <a:lnTo>
                  <a:pt x="9222" y="803"/>
                </a:lnTo>
                <a:lnTo>
                  <a:pt x="9174" y="974"/>
                </a:lnTo>
                <a:lnTo>
                  <a:pt x="9149" y="1120"/>
                </a:lnTo>
                <a:lnTo>
                  <a:pt x="8882" y="1095"/>
                </a:lnTo>
                <a:lnTo>
                  <a:pt x="8906" y="803"/>
                </a:lnTo>
                <a:lnTo>
                  <a:pt x="8906" y="633"/>
                </a:lnTo>
                <a:lnTo>
                  <a:pt x="8882" y="438"/>
                </a:lnTo>
                <a:close/>
                <a:moveTo>
                  <a:pt x="8590" y="414"/>
                </a:moveTo>
                <a:lnTo>
                  <a:pt x="8541" y="803"/>
                </a:lnTo>
                <a:lnTo>
                  <a:pt x="8517" y="1095"/>
                </a:lnTo>
                <a:lnTo>
                  <a:pt x="8322" y="1120"/>
                </a:lnTo>
                <a:lnTo>
                  <a:pt x="8127" y="1193"/>
                </a:lnTo>
                <a:lnTo>
                  <a:pt x="8127" y="925"/>
                </a:lnTo>
                <a:lnTo>
                  <a:pt x="8127" y="682"/>
                </a:lnTo>
                <a:lnTo>
                  <a:pt x="8152" y="560"/>
                </a:lnTo>
                <a:lnTo>
                  <a:pt x="8152" y="414"/>
                </a:lnTo>
                <a:close/>
                <a:moveTo>
                  <a:pt x="9636" y="609"/>
                </a:moveTo>
                <a:lnTo>
                  <a:pt x="10147" y="755"/>
                </a:lnTo>
                <a:lnTo>
                  <a:pt x="10074" y="876"/>
                </a:lnTo>
                <a:lnTo>
                  <a:pt x="9977" y="1047"/>
                </a:lnTo>
                <a:lnTo>
                  <a:pt x="9879" y="1241"/>
                </a:lnTo>
                <a:lnTo>
                  <a:pt x="9490" y="1168"/>
                </a:lnTo>
                <a:lnTo>
                  <a:pt x="9636" y="609"/>
                </a:lnTo>
                <a:close/>
                <a:moveTo>
                  <a:pt x="7592" y="487"/>
                </a:moveTo>
                <a:lnTo>
                  <a:pt x="7714" y="511"/>
                </a:lnTo>
                <a:lnTo>
                  <a:pt x="7860" y="560"/>
                </a:lnTo>
                <a:lnTo>
                  <a:pt x="7884" y="560"/>
                </a:lnTo>
                <a:lnTo>
                  <a:pt x="7860" y="706"/>
                </a:lnTo>
                <a:lnTo>
                  <a:pt x="7811" y="974"/>
                </a:lnTo>
                <a:lnTo>
                  <a:pt x="7811" y="1120"/>
                </a:lnTo>
                <a:lnTo>
                  <a:pt x="7860" y="1266"/>
                </a:lnTo>
                <a:lnTo>
                  <a:pt x="7884" y="1290"/>
                </a:lnTo>
                <a:lnTo>
                  <a:pt x="7543" y="1290"/>
                </a:lnTo>
                <a:lnTo>
                  <a:pt x="7519" y="1193"/>
                </a:lnTo>
                <a:lnTo>
                  <a:pt x="7519" y="1120"/>
                </a:lnTo>
                <a:lnTo>
                  <a:pt x="7470" y="925"/>
                </a:lnTo>
                <a:lnTo>
                  <a:pt x="7446" y="706"/>
                </a:lnTo>
                <a:lnTo>
                  <a:pt x="7446" y="487"/>
                </a:lnTo>
                <a:close/>
                <a:moveTo>
                  <a:pt x="7251" y="511"/>
                </a:moveTo>
                <a:lnTo>
                  <a:pt x="7203" y="657"/>
                </a:lnTo>
                <a:lnTo>
                  <a:pt x="7203" y="828"/>
                </a:lnTo>
                <a:lnTo>
                  <a:pt x="7227" y="1071"/>
                </a:lnTo>
                <a:lnTo>
                  <a:pt x="7227" y="1193"/>
                </a:lnTo>
                <a:lnTo>
                  <a:pt x="7276" y="1314"/>
                </a:lnTo>
                <a:lnTo>
                  <a:pt x="7057" y="1339"/>
                </a:lnTo>
                <a:lnTo>
                  <a:pt x="6886" y="1363"/>
                </a:lnTo>
                <a:lnTo>
                  <a:pt x="6862" y="1314"/>
                </a:lnTo>
                <a:lnTo>
                  <a:pt x="6740" y="1071"/>
                </a:lnTo>
                <a:lnTo>
                  <a:pt x="6643" y="828"/>
                </a:lnTo>
                <a:lnTo>
                  <a:pt x="6570" y="657"/>
                </a:lnTo>
                <a:lnTo>
                  <a:pt x="6740" y="609"/>
                </a:lnTo>
                <a:lnTo>
                  <a:pt x="6959" y="560"/>
                </a:lnTo>
                <a:lnTo>
                  <a:pt x="7251" y="511"/>
                </a:lnTo>
                <a:close/>
                <a:moveTo>
                  <a:pt x="10536" y="901"/>
                </a:moveTo>
                <a:lnTo>
                  <a:pt x="10634" y="925"/>
                </a:lnTo>
                <a:lnTo>
                  <a:pt x="10877" y="1022"/>
                </a:lnTo>
                <a:lnTo>
                  <a:pt x="10755" y="1217"/>
                </a:lnTo>
                <a:lnTo>
                  <a:pt x="10585" y="1387"/>
                </a:lnTo>
                <a:lnTo>
                  <a:pt x="10269" y="1314"/>
                </a:lnTo>
                <a:lnTo>
                  <a:pt x="10415" y="1120"/>
                </a:lnTo>
                <a:lnTo>
                  <a:pt x="10536" y="901"/>
                </a:lnTo>
                <a:close/>
                <a:moveTo>
                  <a:pt x="6351" y="706"/>
                </a:moveTo>
                <a:lnTo>
                  <a:pt x="6375" y="974"/>
                </a:lnTo>
                <a:lnTo>
                  <a:pt x="6448" y="1193"/>
                </a:lnTo>
                <a:lnTo>
                  <a:pt x="6546" y="1412"/>
                </a:lnTo>
                <a:lnTo>
                  <a:pt x="5962" y="1557"/>
                </a:lnTo>
                <a:lnTo>
                  <a:pt x="5962" y="1533"/>
                </a:lnTo>
                <a:lnTo>
                  <a:pt x="5889" y="1314"/>
                </a:lnTo>
                <a:lnTo>
                  <a:pt x="5840" y="1095"/>
                </a:lnTo>
                <a:lnTo>
                  <a:pt x="5792" y="876"/>
                </a:lnTo>
                <a:lnTo>
                  <a:pt x="6351" y="706"/>
                </a:lnTo>
                <a:close/>
                <a:moveTo>
                  <a:pt x="11266" y="1168"/>
                </a:moveTo>
                <a:lnTo>
                  <a:pt x="11631" y="1339"/>
                </a:lnTo>
                <a:lnTo>
                  <a:pt x="11510" y="1485"/>
                </a:lnTo>
                <a:lnTo>
                  <a:pt x="11437" y="1582"/>
                </a:lnTo>
                <a:lnTo>
                  <a:pt x="11388" y="1679"/>
                </a:lnTo>
                <a:lnTo>
                  <a:pt x="10974" y="1509"/>
                </a:lnTo>
                <a:lnTo>
                  <a:pt x="11120" y="1363"/>
                </a:lnTo>
                <a:lnTo>
                  <a:pt x="11266" y="1168"/>
                </a:lnTo>
                <a:close/>
                <a:moveTo>
                  <a:pt x="5548" y="974"/>
                </a:moveTo>
                <a:lnTo>
                  <a:pt x="5597" y="1168"/>
                </a:lnTo>
                <a:lnTo>
                  <a:pt x="5621" y="1387"/>
                </a:lnTo>
                <a:lnTo>
                  <a:pt x="5670" y="1509"/>
                </a:lnTo>
                <a:lnTo>
                  <a:pt x="5719" y="1630"/>
                </a:lnTo>
                <a:lnTo>
                  <a:pt x="5743" y="1630"/>
                </a:lnTo>
                <a:lnTo>
                  <a:pt x="5694" y="1655"/>
                </a:lnTo>
                <a:lnTo>
                  <a:pt x="5354" y="1776"/>
                </a:lnTo>
                <a:lnTo>
                  <a:pt x="5013" y="1922"/>
                </a:lnTo>
                <a:lnTo>
                  <a:pt x="4964" y="1874"/>
                </a:lnTo>
                <a:lnTo>
                  <a:pt x="4818" y="1606"/>
                </a:lnTo>
                <a:lnTo>
                  <a:pt x="4745" y="1509"/>
                </a:lnTo>
                <a:lnTo>
                  <a:pt x="4672" y="1387"/>
                </a:lnTo>
                <a:lnTo>
                  <a:pt x="4964" y="1217"/>
                </a:lnTo>
                <a:lnTo>
                  <a:pt x="4989" y="1363"/>
                </a:lnTo>
                <a:lnTo>
                  <a:pt x="5037" y="1509"/>
                </a:lnTo>
                <a:lnTo>
                  <a:pt x="5135" y="1752"/>
                </a:lnTo>
                <a:lnTo>
                  <a:pt x="5159" y="1801"/>
                </a:lnTo>
                <a:lnTo>
                  <a:pt x="5281" y="1801"/>
                </a:lnTo>
                <a:lnTo>
                  <a:pt x="5305" y="1776"/>
                </a:lnTo>
                <a:lnTo>
                  <a:pt x="5329" y="1728"/>
                </a:lnTo>
                <a:lnTo>
                  <a:pt x="5329" y="1679"/>
                </a:lnTo>
                <a:lnTo>
                  <a:pt x="5329" y="1655"/>
                </a:lnTo>
                <a:lnTo>
                  <a:pt x="5281" y="1533"/>
                </a:lnTo>
                <a:lnTo>
                  <a:pt x="5232" y="1387"/>
                </a:lnTo>
                <a:lnTo>
                  <a:pt x="5183" y="1266"/>
                </a:lnTo>
                <a:lnTo>
                  <a:pt x="5135" y="1144"/>
                </a:lnTo>
                <a:lnTo>
                  <a:pt x="5548" y="974"/>
                </a:lnTo>
                <a:close/>
                <a:moveTo>
                  <a:pt x="11899" y="1485"/>
                </a:moveTo>
                <a:lnTo>
                  <a:pt x="12313" y="1703"/>
                </a:lnTo>
                <a:lnTo>
                  <a:pt x="12191" y="1801"/>
                </a:lnTo>
                <a:lnTo>
                  <a:pt x="12094" y="1898"/>
                </a:lnTo>
                <a:lnTo>
                  <a:pt x="12021" y="1995"/>
                </a:lnTo>
                <a:lnTo>
                  <a:pt x="11583" y="1776"/>
                </a:lnTo>
                <a:lnTo>
                  <a:pt x="11680" y="1679"/>
                </a:lnTo>
                <a:lnTo>
                  <a:pt x="11826" y="1533"/>
                </a:lnTo>
                <a:lnTo>
                  <a:pt x="11899" y="1485"/>
                </a:lnTo>
                <a:close/>
                <a:moveTo>
                  <a:pt x="4453" y="1509"/>
                </a:moveTo>
                <a:lnTo>
                  <a:pt x="4526" y="1679"/>
                </a:lnTo>
                <a:lnTo>
                  <a:pt x="4599" y="1849"/>
                </a:lnTo>
                <a:lnTo>
                  <a:pt x="4648" y="1947"/>
                </a:lnTo>
                <a:lnTo>
                  <a:pt x="4721" y="2068"/>
                </a:lnTo>
                <a:lnTo>
                  <a:pt x="4453" y="2214"/>
                </a:lnTo>
                <a:lnTo>
                  <a:pt x="4356" y="2068"/>
                </a:lnTo>
                <a:lnTo>
                  <a:pt x="4259" y="1947"/>
                </a:lnTo>
                <a:lnTo>
                  <a:pt x="4186" y="1825"/>
                </a:lnTo>
                <a:lnTo>
                  <a:pt x="4088" y="1728"/>
                </a:lnTo>
                <a:lnTo>
                  <a:pt x="4453" y="1509"/>
                </a:lnTo>
                <a:close/>
                <a:moveTo>
                  <a:pt x="12580" y="1874"/>
                </a:moveTo>
                <a:lnTo>
                  <a:pt x="12945" y="2117"/>
                </a:lnTo>
                <a:lnTo>
                  <a:pt x="12775" y="2239"/>
                </a:lnTo>
                <a:lnTo>
                  <a:pt x="12702" y="2312"/>
                </a:lnTo>
                <a:lnTo>
                  <a:pt x="12653" y="2385"/>
                </a:lnTo>
                <a:lnTo>
                  <a:pt x="12240" y="2117"/>
                </a:lnTo>
                <a:lnTo>
                  <a:pt x="12337" y="2044"/>
                </a:lnTo>
                <a:lnTo>
                  <a:pt x="12459" y="1971"/>
                </a:lnTo>
                <a:lnTo>
                  <a:pt x="12580" y="1874"/>
                </a:lnTo>
                <a:close/>
                <a:moveTo>
                  <a:pt x="3894" y="1849"/>
                </a:moveTo>
                <a:lnTo>
                  <a:pt x="3942" y="1971"/>
                </a:lnTo>
                <a:lnTo>
                  <a:pt x="4015" y="2093"/>
                </a:lnTo>
                <a:lnTo>
                  <a:pt x="4088" y="2239"/>
                </a:lnTo>
                <a:lnTo>
                  <a:pt x="4186" y="2385"/>
                </a:lnTo>
                <a:lnTo>
                  <a:pt x="3869" y="2579"/>
                </a:lnTo>
                <a:lnTo>
                  <a:pt x="3748" y="2458"/>
                </a:lnTo>
                <a:lnTo>
                  <a:pt x="3626" y="2312"/>
                </a:lnTo>
                <a:lnTo>
                  <a:pt x="3553" y="2239"/>
                </a:lnTo>
                <a:lnTo>
                  <a:pt x="3480" y="2190"/>
                </a:lnTo>
                <a:lnTo>
                  <a:pt x="3407" y="2190"/>
                </a:lnTo>
                <a:lnTo>
                  <a:pt x="3894" y="1849"/>
                </a:lnTo>
                <a:close/>
                <a:moveTo>
                  <a:pt x="3334" y="2239"/>
                </a:moveTo>
                <a:lnTo>
                  <a:pt x="3310" y="2287"/>
                </a:lnTo>
                <a:lnTo>
                  <a:pt x="3310" y="2385"/>
                </a:lnTo>
                <a:lnTo>
                  <a:pt x="3358" y="2482"/>
                </a:lnTo>
                <a:lnTo>
                  <a:pt x="3480" y="2652"/>
                </a:lnTo>
                <a:lnTo>
                  <a:pt x="3577" y="2798"/>
                </a:lnTo>
                <a:lnTo>
                  <a:pt x="3383" y="2944"/>
                </a:lnTo>
                <a:lnTo>
                  <a:pt x="3139" y="2725"/>
                </a:lnTo>
                <a:lnTo>
                  <a:pt x="3018" y="2652"/>
                </a:lnTo>
                <a:lnTo>
                  <a:pt x="2896" y="2579"/>
                </a:lnTo>
                <a:lnTo>
                  <a:pt x="3334" y="2239"/>
                </a:lnTo>
                <a:close/>
                <a:moveTo>
                  <a:pt x="13213" y="2312"/>
                </a:moveTo>
                <a:lnTo>
                  <a:pt x="13602" y="2628"/>
                </a:lnTo>
                <a:lnTo>
                  <a:pt x="13505" y="2725"/>
                </a:lnTo>
                <a:lnTo>
                  <a:pt x="13408" y="2847"/>
                </a:lnTo>
                <a:lnTo>
                  <a:pt x="13310" y="2993"/>
                </a:lnTo>
                <a:lnTo>
                  <a:pt x="13091" y="2774"/>
                </a:lnTo>
                <a:lnTo>
                  <a:pt x="12872" y="2555"/>
                </a:lnTo>
                <a:lnTo>
                  <a:pt x="13164" y="2360"/>
                </a:lnTo>
                <a:lnTo>
                  <a:pt x="13189" y="2336"/>
                </a:lnTo>
                <a:lnTo>
                  <a:pt x="13213" y="2312"/>
                </a:lnTo>
                <a:close/>
                <a:moveTo>
                  <a:pt x="2799" y="2652"/>
                </a:moveTo>
                <a:lnTo>
                  <a:pt x="2896" y="2798"/>
                </a:lnTo>
                <a:lnTo>
                  <a:pt x="2993" y="2944"/>
                </a:lnTo>
                <a:lnTo>
                  <a:pt x="3066" y="3042"/>
                </a:lnTo>
                <a:lnTo>
                  <a:pt x="3164" y="3115"/>
                </a:lnTo>
                <a:lnTo>
                  <a:pt x="2969" y="3309"/>
                </a:lnTo>
                <a:lnTo>
                  <a:pt x="2920" y="3285"/>
                </a:lnTo>
                <a:lnTo>
                  <a:pt x="2726" y="3188"/>
                </a:lnTo>
                <a:lnTo>
                  <a:pt x="2555" y="3090"/>
                </a:lnTo>
                <a:lnTo>
                  <a:pt x="2409" y="3017"/>
                </a:lnTo>
                <a:lnTo>
                  <a:pt x="2799" y="2652"/>
                </a:lnTo>
                <a:close/>
                <a:moveTo>
                  <a:pt x="13773" y="2774"/>
                </a:moveTo>
                <a:lnTo>
                  <a:pt x="14089" y="3115"/>
                </a:lnTo>
                <a:lnTo>
                  <a:pt x="13846" y="3236"/>
                </a:lnTo>
                <a:lnTo>
                  <a:pt x="13724" y="3334"/>
                </a:lnTo>
                <a:lnTo>
                  <a:pt x="13651" y="3407"/>
                </a:lnTo>
                <a:lnTo>
                  <a:pt x="13456" y="3163"/>
                </a:lnTo>
                <a:lnTo>
                  <a:pt x="13432" y="3139"/>
                </a:lnTo>
                <a:lnTo>
                  <a:pt x="13505" y="3090"/>
                </a:lnTo>
                <a:lnTo>
                  <a:pt x="13554" y="3017"/>
                </a:lnTo>
                <a:lnTo>
                  <a:pt x="13675" y="2896"/>
                </a:lnTo>
                <a:lnTo>
                  <a:pt x="13773" y="2774"/>
                </a:lnTo>
                <a:close/>
                <a:moveTo>
                  <a:pt x="2263" y="3188"/>
                </a:moveTo>
                <a:lnTo>
                  <a:pt x="2312" y="3285"/>
                </a:lnTo>
                <a:lnTo>
                  <a:pt x="2409" y="3358"/>
                </a:lnTo>
                <a:lnTo>
                  <a:pt x="2555" y="3480"/>
                </a:lnTo>
                <a:lnTo>
                  <a:pt x="2726" y="3577"/>
                </a:lnTo>
                <a:lnTo>
                  <a:pt x="2531" y="3796"/>
                </a:lnTo>
                <a:lnTo>
                  <a:pt x="2117" y="3553"/>
                </a:lnTo>
                <a:lnTo>
                  <a:pt x="1971" y="3504"/>
                </a:lnTo>
                <a:lnTo>
                  <a:pt x="2263" y="3188"/>
                </a:lnTo>
                <a:close/>
                <a:moveTo>
                  <a:pt x="14284" y="3334"/>
                </a:moveTo>
                <a:lnTo>
                  <a:pt x="14478" y="3577"/>
                </a:lnTo>
                <a:lnTo>
                  <a:pt x="14624" y="3820"/>
                </a:lnTo>
                <a:lnTo>
                  <a:pt x="14478" y="3869"/>
                </a:lnTo>
                <a:lnTo>
                  <a:pt x="14356" y="3918"/>
                </a:lnTo>
                <a:lnTo>
                  <a:pt x="14235" y="3966"/>
                </a:lnTo>
                <a:lnTo>
                  <a:pt x="14113" y="4039"/>
                </a:lnTo>
                <a:lnTo>
                  <a:pt x="13773" y="3577"/>
                </a:lnTo>
                <a:lnTo>
                  <a:pt x="13894" y="3528"/>
                </a:lnTo>
                <a:lnTo>
                  <a:pt x="13992" y="3480"/>
                </a:lnTo>
                <a:lnTo>
                  <a:pt x="14186" y="3382"/>
                </a:lnTo>
                <a:lnTo>
                  <a:pt x="14284" y="3334"/>
                </a:lnTo>
                <a:close/>
                <a:moveTo>
                  <a:pt x="1825" y="3699"/>
                </a:moveTo>
                <a:lnTo>
                  <a:pt x="2020" y="3845"/>
                </a:lnTo>
                <a:lnTo>
                  <a:pt x="2312" y="4064"/>
                </a:lnTo>
                <a:lnTo>
                  <a:pt x="2069" y="4453"/>
                </a:lnTo>
                <a:lnTo>
                  <a:pt x="1850" y="4307"/>
                </a:lnTo>
                <a:lnTo>
                  <a:pt x="1533" y="4112"/>
                </a:lnTo>
                <a:lnTo>
                  <a:pt x="1825" y="3699"/>
                </a:lnTo>
                <a:close/>
                <a:moveTo>
                  <a:pt x="14794" y="4112"/>
                </a:moveTo>
                <a:lnTo>
                  <a:pt x="14965" y="4453"/>
                </a:lnTo>
                <a:lnTo>
                  <a:pt x="14794" y="4526"/>
                </a:lnTo>
                <a:lnTo>
                  <a:pt x="14648" y="4599"/>
                </a:lnTo>
                <a:lnTo>
                  <a:pt x="14478" y="4696"/>
                </a:lnTo>
                <a:lnTo>
                  <a:pt x="14308" y="4356"/>
                </a:lnTo>
                <a:lnTo>
                  <a:pt x="14551" y="4258"/>
                </a:lnTo>
                <a:lnTo>
                  <a:pt x="14673" y="4210"/>
                </a:lnTo>
                <a:lnTo>
                  <a:pt x="14794" y="4112"/>
                </a:lnTo>
                <a:close/>
                <a:moveTo>
                  <a:pt x="1412" y="4331"/>
                </a:moveTo>
                <a:lnTo>
                  <a:pt x="1485" y="4429"/>
                </a:lnTo>
                <a:lnTo>
                  <a:pt x="1606" y="4526"/>
                </a:lnTo>
                <a:lnTo>
                  <a:pt x="1752" y="4648"/>
                </a:lnTo>
                <a:lnTo>
                  <a:pt x="1898" y="4745"/>
                </a:lnTo>
                <a:lnTo>
                  <a:pt x="1825" y="4867"/>
                </a:lnTo>
                <a:lnTo>
                  <a:pt x="1533" y="4745"/>
                </a:lnTo>
                <a:lnTo>
                  <a:pt x="1387" y="4696"/>
                </a:lnTo>
                <a:lnTo>
                  <a:pt x="1241" y="4696"/>
                </a:lnTo>
                <a:lnTo>
                  <a:pt x="1412" y="4331"/>
                </a:lnTo>
                <a:close/>
                <a:moveTo>
                  <a:pt x="15062" y="4745"/>
                </a:moveTo>
                <a:lnTo>
                  <a:pt x="15208" y="5183"/>
                </a:lnTo>
                <a:lnTo>
                  <a:pt x="15135" y="5183"/>
                </a:lnTo>
                <a:lnTo>
                  <a:pt x="15038" y="5207"/>
                </a:lnTo>
                <a:lnTo>
                  <a:pt x="14843" y="5256"/>
                </a:lnTo>
                <a:lnTo>
                  <a:pt x="14746" y="5305"/>
                </a:lnTo>
                <a:lnTo>
                  <a:pt x="14600" y="4891"/>
                </a:lnTo>
                <a:lnTo>
                  <a:pt x="14770" y="4842"/>
                </a:lnTo>
                <a:lnTo>
                  <a:pt x="14916" y="4794"/>
                </a:lnTo>
                <a:lnTo>
                  <a:pt x="15062" y="4745"/>
                </a:lnTo>
                <a:close/>
                <a:moveTo>
                  <a:pt x="1168" y="4794"/>
                </a:moveTo>
                <a:lnTo>
                  <a:pt x="1412" y="5013"/>
                </a:lnTo>
                <a:lnTo>
                  <a:pt x="1558" y="5086"/>
                </a:lnTo>
                <a:lnTo>
                  <a:pt x="1704" y="5159"/>
                </a:lnTo>
                <a:lnTo>
                  <a:pt x="1558" y="5524"/>
                </a:lnTo>
                <a:lnTo>
                  <a:pt x="1509" y="5475"/>
                </a:lnTo>
                <a:lnTo>
                  <a:pt x="1314" y="5402"/>
                </a:lnTo>
                <a:lnTo>
                  <a:pt x="1144" y="5353"/>
                </a:lnTo>
                <a:lnTo>
                  <a:pt x="974" y="5329"/>
                </a:lnTo>
                <a:lnTo>
                  <a:pt x="1168" y="4794"/>
                </a:lnTo>
                <a:close/>
                <a:moveTo>
                  <a:pt x="15305" y="5499"/>
                </a:moveTo>
                <a:lnTo>
                  <a:pt x="15403" y="5986"/>
                </a:lnTo>
                <a:lnTo>
                  <a:pt x="15184" y="6035"/>
                </a:lnTo>
                <a:lnTo>
                  <a:pt x="14965" y="6083"/>
                </a:lnTo>
                <a:lnTo>
                  <a:pt x="14916" y="5791"/>
                </a:lnTo>
                <a:lnTo>
                  <a:pt x="14867" y="5621"/>
                </a:lnTo>
                <a:lnTo>
                  <a:pt x="14940" y="5597"/>
                </a:lnTo>
                <a:lnTo>
                  <a:pt x="15111" y="5548"/>
                </a:lnTo>
                <a:lnTo>
                  <a:pt x="15305" y="5499"/>
                </a:lnTo>
                <a:close/>
                <a:moveTo>
                  <a:pt x="876" y="5572"/>
                </a:moveTo>
                <a:lnTo>
                  <a:pt x="1022" y="5645"/>
                </a:lnTo>
                <a:lnTo>
                  <a:pt x="1193" y="5718"/>
                </a:lnTo>
                <a:lnTo>
                  <a:pt x="1387" y="5767"/>
                </a:lnTo>
                <a:lnTo>
                  <a:pt x="1436" y="5791"/>
                </a:lnTo>
                <a:lnTo>
                  <a:pt x="1485" y="5767"/>
                </a:lnTo>
                <a:lnTo>
                  <a:pt x="1387" y="6229"/>
                </a:lnTo>
                <a:lnTo>
                  <a:pt x="1314" y="6156"/>
                </a:lnTo>
                <a:lnTo>
                  <a:pt x="1217" y="6108"/>
                </a:lnTo>
                <a:lnTo>
                  <a:pt x="1022" y="6059"/>
                </a:lnTo>
                <a:lnTo>
                  <a:pt x="876" y="6035"/>
                </a:lnTo>
                <a:lnTo>
                  <a:pt x="730" y="6059"/>
                </a:lnTo>
                <a:lnTo>
                  <a:pt x="876" y="5572"/>
                </a:lnTo>
                <a:close/>
                <a:moveTo>
                  <a:pt x="15476" y="6327"/>
                </a:moveTo>
                <a:lnTo>
                  <a:pt x="15549" y="6643"/>
                </a:lnTo>
                <a:lnTo>
                  <a:pt x="15354" y="6643"/>
                </a:lnTo>
                <a:lnTo>
                  <a:pt x="15086" y="6692"/>
                </a:lnTo>
                <a:lnTo>
                  <a:pt x="15038" y="6375"/>
                </a:lnTo>
                <a:lnTo>
                  <a:pt x="15086" y="6375"/>
                </a:lnTo>
                <a:lnTo>
                  <a:pt x="15476" y="6327"/>
                </a:lnTo>
                <a:close/>
                <a:moveTo>
                  <a:pt x="682" y="6278"/>
                </a:moveTo>
                <a:lnTo>
                  <a:pt x="779" y="6351"/>
                </a:lnTo>
                <a:lnTo>
                  <a:pt x="901" y="6375"/>
                </a:lnTo>
                <a:lnTo>
                  <a:pt x="1071" y="6448"/>
                </a:lnTo>
                <a:lnTo>
                  <a:pt x="1168" y="6497"/>
                </a:lnTo>
                <a:lnTo>
                  <a:pt x="1290" y="6497"/>
                </a:lnTo>
                <a:lnTo>
                  <a:pt x="1339" y="6473"/>
                </a:lnTo>
                <a:lnTo>
                  <a:pt x="1290" y="6716"/>
                </a:lnTo>
                <a:lnTo>
                  <a:pt x="1217" y="6667"/>
                </a:lnTo>
                <a:lnTo>
                  <a:pt x="925" y="6619"/>
                </a:lnTo>
                <a:lnTo>
                  <a:pt x="755" y="6594"/>
                </a:lnTo>
                <a:lnTo>
                  <a:pt x="609" y="6619"/>
                </a:lnTo>
                <a:lnTo>
                  <a:pt x="609" y="6619"/>
                </a:lnTo>
                <a:lnTo>
                  <a:pt x="682" y="6278"/>
                </a:lnTo>
                <a:close/>
                <a:moveTo>
                  <a:pt x="15622" y="6959"/>
                </a:moveTo>
                <a:lnTo>
                  <a:pt x="15670" y="7178"/>
                </a:lnTo>
                <a:lnTo>
                  <a:pt x="15695" y="7349"/>
                </a:lnTo>
                <a:lnTo>
                  <a:pt x="15184" y="7349"/>
                </a:lnTo>
                <a:lnTo>
                  <a:pt x="15135" y="6959"/>
                </a:lnTo>
                <a:close/>
                <a:moveTo>
                  <a:pt x="560" y="6813"/>
                </a:moveTo>
                <a:lnTo>
                  <a:pt x="706" y="6886"/>
                </a:lnTo>
                <a:lnTo>
                  <a:pt x="828" y="6935"/>
                </a:lnTo>
                <a:lnTo>
                  <a:pt x="1120" y="7032"/>
                </a:lnTo>
                <a:lnTo>
                  <a:pt x="1193" y="7032"/>
                </a:lnTo>
                <a:lnTo>
                  <a:pt x="1266" y="7008"/>
                </a:lnTo>
                <a:lnTo>
                  <a:pt x="1193" y="7495"/>
                </a:lnTo>
                <a:lnTo>
                  <a:pt x="1095" y="7446"/>
                </a:lnTo>
                <a:lnTo>
                  <a:pt x="998" y="7422"/>
                </a:lnTo>
                <a:lnTo>
                  <a:pt x="657" y="7349"/>
                </a:lnTo>
                <a:lnTo>
                  <a:pt x="511" y="7300"/>
                </a:lnTo>
                <a:lnTo>
                  <a:pt x="560" y="6813"/>
                </a:lnTo>
                <a:close/>
                <a:moveTo>
                  <a:pt x="15208" y="7665"/>
                </a:moveTo>
                <a:lnTo>
                  <a:pt x="15403" y="7689"/>
                </a:lnTo>
                <a:lnTo>
                  <a:pt x="15695" y="7714"/>
                </a:lnTo>
                <a:lnTo>
                  <a:pt x="15695" y="7981"/>
                </a:lnTo>
                <a:lnTo>
                  <a:pt x="15573" y="7957"/>
                </a:lnTo>
                <a:lnTo>
                  <a:pt x="15451" y="7957"/>
                </a:lnTo>
                <a:lnTo>
                  <a:pt x="15330" y="7981"/>
                </a:lnTo>
                <a:lnTo>
                  <a:pt x="15232" y="8030"/>
                </a:lnTo>
                <a:lnTo>
                  <a:pt x="15208" y="7665"/>
                </a:lnTo>
                <a:close/>
                <a:moveTo>
                  <a:pt x="463" y="7641"/>
                </a:moveTo>
                <a:lnTo>
                  <a:pt x="633" y="7714"/>
                </a:lnTo>
                <a:lnTo>
                  <a:pt x="828" y="7762"/>
                </a:lnTo>
                <a:lnTo>
                  <a:pt x="998" y="7787"/>
                </a:lnTo>
                <a:lnTo>
                  <a:pt x="1071" y="7787"/>
                </a:lnTo>
                <a:lnTo>
                  <a:pt x="1144" y="7762"/>
                </a:lnTo>
                <a:lnTo>
                  <a:pt x="1071" y="8127"/>
                </a:lnTo>
                <a:lnTo>
                  <a:pt x="1022" y="8103"/>
                </a:lnTo>
                <a:lnTo>
                  <a:pt x="706" y="8103"/>
                </a:lnTo>
                <a:lnTo>
                  <a:pt x="584" y="8127"/>
                </a:lnTo>
                <a:lnTo>
                  <a:pt x="438" y="8176"/>
                </a:lnTo>
                <a:lnTo>
                  <a:pt x="463" y="7787"/>
                </a:lnTo>
                <a:lnTo>
                  <a:pt x="463" y="7641"/>
                </a:lnTo>
                <a:close/>
                <a:moveTo>
                  <a:pt x="15232" y="8176"/>
                </a:moveTo>
                <a:lnTo>
                  <a:pt x="15403" y="8249"/>
                </a:lnTo>
                <a:lnTo>
                  <a:pt x="15719" y="8346"/>
                </a:lnTo>
                <a:lnTo>
                  <a:pt x="15719" y="8517"/>
                </a:lnTo>
                <a:lnTo>
                  <a:pt x="15719" y="8687"/>
                </a:lnTo>
                <a:lnTo>
                  <a:pt x="15524" y="8638"/>
                </a:lnTo>
                <a:lnTo>
                  <a:pt x="15378" y="8590"/>
                </a:lnTo>
                <a:lnTo>
                  <a:pt x="15208" y="8565"/>
                </a:lnTo>
                <a:lnTo>
                  <a:pt x="15232" y="8371"/>
                </a:lnTo>
                <a:lnTo>
                  <a:pt x="15232" y="8176"/>
                </a:lnTo>
                <a:close/>
                <a:moveTo>
                  <a:pt x="438" y="8395"/>
                </a:moveTo>
                <a:lnTo>
                  <a:pt x="584" y="8444"/>
                </a:lnTo>
                <a:lnTo>
                  <a:pt x="706" y="8444"/>
                </a:lnTo>
                <a:lnTo>
                  <a:pt x="974" y="8419"/>
                </a:lnTo>
                <a:lnTo>
                  <a:pt x="1022" y="8419"/>
                </a:lnTo>
                <a:lnTo>
                  <a:pt x="1022" y="8468"/>
                </a:lnTo>
                <a:lnTo>
                  <a:pt x="998" y="8736"/>
                </a:lnTo>
                <a:lnTo>
                  <a:pt x="974" y="8979"/>
                </a:lnTo>
                <a:lnTo>
                  <a:pt x="925" y="9003"/>
                </a:lnTo>
                <a:lnTo>
                  <a:pt x="706" y="9028"/>
                </a:lnTo>
                <a:lnTo>
                  <a:pt x="584" y="9028"/>
                </a:lnTo>
                <a:lnTo>
                  <a:pt x="463" y="9076"/>
                </a:lnTo>
                <a:lnTo>
                  <a:pt x="438" y="8395"/>
                </a:lnTo>
                <a:close/>
                <a:moveTo>
                  <a:pt x="15111" y="8882"/>
                </a:moveTo>
                <a:lnTo>
                  <a:pt x="15305" y="8955"/>
                </a:lnTo>
                <a:lnTo>
                  <a:pt x="15476" y="9028"/>
                </a:lnTo>
                <a:lnTo>
                  <a:pt x="15597" y="9076"/>
                </a:lnTo>
                <a:lnTo>
                  <a:pt x="15719" y="9101"/>
                </a:lnTo>
                <a:lnTo>
                  <a:pt x="15816" y="9149"/>
                </a:lnTo>
                <a:lnTo>
                  <a:pt x="15792" y="9587"/>
                </a:lnTo>
                <a:lnTo>
                  <a:pt x="15670" y="9490"/>
                </a:lnTo>
                <a:lnTo>
                  <a:pt x="15500" y="9417"/>
                </a:lnTo>
                <a:lnTo>
                  <a:pt x="15378" y="9368"/>
                </a:lnTo>
                <a:lnTo>
                  <a:pt x="15232" y="9320"/>
                </a:lnTo>
                <a:lnTo>
                  <a:pt x="15111" y="9320"/>
                </a:lnTo>
                <a:lnTo>
                  <a:pt x="15062" y="9344"/>
                </a:lnTo>
                <a:lnTo>
                  <a:pt x="15086" y="8930"/>
                </a:lnTo>
                <a:lnTo>
                  <a:pt x="15111" y="8882"/>
                </a:lnTo>
                <a:close/>
                <a:moveTo>
                  <a:pt x="998" y="9368"/>
                </a:moveTo>
                <a:lnTo>
                  <a:pt x="1047" y="9757"/>
                </a:lnTo>
                <a:lnTo>
                  <a:pt x="803" y="9806"/>
                </a:lnTo>
                <a:lnTo>
                  <a:pt x="706" y="9830"/>
                </a:lnTo>
                <a:lnTo>
                  <a:pt x="609" y="9903"/>
                </a:lnTo>
                <a:lnTo>
                  <a:pt x="584" y="9903"/>
                </a:lnTo>
                <a:lnTo>
                  <a:pt x="511" y="9368"/>
                </a:lnTo>
                <a:close/>
                <a:moveTo>
                  <a:pt x="15013" y="9563"/>
                </a:moveTo>
                <a:lnTo>
                  <a:pt x="15111" y="9636"/>
                </a:lnTo>
                <a:lnTo>
                  <a:pt x="15232" y="9709"/>
                </a:lnTo>
                <a:lnTo>
                  <a:pt x="15451" y="9855"/>
                </a:lnTo>
                <a:lnTo>
                  <a:pt x="15670" y="10025"/>
                </a:lnTo>
                <a:lnTo>
                  <a:pt x="15719" y="10049"/>
                </a:lnTo>
                <a:lnTo>
                  <a:pt x="15646" y="10366"/>
                </a:lnTo>
                <a:lnTo>
                  <a:pt x="15524" y="10317"/>
                </a:lnTo>
                <a:lnTo>
                  <a:pt x="15281" y="10147"/>
                </a:lnTo>
                <a:lnTo>
                  <a:pt x="15111" y="10025"/>
                </a:lnTo>
                <a:lnTo>
                  <a:pt x="14940" y="9928"/>
                </a:lnTo>
                <a:lnTo>
                  <a:pt x="15013" y="9563"/>
                </a:lnTo>
                <a:close/>
                <a:moveTo>
                  <a:pt x="8176" y="3650"/>
                </a:moveTo>
                <a:lnTo>
                  <a:pt x="8127" y="3674"/>
                </a:lnTo>
                <a:lnTo>
                  <a:pt x="8054" y="3723"/>
                </a:lnTo>
                <a:lnTo>
                  <a:pt x="8006" y="3772"/>
                </a:lnTo>
                <a:lnTo>
                  <a:pt x="7957" y="3845"/>
                </a:lnTo>
                <a:lnTo>
                  <a:pt x="7933" y="3918"/>
                </a:lnTo>
                <a:lnTo>
                  <a:pt x="7908" y="4575"/>
                </a:lnTo>
                <a:lnTo>
                  <a:pt x="7908" y="5232"/>
                </a:lnTo>
                <a:lnTo>
                  <a:pt x="7981" y="6570"/>
                </a:lnTo>
                <a:lnTo>
                  <a:pt x="7981" y="7032"/>
                </a:lnTo>
                <a:lnTo>
                  <a:pt x="7981" y="7470"/>
                </a:lnTo>
                <a:lnTo>
                  <a:pt x="7957" y="7933"/>
                </a:lnTo>
                <a:lnTo>
                  <a:pt x="7957" y="8395"/>
                </a:lnTo>
                <a:lnTo>
                  <a:pt x="7981" y="8468"/>
                </a:lnTo>
                <a:lnTo>
                  <a:pt x="8006" y="8541"/>
                </a:lnTo>
                <a:lnTo>
                  <a:pt x="8030" y="8590"/>
                </a:lnTo>
                <a:lnTo>
                  <a:pt x="8079" y="8614"/>
                </a:lnTo>
                <a:lnTo>
                  <a:pt x="8103" y="8736"/>
                </a:lnTo>
                <a:lnTo>
                  <a:pt x="8152" y="8857"/>
                </a:lnTo>
                <a:lnTo>
                  <a:pt x="8200" y="8979"/>
                </a:lnTo>
                <a:lnTo>
                  <a:pt x="8273" y="9076"/>
                </a:lnTo>
                <a:lnTo>
                  <a:pt x="8444" y="9271"/>
                </a:lnTo>
                <a:lnTo>
                  <a:pt x="8614" y="9441"/>
                </a:lnTo>
                <a:lnTo>
                  <a:pt x="9174" y="9952"/>
                </a:lnTo>
                <a:lnTo>
                  <a:pt x="9733" y="10463"/>
                </a:lnTo>
                <a:lnTo>
                  <a:pt x="9806" y="10512"/>
                </a:lnTo>
                <a:lnTo>
                  <a:pt x="9855" y="10536"/>
                </a:lnTo>
                <a:lnTo>
                  <a:pt x="10001" y="10536"/>
                </a:lnTo>
                <a:lnTo>
                  <a:pt x="10147" y="10512"/>
                </a:lnTo>
                <a:lnTo>
                  <a:pt x="10244" y="10439"/>
                </a:lnTo>
                <a:lnTo>
                  <a:pt x="10317" y="10317"/>
                </a:lnTo>
                <a:lnTo>
                  <a:pt x="10342" y="10195"/>
                </a:lnTo>
                <a:lnTo>
                  <a:pt x="10342" y="10147"/>
                </a:lnTo>
                <a:lnTo>
                  <a:pt x="10317" y="10074"/>
                </a:lnTo>
                <a:lnTo>
                  <a:pt x="10293" y="10025"/>
                </a:lnTo>
                <a:lnTo>
                  <a:pt x="10220" y="9952"/>
                </a:lnTo>
                <a:lnTo>
                  <a:pt x="9758" y="9539"/>
                </a:lnTo>
                <a:lnTo>
                  <a:pt x="9295" y="9125"/>
                </a:lnTo>
                <a:lnTo>
                  <a:pt x="8906" y="8784"/>
                </a:lnTo>
                <a:lnTo>
                  <a:pt x="8736" y="8590"/>
                </a:lnTo>
                <a:lnTo>
                  <a:pt x="8590" y="8395"/>
                </a:lnTo>
                <a:lnTo>
                  <a:pt x="8517" y="8298"/>
                </a:lnTo>
                <a:lnTo>
                  <a:pt x="8541" y="7762"/>
                </a:lnTo>
                <a:lnTo>
                  <a:pt x="8541" y="7203"/>
                </a:lnTo>
                <a:lnTo>
                  <a:pt x="8541" y="6667"/>
                </a:lnTo>
                <a:lnTo>
                  <a:pt x="8517" y="6108"/>
                </a:lnTo>
                <a:lnTo>
                  <a:pt x="8444" y="5013"/>
                </a:lnTo>
                <a:lnTo>
                  <a:pt x="8419" y="4477"/>
                </a:lnTo>
                <a:lnTo>
                  <a:pt x="8419" y="3918"/>
                </a:lnTo>
                <a:lnTo>
                  <a:pt x="8419" y="3845"/>
                </a:lnTo>
                <a:lnTo>
                  <a:pt x="8395" y="3796"/>
                </a:lnTo>
                <a:lnTo>
                  <a:pt x="8371" y="3747"/>
                </a:lnTo>
                <a:lnTo>
                  <a:pt x="8298" y="3699"/>
                </a:lnTo>
                <a:lnTo>
                  <a:pt x="8249" y="3674"/>
                </a:lnTo>
                <a:lnTo>
                  <a:pt x="8200" y="3650"/>
                </a:lnTo>
                <a:close/>
                <a:moveTo>
                  <a:pt x="633" y="10074"/>
                </a:moveTo>
                <a:lnTo>
                  <a:pt x="730" y="10122"/>
                </a:lnTo>
                <a:lnTo>
                  <a:pt x="876" y="10147"/>
                </a:lnTo>
                <a:lnTo>
                  <a:pt x="998" y="10147"/>
                </a:lnTo>
                <a:lnTo>
                  <a:pt x="1144" y="10122"/>
                </a:lnTo>
                <a:lnTo>
                  <a:pt x="1266" y="10487"/>
                </a:lnTo>
                <a:lnTo>
                  <a:pt x="1047" y="10585"/>
                </a:lnTo>
                <a:lnTo>
                  <a:pt x="925" y="10609"/>
                </a:lnTo>
                <a:lnTo>
                  <a:pt x="779" y="10682"/>
                </a:lnTo>
                <a:lnTo>
                  <a:pt x="706" y="10366"/>
                </a:lnTo>
                <a:lnTo>
                  <a:pt x="633" y="10074"/>
                </a:lnTo>
                <a:close/>
                <a:moveTo>
                  <a:pt x="14867" y="10244"/>
                </a:moveTo>
                <a:lnTo>
                  <a:pt x="14989" y="10366"/>
                </a:lnTo>
                <a:lnTo>
                  <a:pt x="15111" y="10463"/>
                </a:lnTo>
                <a:lnTo>
                  <a:pt x="15232" y="10560"/>
                </a:lnTo>
                <a:lnTo>
                  <a:pt x="15378" y="10658"/>
                </a:lnTo>
                <a:lnTo>
                  <a:pt x="15549" y="10706"/>
                </a:lnTo>
                <a:lnTo>
                  <a:pt x="15403" y="11071"/>
                </a:lnTo>
                <a:lnTo>
                  <a:pt x="15111" y="10852"/>
                </a:lnTo>
                <a:lnTo>
                  <a:pt x="15013" y="10779"/>
                </a:lnTo>
                <a:lnTo>
                  <a:pt x="14892" y="10706"/>
                </a:lnTo>
                <a:lnTo>
                  <a:pt x="14843" y="10682"/>
                </a:lnTo>
                <a:lnTo>
                  <a:pt x="14794" y="10658"/>
                </a:lnTo>
                <a:lnTo>
                  <a:pt x="14770" y="10658"/>
                </a:lnTo>
                <a:lnTo>
                  <a:pt x="14867" y="10244"/>
                </a:lnTo>
                <a:close/>
                <a:moveTo>
                  <a:pt x="1412" y="10852"/>
                </a:moveTo>
                <a:lnTo>
                  <a:pt x="1558" y="11169"/>
                </a:lnTo>
                <a:lnTo>
                  <a:pt x="1363" y="11266"/>
                </a:lnTo>
                <a:lnTo>
                  <a:pt x="1241" y="11339"/>
                </a:lnTo>
                <a:lnTo>
                  <a:pt x="1168" y="11363"/>
                </a:lnTo>
                <a:lnTo>
                  <a:pt x="1095" y="11436"/>
                </a:lnTo>
                <a:lnTo>
                  <a:pt x="901" y="10950"/>
                </a:lnTo>
                <a:lnTo>
                  <a:pt x="1095" y="10925"/>
                </a:lnTo>
                <a:lnTo>
                  <a:pt x="1241" y="10901"/>
                </a:lnTo>
                <a:lnTo>
                  <a:pt x="1412" y="10852"/>
                </a:lnTo>
                <a:close/>
                <a:moveTo>
                  <a:pt x="14697" y="10877"/>
                </a:moveTo>
                <a:lnTo>
                  <a:pt x="14721" y="10901"/>
                </a:lnTo>
                <a:lnTo>
                  <a:pt x="14794" y="11023"/>
                </a:lnTo>
                <a:lnTo>
                  <a:pt x="14892" y="11144"/>
                </a:lnTo>
                <a:lnTo>
                  <a:pt x="15062" y="11290"/>
                </a:lnTo>
                <a:lnTo>
                  <a:pt x="15159" y="11363"/>
                </a:lnTo>
                <a:lnTo>
                  <a:pt x="15257" y="11412"/>
                </a:lnTo>
                <a:lnTo>
                  <a:pt x="15062" y="11874"/>
                </a:lnTo>
                <a:lnTo>
                  <a:pt x="15062" y="11850"/>
                </a:lnTo>
                <a:lnTo>
                  <a:pt x="14940" y="11753"/>
                </a:lnTo>
                <a:lnTo>
                  <a:pt x="14819" y="11607"/>
                </a:lnTo>
                <a:lnTo>
                  <a:pt x="14648" y="11509"/>
                </a:lnTo>
                <a:lnTo>
                  <a:pt x="14575" y="11461"/>
                </a:lnTo>
                <a:lnTo>
                  <a:pt x="14502" y="11461"/>
                </a:lnTo>
                <a:lnTo>
                  <a:pt x="14673" y="10998"/>
                </a:lnTo>
                <a:lnTo>
                  <a:pt x="14697" y="10877"/>
                </a:lnTo>
                <a:close/>
                <a:moveTo>
                  <a:pt x="1752" y="11509"/>
                </a:moveTo>
                <a:lnTo>
                  <a:pt x="1874" y="11704"/>
                </a:lnTo>
                <a:lnTo>
                  <a:pt x="1752" y="11826"/>
                </a:lnTo>
                <a:lnTo>
                  <a:pt x="1606" y="11972"/>
                </a:lnTo>
                <a:lnTo>
                  <a:pt x="1485" y="12142"/>
                </a:lnTo>
                <a:lnTo>
                  <a:pt x="1241" y="11680"/>
                </a:lnTo>
                <a:lnTo>
                  <a:pt x="1363" y="11655"/>
                </a:lnTo>
                <a:lnTo>
                  <a:pt x="1485" y="11607"/>
                </a:lnTo>
                <a:lnTo>
                  <a:pt x="1752" y="11509"/>
                </a:lnTo>
                <a:close/>
                <a:moveTo>
                  <a:pt x="14405" y="11607"/>
                </a:moveTo>
                <a:lnTo>
                  <a:pt x="14575" y="11801"/>
                </a:lnTo>
                <a:lnTo>
                  <a:pt x="14721" y="11947"/>
                </a:lnTo>
                <a:lnTo>
                  <a:pt x="14892" y="12093"/>
                </a:lnTo>
                <a:lnTo>
                  <a:pt x="14940" y="12118"/>
                </a:lnTo>
                <a:lnTo>
                  <a:pt x="14794" y="12361"/>
                </a:lnTo>
                <a:lnTo>
                  <a:pt x="14721" y="12288"/>
                </a:lnTo>
                <a:lnTo>
                  <a:pt x="14648" y="12215"/>
                </a:lnTo>
                <a:lnTo>
                  <a:pt x="14478" y="12118"/>
                </a:lnTo>
                <a:lnTo>
                  <a:pt x="14235" y="11947"/>
                </a:lnTo>
                <a:lnTo>
                  <a:pt x="14405" y="11607"/>
                </a:lnTo>
                <a:close/>
                <a:moveTo>
                  <a:pt x="2069" y="11996"/>
                </a:moveTo>
                <a:lnTo>
                  <a:pt x="2263" y="12288"/>
                </a:lnTo>
                <a:lnTo>
                  <a:pt x="2117" y="12410"/>
                </a:lnTo>
                <a:lnTo>
                  <a:pt x="1996" y="12556"/>
                </a:lnTo>
                <a:lnTo>
                  <a:pt x="1947" y="12653"/>
                </a:lnTo>
                <a:lnTo>
                  <a:pt x="1898" y="12750"/>
                </a:lnTo>
                <a:lnTo>
                  <a:pt x="1631" y="12361"/>
                </a:lnTo>
                <a:lnTo>
                  <a:pt x="1825" y="12215"/>
                </a:lnTo>
                <a:lnTo>
                  <a:pt x="1996" y="12069"/>
                </a:lnTo>
                <a:lnTo>
                  <a:pt x="2069" y="11996"/>
                </a:lnTo>
                <a:close/>
                <a:moveTo>
                  <a:pt x="14065" y="12239"/>
                </a:moveTo>
                <a:lnTo>
                  <a:pt x="14186" y="12361"/>
                </a:lnTo>
                <a:lnTo>
                  <a:pt x="14405" y="12507"/>
                </a:lnTo>
                <a:lnTo>
                  <a:pt x="14502" y="12580"/>
                </a:lnTo>
                <a:lnTo>
                  <a:pt x="14624" y="12629"/>
                </a:lnTo>
                <a:lnTo>
                  <a:pt x="14381" y="12969"/>
                </a:lnTo>
                <a:lnTo>
                  <a:pt x="14332" y="12872"/>
                </a:lnTo>
                <a:lnTo>
                  <a:pt x="14259" y="12799"/>
                </a:lnTo>
                <a:lnTo>
                  <a:pt x="14113" y="12677"/>
                </a:lnTo>
                <a:lnTo>
                  <a:pt x="13919" y="12483"/>
                </a:lnTo>
                <a:lnTo>
                  <a:pt x="14065" y="12239"/>
                </a:lnTo>
                <a:close/>
                <a:moveTo>
                  <a:pt x="2531" y="12604"/>
                </a:moveTo>
                <a:lnTo>
                  <a:pt x="2726" y="12848"/>
                </a:lnTo>
                <a:lnTo>
                  <a:pt x="2458" y="13237"/>
                </a:lnTo>
                <a:lnTo>
                  <a:pt x="2361" y="13359"/>
                </a:lnTo>
                <a:lnTo>
                  <a:pt x="2044" y="12921"/>
                </a:lnTo>
                <a:lnTo>
                  <a:pt x="2142" y="12896"/>
                </a:lnTo>
                <a:lnTo>
                  <a:pt x="2239" y="12848"/>
                </a:lnTo>
                <a:lnTo>
                  <a:pt x="2385" y="12726"/>
                </a:lnTo>
                <a:lnTo>
                  <a:pt x="2531" y="12604"/>
                </a:lnTo>
                <a:close/>
                <a:moveTo>
                  <a:pt x="13773" y="12702"/>
                </a:moveTo>
                <a:lnTo>
                  <a:pt x="13797" y="12726"/>
                </a:lnTo>
                <a:lnTo>
                  <a:pt x="13992" y="12945"/>
                </a:lnTo>
                <a:lnTo>
                  <a:pt x="14089" y="13042"/>
                </a:lnTo>
                <a:lnTo>
                  <a:pt x="14162" y="13164"/>
                </a:lnTo>
                <a:lnTo>
                  <a:pt x="14211" y="13213"/>
                </a:lnTo>
                <a:lnTo>
                  <a:pt x="13967" y="13505"/>
                </a:lnTo>
                <a:lnTo>
                  <a:pt x="13821" y="13310"/>
                </a:lnTo>
                <a:lnTo>
                  <a:pt x="13675" y="13115"/>
                </a:lnTo>
                <a:lnTo>
                  <a:pt x="13529" y="13018"/>
                </a:lnTo>
                <a:lnTo>
                  <a:pt x="13773" y="12702"/>
                </a:lnTo>
                <a:close/>
                <a:moveTo>
                  <a:pt x="2993" y="13164"/>
                </a:moveTo>
                <a:lnTo>
                  <a:pt x="3188" y="13383"/>
                </a:lnTo>
                <a:lnTo>
                  <a:pt x="3164" y="13456"/>
                </a:lnTo>
                <a:lnTo>
                  <a:pt x="2969" y="13651"/>
                </a:lnTo>
                <a:lnTo>
                  <a:pt x="2896" y="13748"/>
                </a:lnTo>
                <a:lnTo>
                  <a:pt x="2823" y="13845"/>
                </a:lnTo>
                <a:lnTo>
                  <a:pt x="2726" y="13772"/>
                </a:lnTo>
                <a:lnTo>
                  <a:pt x="2580" y="13578"/>
                </a:lnTo>
                <a:lnTo>
                  <a:pt x="2653" y="13529"/>
                </a:lnTo>
                <a:lnTo>
                  <a:pt x="2726" y="13456"/>
                </a:lnTo>
                <a:lnTo>
                  <a:pt x="2993" y="13164"/>
                </a:lnTo>
                <a:close/>
                <a:moveTo>
                  <a:pt x="13383" y="13188"/>
                </a:moveTo>
                <a:lnTo>
                  <a:pt x="13456" y="13334"/>
                </a:lnTo>
                <a:lnTo>
                  <a:pt x="13724" y="13748"/>
                </a:lnTo>
                <a:lnTo>
                  <a:pt x="13578" y="13918"/>
                </a:lnTo>
                <a:lnTo>
                  <a:pt x="13456" y="14040"/>
                </a:lnTo>
                <a:lnTo>
                  <a:pt x="13335" y="13821"/>
                </a:lnTo>
                <a:lnTo>
                  <a:pt x="13213" y="13602"/>
                </a:lnTo>
                <a:lnTo>
                  <a:pt x="13116" y="13480"/>
                </a:lnTo>
                <a:lnTo>
                  <a:pt x="13237" y="13334"/>
                </a:lnTo>
                <a:lnTo>
                  <a:pt x="13383" y="13188"/>
                </a:lnTo>
                <a:close/>
                <a:moveTo>
                  <a:pt x="3456" y="13651"/>
                </a:moveTo>
                <a:lnTo>
                  <a:pt x="3796" y="13991"/>
                </a:lnTo>
                <a:lnTo>
                  <a:pt x="3650" y="14089"/>
                </a:lnTo>
                <a:lnTo>
                  <a:pt x="3504" y="14186"/>
                </a:lnTo>
                <a:lnTo>
                  <a:pt x="3407" y="14259"/>
                </a:lnTo>
                <a:lnTo>
                  <a:pt x="3334" y="14332"/>
                </a:lnTo>
                <a:lnTo>
                  <a:pt x="3042" y="14089"/>
                </a:lnTo>
                <a:lnTo>
                  <a:pt x="3164" y="13967"/>
                </a:lnTo>
                <a:lnTo>
                  <a:pt x="3237" y="13894"/>
                </a:lnTo>
                <a:lnTo>
                  <a:pt x="3334" y="13797"/>
                </a:lnTo>
                <a:lnTo>
                  <a:pt x="3456" y="13651"/>
                </a:lnTo>
                <a:close/>
                <a:moveTo>
                  <a:pt x="12945" y="13651"/>
                </a:moveTo>
                <a:lnTo>
                  <a:pt x="12994" y="13748"/>
                </a:lnTo>
                <a:lnTo>
                  <a:pt x="13213" y="14210"/>
                </a:lnTo>
                <a:lnTo>
                  <a:pt x="13213" y="14235"/>
                </a:lnTo>
                <a:lnTo>
                  <a:pt x="13043" y="14381"/>
                </a:lnTo>
                <a:lnTo>
                  <a:pt x="12970" y="14210"/>
                </a:lnTo>
                <a:lnTo>
                  <a:pt x="12897" y="14040"/>
                </a:lnTo>
                <a:lnTo>
                  <a:pt x="12824" y="13918"/>
                </a:lnTo>
                <a:lnTo>
                  <a:pt x="12751" y="13821"/>
                </a:lnTo>
                <a:lnTo>
                  <a:pt x="12945" y="13651"/>
                </a:lnTo>
                <a:close/>
                <a:moveTo>
                  <a:pt x="3967" y="14162"/>
                </a:moveTo>
                <a:lnTo>
                  <a:pt x="4332" y="14454"/>
                </a:lnTo>
                <a:lnTo>
                  <a:pt x="4283" y="14502"/>
                </a:lnTo>
                <a:lnTo>
                  <a:pt x="4113" y="14648"/>
                </a:lnTo>
                <a:lnTo>
                  <a:pt x="4040" y="14721"/>
                </a:lnTo>
                <a:lnTo>
                  <a:pt x="3991" y="14794"/>
                </a:lnTo>
                <a:lnTo>
                  <a:pt x="3602" y="14551"/>
                </a:lnTo>
                <a:lnTo>
                  <a:pt x="3748" y="14429"/>
                </a:lnTo>
                <a:lnTo>
                  <a:pt x="3845" y="14308"/>
                </a:lnTo>
                <a:lnTo>
                  <a:pt x="3967" y="14162"/>
                </a:lnTo>
                <a:close/>
                <a:moveTo>
                  <a:pt x="12556" y="13991"/>
                </a:moveTo>
                <a:lnTo>
                  <a:pt x="12605" y="14113"/>
                </a:lnTo>
                <a:lnTo>
                  <a:pt x="12678" y="14332"/>
                </a:lnTo>
                <a:lnTo>
                  <a:pt x="12775" y="14551"/>
                </a:lnTo>
                <a:lnTo>
                  <a:pt x="12775" y="14600"/>
                </a:lnTo>
                <a:lnTo>
                  <a:pt x="12459" y="14819"/>
                </a:lnTo>
                <a:lnTo>
                  <a:pt x="12434" y="14673"/>
                </a:lnTo>
                <a:lnTo>
                  <a:pt x="12361" y="14527"/>
                </a:lnTo>
                <a:lnTo>
                  <a:pt x="12313" y="14381"/>
                </a:lnTo>
                <a:lnTo>
                  <a:pt x="12215" y="14235"/>
                </a:lnTo>
                <a:lnTo>
                  <a:pt x="12556" y="13991"/>
                </a:lnTo>
                <a:close/>
                <a:moveTo>
                  <a:pt x="8760" y="1509"/>
                </a:moveTo>
                <a:lnTo>
                  <a:pt x="9174" y="1557"/>
                </a:lnTo>
                <a:lnTo>
                  <a:pt x="9222" y="1582"/>
                </a:lnTo>
                <a:lnTo>
                  <a:pt x="9271" y="1606"/>
                </a:lnTo>
                <a:lnTo>
                  <a:pt x="9368" y="1582"/>
                </a:lnTo>
                <a:lnTo>
                  <a:pt x="10123" y="1728"/>
                </a:lnTo>
                <a:lnTo>
                  <a:pt x="10488" y="1825"/>
                </a:lnTo>
                <a:lnTo>
                  <a:pt x="10877" y="1947"/>
                </a:lnTo>
                <a:lnTo>
                  <a:pt x="11291" y="2117"/>
                </a:lnTo>
                <a:lnTo>
                  <a:pt x="11656" y="2287"/>
                </a:lnTo>
                <a:lnTo>
                  <a:pt x="11510" y="2385"/>
                </a:lnTo>
                <a:lnTo>
                  <a:pt x="11388" y="2531"/>
                </a:lnTo>
                <a:lnTo>
                  <a:pt x="11193" y="2823"/>
                </a:lnTo>
                <a:lnTo>
                  <a:pt x="10950" y="3066"/>
                </a:lnTo>
                <a:lnTo>
                  <a:pt x="10853" y="3212"/>
                </a:lnTo>
                <a:lnTo>
                  <a:pt x="10828" y="3285"/>
                </a:lnTo>
                <a:lnTo>
                  <a:pt x="10804" y="3358"/>
                </a:lnTo>
                <a:lnTo>
                  <a:pt x="10804" y="3407"/>
                </a:lnTo>
                <a:lnTo>
                  <a:pt x="10828" y="3431"/>
                </a:lnTo>
                <a:lnTo>
                  <a:pt x="10853" y="3480"/>
                </a:lnTo>
                <a:lnTo>
                  <a:pt x="10974" y="3480"/>
                </a:lnTo>
                <a:lnTo>
                  <a:pt x="11047" y="3455"/>
                </a:lnTo>
                <a:lnTo>
                  <a:pt x="11193" y="3358"/>
                </a:lnTo>
                <a:lnTo>
                  <a:pt x="11315" y="3261"/>
                </a:lnTo>
                <a:lnTo>
                  <a:pt x="11412" y="3139"/>
                </a:lnTo>
                <a:lnTo>
                  <a:pt x="11680" y="2871"/>
                </a:lnTo>
                <a:lnTo>
                  <a:pt x="11826" y="2725"/>
                </a:lnTo>
                <a:lnTo>
                  <a:pt x="11875" y="2628"/>
                </a:lnTo>
                <a:lnTo>
                  <a:pt x="11948" y="2555"/>
                </a:lnTo>
                <a:lnTo>
                  <a:pt x="11948" y="2458"/>
                </a:lnTo>
                <a:lnTo>
                  <a:pt x="12313" y="2701"/>
                </a:lnTo>
                <a:lnTo>
                  <a:pt x="12629" y="2969"/>
                </a:lnTo>
                <a:lnTo>
                  <a:pt x="12945" y="3261"/>
                </a:lnTo>
                <a:lnTo>
                  <a:pt x="13237" y="3601"/>
                </a:lnTo>
                <a:lnTo>
                  <a:pt x="13456" y="3869"/>
                </a:lnTo>
                <a:lnTo>
                  <a:pt x="13651" y="4137"/>
                </a:lnTo>
                <a:lnTo>
                  <a:pt x="13821" y="4429"/>
                </a:lnTo>
                <a:lnTo>
                  <a:pt x="13992" y="4745"/>
                </a:lnTo>
                <a:lnTo>
                  <a:pt x="13870" y="4745"/>
                </a:lnTo>
                <a:lnTo>
                  <a:pt x="13748" y="4794"/>
                </a:lnTo>
                <a:lnTo>
                  <a:pt x="13505" y="4940"/>
                </a:lnTo>
                <a:lnTo>
                  <a:pt x="13237" y="5134"/>
                </a:lnTo>
                <a:lnTo>
                  <a:pt x="13067" y="5207"/>
                </a:lnTo>
                <a:lnTo>
                  <a:pt x="12921" y="5305"/>
                </a:lnTo>
                <a:lnTo>
                  <a:pt x="12872" y="5378"/>
                </a:lnTo>
                <a:lnTo>
                  <a:pt x="12872" y="5451"/>
                </a:lnTo>
                <a:lnTo>
                  <a:pt x="12897" y="5524"/>
                </a:lnTo>
                <a:lnTo>
                  <a:pt x="12970" y="5597"/>
                </a:lnTo>
                <a:lnTo>
                  <a:pt x="13043" y="5621"/>
                </a:lnTo>
                <a:lnTo>
                  <a:pt x="13116" y="5645"/>
                </a:lnTo>
                <a:lnTo>
                  <a:pt x="13286" y="5645"/>
                </a:lnTo>
                <a:lnTo>
                  <a:pt x="13432" y="5572"/>
                </a:lnTo>
                <a:lnTo>
                  <a:pt x="13578" y="5499"/>
                </a:lnTo>
                <a:lnTo>
                  <a:pt x="13870" y="5329"/>
                </a:lnTo>
                <a:lnTo>
                  <a:pt x="14016" y="5256"/>
                </a:lnTo>
                <a:lnTo>
                  <a:pt x="14162" y="5207"/>
                </a:lnTo>
                <a:lnTo>
                  <a:pt x="14211" y="5159"/>
                </a:lnTo>
                <a:lnTo>
                  <a:pt x="14381" y="5621"/>
                </a:lnTo>
                <a:lnTo>
                  <a:pt x="14502" y="6059"/>
                </a:lnTo>
                <a:lnTo>
                  <a:pt x="14600" y="6448"/>
                </a:lnTo>
                <a:lnTo>
                  <a:pt x="14648" y="6862"/>
                </a:lnTo>
                <a:lnTo>
                  <a:pt x="14746" y="7665"/>
                </a:lnTo>
                <a:lnTo>
                  <a:pt x="14746" y="7860"/>
                </a:lnTo>
                <a:lnTo>
                  <a:pt x="14746" y="8054"/>
                </a:lnTo>
                <a:lnTo>
                  <a:pt x="14575" y="8030"/>
                </a:lnTo>
                <a:lnTo>
                  <a:pt x="14138" y="8030"/>
                </a:lnTo>
                <a:lnTo>
                  <a:pt x="14016" y="8054"/>
                </a:lnTo>
                <a:lnTo>
                  <a:pt x="13919" y="8079"/>
                </a:lnTo>
                <a:lnTo>
                  <a:pt x="13821" y="8127"/>
                </a:lnTo>
                <a:lnTo>
                  <a:pt x="13748" y="8200"/>
                </a:lnTo>
                <a:lnTo>
                  <a:pt x="13724" y="8273"/>
                </a:lnTo>
                <a:lnTo>
                  <a:pt x="13700" y="8322"/>
                </a:lnTo>
                <a:lnTo>
                  <a:pt x="13724" y="8346"/>
                </a:lnTo>
                <a:lnTo>
                  <a:pt x="13773" y="8419"/>
                </a:lnTo>
                <a:lnTo>
                  <a:pt x="13846" y="8444"/>
                </a:lnTo>
                <a:lnTo>
                  <a:pt x="13992" y="8492"/>
                </a:lnTo>
                <a:lnTo>
                  <a:pt x="14138" y="8517"/>
                </a:lnTo>
                <a:lnTo>
                  <a:pt x="14284" y="8517"/>
                </a:lnTo>
                <a:lnTo>
                  <a:pt x="14527" y="8565"/>
                </a:lnTo>
                <a:lnTo>
                  <a:pt x="14746" y="8614"/>
                </a:lnTo>
                <a:lnTo>
                  <a:pt x="14794" y="8809"/>
                </a:lnTo>
                <a:lnTo>
                  <a:pt x="14770" y="9052"/>
                </a:lnTo>
                <a:lnTo>
                  <a:pt x="14697" y="9441"/>
                </a:lnTo>
                <a:lnTo>
                  <a:pt x="14600" y="9806"/>
                </a:lnTo>
                <a:lnTo>
                  <a:pt x="14356" y="10560"/>
                </a:lnTo>
                <a:lnTo>
                  <a:pt x="14186" y="11023"/>
                </a:lnTo>
                <a:lnTo>
                  <a:pt x="13992" y="11461"/>
                </a:lnTo>
                <a:lnTo>
                  <a:pt x="13821" y="11363"/>
                </a:lnTo>
                <a:lnTo>
                  <a:pt x="13651" y="11290"/>
                </a:lnTo>
                <a:lnTo>
                  <a:pt x="13456" y="11169"/>
                </a:lnTo>
                <a:lnTo>
                  <a:pt x="13335" y="11096"/>
                </a:lnTo>
                <a:lnTo>
                  <a:pt x="13237" y="11047"/>
                </a:lnTo>
                <a:lnTo>
                  <a:pt x="13164" y="11047"/>
                </a:lnTo>
                <a:lnTo>
                  <a:pt x="13091" y="11071"/>
                </a:lnTo>
                <a:lnTo>
                  <a:pt x="13043" y="11096"/>
                </a:lnTo>
                <a:lnTo>
                  <a:pt x="13018" y="11120"/>
                </a:lnTo>
                <a:lnTo>
                  <a:pt x="12994" y="11193"/>
                </a:lnTo>
                <a:lnTo>
                  <a:pt x="12970" y="11242"/>
                </a:lnTo>
                <a:lnTo>
                  <a:pt x="12970" y="11315"/>
                </a:lnTo>
                <a:lnTo>
                  <a:pt x="12994" y="11363"/>
                </a:lnTo>
                <a:lnTo>
                  <a:pt x="13067" y="11461"/>
                </a:lnTo>
                <a:lnTo>
                  <a:pt x="13164" y="11558"/>
                </a:lnTo>
                <a:lnTo>
                  <a:pt x="13383" y="11680"/>
                </a:lnTo>
                <a:lnTo>
                  <a:pt x="13554" y="11801"/>
                </a:lnTo>
                <a:lnTo>
                  <a:pt x="13651" y="11850"/>
                </a:lnTo>
                <a:lnTo>
                  <a:pt x="13748" y="11899"/>
                </a:lnTo>
                <a:lnTo>
                  <a:pt x="13578" y="12191"/>
                </a:lnTo>
                <a:lnTo>
                  <a:pt x="13359" y="12483"/>
                </a:lnTo>
                <a:lnTo>
                  <a:pt x="13164" y="12750"/>
                </a:lnTo>
                <a:lnTo>
                  <a:pt x="12921" y="13018"/>
                </a:lnTo>
                <a:lnTo>
                  <a:pt x="12629" y="13334"/>
                </a:lnTo>
                <a:lnTo>
                  <a:pt x="12337" y="13602"/>
                </a:lnTo>
                <a:lnTo>
                  <a:pt x="11996" y="13845"/>
                </a:lnTo>
                <a:lnTo>
                  <a:pt x="11656" y="14064"/>
                </a:lnTo>
                <a:lnTo>
                  <a:pt x="11558" y="13845"/>
                </a:lnTo>
                <a:lnTo>
                  <a:pt x="11437" y="13626"/>
                </a:lnTo>
                <a:lnTo>
                  <a:pt x="11266" y="13383"/>
                </a:lnTo>
                <a:lnTo>
                  <a:pt x="11169" y="13261"/>
                </a:lnTo>
                <a:lnTo>
                  <a:pt x="11047" y="13188"/>
                </a:lnTo>
                <a:lnTo>
                  <a:pt x="10974" y="13188"/>
                </a:lnTo>
                <a:lnTo>
                  <a:pt x="10926" y="13261"/>
                </a:lnTo>
                <a:lnTo>
                  <a:pt x="10901" y="13334"/>
                </a:lnTo>
                <a:lnTo>
                  <a:pt x="10901" y="13383"/>
                </a:lnTo>
                <a:lnTo>
                  <a:pt x="10926" y="13529"/>
                </a:lnTo>
                <a:lnTo>
                  <a:pt x="11047" y="13772"/>
                </a:lnTo>
                <a:lnTo>
                  <a:pt x="11266" y="14259"/>
                </a:lnTo>
                <a:lnTo>
                  <a:pt x="10926" y="14405"/>
                </a:lnTo>
                <a:lnTo>
                  <a:pt x="10561" y="14502"/>
                </a:lnTo>
                <a:lnTo>
                  <a:pt x="10220" y="14575"/>
                </a:lnTo>
                <a:lnTo>
                  <a:pt x="9879" y="14624"/>
                </a:lnTo>
                <a:lnTo>
                  <a:pt x="9198" y="14721"/>
                </a:lnTo>
                <a:lnTo>
                  <a:pt x="8857" y="14794"/>
                </a:lnTo>
                <a:lnTo>
                  <a:pt x="8663" y="14819"/>
                </a:lnTo>
                <a:lnTo>
                  <a:pt x="8517" y="14892"/>
                </a:lnTo>
                <a:lnTo>
                  <a:pt x="8249" y="14892"/>
                </a:lnTo>
                <a:lnTo>
                  <a:pt x="8249" y="14673"/>
                </a:lnTo>
                <a:lnTo>
                  <a:pt x="8273" y="14429"/>
                </a:lnTo>
                <a:lnTo>
                  <a:pt x="8273" y="14308"/>
                </a:lnTo>
                <a:lnTo>
                  <a:pt x="8249" y="14186"/>
                </a:lnTo>
                <a:lnTo>
                  <a:pt x="8225" y="14089"/>
                </a:lnTo>
                <a:lnTo>
                  <a:pt x="8152" y="13991"/>
                </a:lnTo>
                <a:lnTo>
                  <a:pt x="8127" y="13967"/>
                </a:lnTo>
                <a:lnTo>
                  <a:pt x="8030" y="13967"/>
                </a:lnTo>
                <a:lnTo>
                  <a:pt x="8006" y="13991"/>
                </a:lnTo>
                <a:lnTo>
                  <a:pt x="7933" y="14113"/>
                </a:lnTo>
                <a:lnTo>
                  <a:pt x="7884" y="14235"/>
                </a:lnTo>
                <a:lnTo>
                  <a:pt x="7860" y="14478"/>
                </a:lnTo>
                <a:lnTo>
                  <a:pt x="7835" y="14697"/>
                </a:lnTo>
                <a:lnTo>
                  <a:pt x="7860" y="14916"/>
                </a:lnTo>
                <a:lnTo>
                  <a:pt x="7373" y="14916"/>
                </a:lnTo>
                <a:lnTo>
                  <a:pt x="6911" y="14892"/>
                </a:lnTo>
                <a:lnTo>
                  <a:pt x="6448" y="14819"/>
                </a:lnTo>
                <a:lnTo>
                  <a:pt x="5986" y="14746"/>
                </a:lnTo>
                <a:lnTo>
                  <a:pt x="5694" y="14673"/>
                </a:lnTo>
                <a:lnTo>
                  <a:pt x="5402" y="14551"/>
                </a:lnTo>
                <a:lnTo>
                  <a:pt x="5135" y="14429"/>
                </a:lnTo>
                <a:lnTo>
                  <a:pt x="4891" y="14283"/>
                </a:lnTo>
                <a:lnTo>
                  <a:pt x="4940" y="14210"/>
                </a:lnTo>
                <a:lnTo>
                  <a:pt x="5208" y="13748"/>
                </a:lnTo>
                <a:lnTo>
                  <a:pt x="5329" y="13480"/>
                </a:lnTo>
                <a:lnTo>
                  <a:pt x="5378" y="13359"/>
                </a:lnTo>
                <a:lnTo>
                  <a:pt x="5402" y="13213"/>
                </a:lnTo>
                <a:lnTo>
                  <a:pt x="5402" y="13164"/>
                </a:lnTo>
                <a:lnTo>
                  <a:pt x="5378" y="13140"/>
                </a:lnTo>
                <a:lnTo>
                  <a:pt x="5305" y="13091"/>
                </a:lnTo>
                <a:lnTo>
                  <a:pt x="5232" y="13067"/>
                </a:lnTo>
                <a:lnTo>
                  <a:pt x="5135" y="13115"/>
                </a:lnTo>
                <a:lnTo>
                  <a:pt x="5062" y="13188"/>
                </a:lnTo>
                <a:lnTo>
                  <a:pt x="4989" y="13286"/>
                </a:lnTo>
                <a:lnTo>
                  <a:pt x="4867" y="13505"/>
                </a:lnTo>
                <a:lnTo>
                  <a:pt x="4575" y="13991"/>
                </a:lnTo>
                <a:lnTo>
                  <a:pt x="4551" y="14040"/>
                </a:lnTo>
                <a:lnTo>
                  <a:pt x="4137" y="13675"/>
                </a:lnTo>
                <a:lnTo>
                  <a:pt x="3748" y="13286"/>
                </a:lnTo>
                <a:lnTo>
                  <a:pt x="3407" y="12921"/>
                </a:lnTo>
                <a:lnTo>
                  <a:pt x="3091" y="12556"/>
                </a:lnTo>
                <a:lnTo>
                  <a:pt x="2799" y="12191"/>
                </a:lnTo>
                <a:lnTo>
                  <a:pt x="2531" y="11801"/>
                </a:lnTo>
                <a:lnTo>
                  <a:pt x="2774" y="11704"/>
                </a:lnTo>
                <a:lnTo>
                  <a:pt x="3042" y="11582"/>
                </a:lnTo>
                <a:lnTo>
                  <a:pt x="3285" y="11436"/>
                </a:lnTo>
                <a:lnTo>
                  <a:pt x="3358" y="11363"/>
                </a:lnTo>
                <a:lnTo>
                  <a:pt x="3358" y="11290"/>
                </a:lnTo>
                <a:lnTo>
                  <a:pt x="3334" y="11217"/>
                </a:lnTo>
                <a:lnTo>
                  <a:pt x="3310" y="11144"/>
                </a:lnTo>
                <a:lnTo>
                  <a:pt x="3237" y="11096"/>
                </a:lnTo>
                <a:lnTo>
                  <a:pt x="3164" y="11071"/>
                </a:lnTo>
                <a:lnTo>
                  <a:pt x="3066" y="11071"/>
                </a:lnTo>
                <a:lnTo>
                  <a:pt x="2993" y="11120"/>
                </a:lnTo>
                <a:lnTo>
                  <a:pt x="2799" y="11266"/>
                </a:lnTo>
                <a:lnTo>
                  <a:pt x="2580" y="11363"/>
                </a:lnTo>
                <a:lnTo>
                  <a:pt x="2312" y="11461"/>
                </a:lnTo>
                <a:lnTo>
                  <a:pt x="2117" y="11144"/>
                </a:lnTo>
                <a:lnTo>
                  <a:pt x="1947" y="10828"/>
                </a:lnTo>
                <a:lnTo>
                  <a:pt x="1777" y="10487"/>
                </a:lnTo>
                <a:lnTo>
                  <a:pt x="1631" y="10122"/>
                </a:lnTo>
                <a:lnTo>
                  <a:pt x="1509" y="9782"/>
                </a:lnTo>
                <a:lnTo>
                  <a:pt x="1412" y="9393"/>
                </a:lnTo>
                <a:lnTo>
                  <a:pt x="1363" y="9198"/>
                </a:lnTo>
                <a:lnTo>
                  <a:pt x="1363" y="8979"/>
                </a:lnTo>
                <a:lnTo>
                  <a:pt x="1387" y="8565"/>
                </a:lnTo>
                <a:lnTo>
                  <a:pt x="1412" y="8492"/>
                </a:lnTo>
                <a:lnTo>
                  <a:pt x="1558" y="8517"/>
                </a:lnTo>
                <a:lnTo>
                  <a:pt x="2190" y="8517"/>
                </a:lnTo>
                <a:lnTo>
                  <a:pt x="2288" y="8492"/>
                </a:lnTo>
                <a:lnTo>
                  <a:pt x="2361" y="8444"/>
                </a:lnTo>
                <a:lnTo>
                  <a:pt x="2409" y="8371"/>
                </a:lnTo>
                <a:lnTo>
                  <a:pt x="2409" y="8298"/>
                </a:lnTo>
                <a:lnTo>
                  <a:pt x="2409" y="8200"/>
                </a:lnTo>
                <a:lnTo>
                  <a:pt x="2361" y="8127"/>
                </a:lnTo>
                <a:lnTo>
                  <a:pt x="2288" y="8079"/>
                </a:lnTo>
                <a:lnTo>
                  <a:pt x="2190" y="8054"/>
                </a:lnTo>
                <a:lnTo>
                  <a:pt x="1971" y="8054"/>
                </a:lnTo>
                <a:lnTo>
                  <a:pt x="1752" y="8079"/>
                </a:lnTo>
                <a:lnTo>
                  <a:pt x="1509" y="8103"/>
                </a:lnTo>
                <a:lnTo>
                  <a:pt x="1606" y="7446"/>
                </a:lnTo>
                <a:lnTo>
                  <a:pt x="1704" y="6789"/>
                </a:lnTo>
                <a:lnTo>
                  <a:pt x="1801" y="6132"/>
                </a:lnTo>
                <a:lnTo>
                  <a:pt x="1898" y="5816"/>
                </a:lnTo>
                <a:lnTo>
                  <a:pt x="1996" y="5499"/>
                </a:lnTo>
                <a:lnTo>
                  <a:pt x="2117" y="5159"/>
                </a:lnTo>
                <a:lnTo>
                  <a:pt x="2288" y="5305"/>
                </a:lnTo>
                <a:lnTo>
                  <a:pt x="2458" y="5426"/>
                </a:lnTo>
                <a:lnTo>
                  <a:pt x="2701" y="5597"/>
                </a:lnTo>
                <a:lnTo>
                  <a:pt x="2823" y="5645"/>
                </a:lnTo>
                <a:lnTo>
                  <a:pt x="2945" y="5694"/>
                </a:lnTo>
                <a:lnTo>
                  <a:pt x="3066" y="5694"/>
                </a:lnTo>
                <a:lnTo>
                  <a:pt x="3139" y="5670"/>
                </a:lnTo>
                <a:lnTo>
                  <a:pt x="3212" y="5597"/>
                </a:lnTo>
                <a:lnTo>
                  <a:pt x="3237" y="5524"/>
                </a:lnTo>
                <a:lnTo>
                  <a:pt x="3237" y="5451"/>
                </a:lnTo>
                <a:lnTo>
                  <a:pt x="3237" y="5353"/>
                </a:lnTo>
                <a:lnTo>
                  <a:pt x="3164" y="5280"/>
                </a:lnTo>
                <a:lnTo>
                  <a:pt x="3091" y="5232"/>
                </a:lnTo>
                <a:lnTo>
                  <a:pt x="2872" y="5134"/>
                </a:lnTo>
                <a:lnTo>
                  <a:pt x="2677" y="5037"/>
                </a:lnTo>
                <a:lnTo>
                  <a:pt x="2482" y="4915"/>
                </a:lnTo>
                <a:lnTo>
                  <a:pt x="2288" y="4842"/>
                </a:lnTo>
                <a:lnTo>
                  <a:pt x="2555" y="4429"/>
                </a:lnTo>
                <a:lnTo>
                  <a:pt x="2847" y="4039"/>
                </a:lnTo>
                <a:lnTo>
                  <a:pt x="3188" y="3674"/>
                </a:lnTo>
                <a:lnTo>
                  <a:pt x="3529" y="3334"/>
                </a:lnTo>
                <a:lnTo>
                  <a:pt x="3796" y="3090"/>
                </a:lnTo>
                <a:lnTo>
                  <a:pt x="4088" y="2896"/>
                </a:lnTo>
                <a:lnTo>
                  <a:pt x="4380" y="2701"/>
                </a:lnTo>
                <a:lnTo>
                  <a:pt x="4697" y="2506"/>
                </a:lnTo>
                <a:lnTo>
                  <a:pt x="4770" y="2677"/>
                </a:lnTo>
                <a:lnTo>
                  <a:pt x="4867" y="2847"/>
                </a:lnTo>
                <a:lnTo>
                  <a:pt x="4989" y="3090"/>
                </a:lnTo>
                <a:lnTo>
                  <a:pt x="5062" y="3188"/>
                </a:lnTo>
                <a:lnTo>
                  <a:pt x="5159" y="3285"/>
                </a:lnTo>
                <a:lnTo>
                  <a:pt x="5232" y="3334"/>
                </a:lnTo>
                <a:lnTo>
                  <a:pt x="5329" y="3334"/>
                </a:lnTo>
                <a:lnTo>
                  <a:pt x="5402" y="3309"/>
                </a:lnTo>
                <a:lnTo>
                  <a:pt x="5475" y="3261"/>
                </a:lnTo>
                <a:lnTo>
                  <a:pt x="5524" y="3188"/>
                </a:lnTo>
                <a:lnTo>
                  <a:pt x="5548" y="3115"/>
                </a:lnTo>
                <a:lnTo>
                  <a:pt x="5524" y="3042"/>
                </a:lnTo>
                <a:lnTo>
                  <a:pt x="5475" y="2969"/>
                </a:lnTo>
                <a:lnTo>
                  <a:pt x="5402" y="2920"/>
                </a:lnTo>
                <a:lnTo>
                  <a:pt x="5354" y="2847"/>
                </a:lnTo>
                <a:lnTo>
                  <a:pt x="5232" y="2677"/>
                </a:lnTo>
                <a:lnTo>
                  <a:pt x="5135" y="2506"/>
                </a:lnTo>
                <a:lnTo>
                  <a:pt x="5013" y="2360"/>
                </a:lnTo>
                <a:lnTo>
                  <a:pt x="5402" y="2166"/>
                </a:lnTo>
                <a:lnTo>
                  <a:pt x="5792" y="2020"/>
                </a:lnTo>
                <a:lnTo>
                  <a:pt x="6084" y="1922"/>
                </a:lnTo>
                <a:lnTo>
                  <a:pt x="6375" y="1849"/>
                </a:lnTo>
                <a:lnTo>
                  <a:pt x="6984" y="1728"/>
                </a:lnTo>
                <a:lnTo>
                  <a:pt x="7178" y="1703"/>
                </a:lnTo>
                <a:lnTo>
                  <a:pt x="7397" y="1679"/>
                </a:lnTo>
                <a:lnTo>
                  <a:pt x="7616" y="1679"/>
                </a:lnTo>
                <a:lnTo>
                  <a:pt x="7835" y="1655"/>
                </a:lnTo>
                <a:lnTo>
                  <a:pt x="7835" y="1825"/>
                </a:lnTo>
                <a:lnTo>
                  <a:pt x="7835" y="1995"/>
                </a:lnTo>
                <a:lnTo>
                  <a:pt x="7835" y="2287"/>
                </a:lnTo>
                <a:lnTo>
                  <a:pt x="7884" y="2579"/>
                </a:lnTo>
                <a:lnTo>
                  <a:pt x="7908" y="2652"/>
                </a:lnTo>
                <a:lnTo>
                  <a:pt x="7957" y="2701"/>
                </a:lnTo>
                <a:lnTo>
                  <a:pt x="8030" y="2725"/>
                </a:lnTo>
                <a:lnTo>
                  <a:pt x="8127" y="2750"/>
                </a:lnTo>
                <a:lnTo>
                  <a:pt x="8200" y="2725"/>
                </a:lnTo>
                <a:lnTo>
                  <a:pt x="8273" y="2677"/>
                </a:lnTo>
                <a:lnTo>
                  <a:pt x="8322" y="2604"/>
                </a:lnTo>
                <a:lnTo>
                  <a:pt x="8322" y="2506"/>
                </a:lnTo>
                <a:lnTo>
                  <a:pt x="8273" y="1995"/>
                </a:lnTo>
                <a:lnTo>
                  <a:pt x="8273" y="1776"/>
                </a:lnTo>
                <a:lnTo>
                  <a:pt x="8249" y="1655"/>
                </a:lnTo>
                <a:lnTo>
                  <a:pt x="8225" y="1533"/>
                </a:lnTo>
                <a:lnTo>
                  <a:pt x="8444" y="1509"/>
                </a:lnTo>
                <a:close/>
                <a:moveTo>
                  <a:pt x="4575" y="14624"/>
                </a:moveTo>
                <a:lnTo>
                  <a:pt x="4794" y="14746"/>
                </a:lnTo>
                <a:lnTo>
                  <a:pt x="4672" y="14892"/>
                </a:lnTo>
                <a:lnTo>
                  <a:pt x="4526" y="15086"/>
                </a:lnTo>
                <a:lnTo>
                  <a:pt x="4502" y="15135"/>
                </a:lnTo>
                <a:lnTo>
                  <a:pt x="4283" y="14989"/>
                </a:lnTo>
                <a:lnTo>
                  <a:pt x="4380" y="14867"/>
                </a:lnTo>
                <a:lnTo>
                  <a:pt x="4478" y="14746"/>
                </a:lnTo>
                <a:lnTo>
                  <a:pt x="4575" y="14624"/>
                </a:lnTo>
                <a:close/>
                <a:moveTo>
                  <a:pt x="11996" y="14405"/>
                </a:moveTo>
                <a:lnTo>
                  <a:pt x="12045" y="14575"/>
                </a:lnTo>
                <a:lnTo>
                  <a:pt x="12118" y="14770"/>
                </a:lnTo>
                <a:lnTo>
                  <a:pt x="12167" y="14940"/>
                </a:lnTo>
                <a:lnTo>
                  <a:pt x="12191" y="14989"/>
                </a:lnTo>
                <a:lnTo>
                  <a:pt x="11850" y="15184"/>
                </a:lnTo>
                <a:lnTo>
                  <a:pt x="11826" y="15086"/>
                </a:lnTo>
                <a:lnTo>
                  <a:pt x="11777" y="14989"/>
                </a:lnTo>
                <a:lnTo>
                  <a:pt x="11656" y="14819"/>
                </a:lnTo>
                <a:lnTo>
                  <a:pt x="11534" y="14648"/>
                </a:lnTo>
                <a:lnTo>
                  <a:pt x="11777" y="14527"/>
                </a:lnTo>
                <a:lnTo>
                  <a:pt x="11996" y="14405"/>
                </a:lnTo>
                <a:close/>
                <a:moveTo>
                  <a:pt x="11339" y="14746"/>
                </a:moveTo>
                <a:lnTo>
                  <a:pt x="11364" y="14892"/>
                </a:lnTo>
                <a:lnTo>
                  <a:pt x="11437" y="15111"/>
                </a:lnTo>
                <a:lnTo>
                  <a:pt x="11558" y="15330"/>
                </a:lnTo>
                <a:lnTo>
                  <a:pt x="11169" y="15500"/>
                </a:lnTo>
                <a:lnTo>
                  <a:pt x="11193" y="15451"/>
                </a:lnTo>
                <a:lnTo>
                  <a:pt x="11169" y="15378"/>
                </a:lnTo>
                <a:lnTo>
                  <a:pt x="10901" y="15086"/>
                </a:lnTo>
                <a:lnTo>
                  <a:pt x="10804" y="14916"/>
                </a:lnTo>
                <a:lnTo>
                  <a:pt x="11023" y="14843"/>
                </a:lnTo>
                <a:lnTo>
                  <a:pt x="11339" y="14746"/>
                </a:lnTo>
                <a:close/>
                <a:moveTo>
                  <a:pt x="5135" y="14916"/>
                </a:moveTo>
                <a:lnTo>
                  <a:pt x="5548" y="15086"/>
                </a:lnTo>
                <a:lnTo>
                  <a:pt x="5402" y="15232"/>
                </a:lnTo>
                <a:lnTo>
                  <a:pt x="5281" y="15403"/>
                </a:lnTo>
                <a:lnTo>
                  <a:pt x="5232" y="15500"/>
                </a:lnTo>
                <a:lnTo>
                  <a:pt x="5208" y="15573"/>
                </a:lnTo>
                <a:lnTo>
                  <a:pt x="5208" y="15646"/>
                </a:lnTo>
                <a:lnTo>
                  <a:pt x="5183" y="15646"/>
                </a:lnTo>
                <a:lnTo>
                  <a:pt x="5086" y="15597"/>
                </a:lnTo>
                <a:lnTo>
                  <a:pt x="4989" y="15549"/>
                </a:lnTo>
                <a:lnTo>
                  <a:pt x="4818" y="15427"/>
                </a:lnTo>
                <a:lnTo>
                  <a:pt x="4891" y="15305"/>
                </a:lnTo>
                <a:lnTo>
                  <a:pt x="4964" y="15208"/>
                </a:lnTo>
                <a:lnTo>
                  <a:pt x="5086" y="15013"/>
                </a:lnTo>
                <a:lnTo>
                  <a:pt x="5086" y="14965"/>
                </a:lnTo>
                <a:lnTo>
                  <a:pt x="5110" y="14965"/>
                </a:lnTo>
                <a:lnTo>
                  <a:pt x="5110" y="14940"/>
                </a:lnTo>
                <a:lnTo>
                  <a:pt x="5135" y="14916"/>
                </a:lnTo>
                <a:close/>
                <a:moveTo>
                  <a:pt x="10561" y="14965"/>
                </a:moveTo>
                <a:lnTo>
                  <a:pt x="10609" y="15135"/>
                </a:lnTo>
                <a:lnTo>
                  <a:pt x="10707" y="15305"/>
                </a:lnTo>
                <a:lnTo>
                  <a:pt x="10804" y="15451"/>
                </a:lnTo>
                <a:lnTo>
                  <a:pt x="10926" y="15573"/>
                </a:lnTo>
                <a:lnTo>
                  <a:pt x="10950" y="15597"/>
                </a:lnTo>
                <a:lnTo>
                  <a:pt x="10877" y="15622"/>
                </a:lnTo>
                <a:lnTo>
                  <a:pt x="10609" y="15719"/>
                </a:lnTo>
                <a:lnTo>
                  <a:pt x="10585" y="15670"/>
                </a:lnTo>
                <a:lnTo>
                  <a:pt x="10512" y="15476"/>
                </a:lnTo>
                <a:lnTo>
                  <a:pt x="10415" y="15305"/>
                </a:lnTo>
                <a:lnTo>
                  <a:pt x="10342" y="15184"/>
                </a:lnTo>
                <a:lnTo>
                  <a:pt x="10293" y="15038"/>
                </a:lnTo>
                <a:lnTo>
                  <a:pt x="10561" y="14965"/>
                </a:lnTo>
                <a:close/>
                <a:moveTo>
                  <a:pt x="5913" y="15184"/>
                </a:moveTo>
                <a:lnTo>
                  <a:pt x="6327" y="15257"/>
                </a:lnTo>
                <a:lnTo>
                  <a:pt x="6181" y="15403"/>
                </a:lnTo>
                <a:lnTo>
                  <a:pt x="6084" y="15500"/>
                </a:lnTo>
                <a:lnTo>
                  <a:pt x="5986" y="15597"/>
                </a:lnTo>
                <a:lnTo>
                  <a:pt x="5913" y="15743"/>
                </a:lnTo>
                <a:lnTo>
                  <a:pt x="5889" y="15792"/>
                </a:lnTo>
                <a:lnTo>
                  <a:pt x="5865" y="15865"/>
                </a:lnTo>
                <a:lnTo>
                  <a:pt x="5524" y="15768"/>
                </a:lnTo>
                <a:lnTo>
                  <a:pt x="5621" y="15622"/>
                </a:lnTo>
                <a:lnTo>
                  <a:pt x="5694" y="15476"/>
                </a:lnTo>
                <a:lnTo>
                  <a:pt x="5889" y="15208"/>
                </a:lnTo>
                <a:lnTo>
                  <a:pt x="5913" y="15184"/>
                </a:lnTo>
                <a:close/>
                <a:moveTo>
                  <a:pt x="10025" y="15062"/>
                </a:moveTo>
                <a:lnTo>
                  <a:pt x="10025" y="15159"/>
                </a:lnTo>
                <a:lnTo>
                  <a:pt x="10025" y="15232"/>
                </a:lnTo>
                <a:lnTo>
                  <a:pt x="10074" y="15427"/>
                </a:lnTo>
                <a:lnTo>
                  <a:pt x="10171" y="15597"/>
                </a:lnTo>
                <a:lnTo>
                  <a:pt x="10220" y="15768"/>
                </a:lnTo>
                <a:lnTo>
                  <a:pt x="10244" y="15816"/>
                </a:lnTo>
                <a:lnTo>
                  <a:pt x="9758" y="15914"/>
                </a:lnTo>
                <a:lnTo>
                  <a:pt x="9758" y="15841"/>
                </a:lnTo>
                <a:lnTo>
                  <a:pt x="9758" y="15743"/>
                </a:lnTo>
                <a:lnTo>
                  <a:pt x="9709" y="15597"/>
                </a:lnTo>
                <a:lnTo>
                  <a:pt x="9660" y="15354"/>
                </a:lnTo>
                <a:lnTo>
                  <a:pt x="9660" y="15135"/>
                </a:lnTo>
                <a:lnTo>
                  <a:pt x="10025" y="15062"/>
                </a:lnTo>
                <a:close/>
                <a:moveTo>
                  <a:pt x="9466" y="15135"/>
                </a:moveTo>
                <a:lnTo>
                  <a:pt x="9441" y="15257"/>
                </a:lnTo>
                <a:lnTo>
                  <a:pt x="9417" y="15354"/>
                </a:lnTo>
                <a:lnTo>
                  <a:pt x="9417" y="15549"/>
                </a:lnTo>
                <a:lnTo>
                  <a:pt x="9417" y="15768"/>
                </a:lnTo>
                <a:lnTo>
                  <a:pt x="9441" y="15889"/>
                </a:lnTo>
                <a:lnTo>
                  <a:pt x="9490" y="15987"/>
                </a:lnTo>
                <a:lnTo>
                  <a:pt x="9441" y="15987"/>
                </a:lnTo>
                <a:lnTo>
                  <a:pt x="9247" y="16011"/>
                </a:lnTo>
                <a:lnTo>
                  <a:pt x="9222" y="15889"/>
                </a:lnTo>
                <a:lnTo>
                  <a:pt x="9198" y="15768"/>
                </a:lnTo>
                <a:lnTo>
                  <a:pt x="9125" y="15451"/>
                </a:lnTo>
                <a:lnTo>
                  <a:pt x="9125" y="15354"/>
                </a:lnTo>
                <a:lnTo>
                  <a:pt x="9076" y="15208"/>
                </a:lnTo>
                <a:lnTo>
                  <a:pt x="9441" y="15159"/>
                </a:lnTo>
                <a:lnTo>
                  <a:pt x="9466" y="15135"/>
                </a:lnTo>
                <a:close/>
                <a:moveTo>
                  <a:pt x="6594" y="15305"/>
                </a:moveTo>
                <a:lnTo>
                  <a:pt x="7032" y="15354"/>
                </a:lnTo>
                <a:lnTo>
                  <a:pt x="6984" y="15476"/>
                </a:lnTo>
                <a:lnTo>
                  <a:pt x="6935" y="15573"/>
                </a:lnTo>
                <a:lnTo>
                  <a:pt x="6886" y="15743"/>
                </a:lnTo>
                <a:lnTo>
                  <a:pt x="6813" y="15889"/>
                </a:lnTo>
                <a:lnTo>
                  <a:pt x="6765" y="15962"/>
                </a:lnTo>
                <a:lnTo>
                  <a:pt x="6740" y="16060"/>
                </a:lnTo>
                <a:lnTo>
                  <a:pt x="6254" y="15962"/>
                </a:lnTo>
                <a:lnTo>
                  <a:pt x="6351" y="15816"/>
                </a:lnTo>
                <a:lnTo>
                  <a:pt x="6448" y="15646"/>
                </a:lnTo>
                <a:lnTo>
                  <a:pt x="6521" y="15500"/>
                </a:lnTo>
                <a:lnTo>
                  <a:pt x="6570" y="15403"/>
                </a:lnTo>
                <a:lnTo>
                  <a:pt x="6594" y="15305"/>
                </a:lnTo>
                <a:close/>
                <a:moveTo>
                  <a:pt x="8249" y="15354"/>
                </a:moveTo>
                <a:lnTo>
                  <a:pt x="8225" y="15476"/>
                </a:lnTo>
                <a:lnTo>
                  <a:pt x="8200" y="15573"/>
                </a:lnTo>
                <a:lnTo>
                  <a:pt x="8200" y="15695"/>
                </a:lnTo>
                <a:lnTo>
                  <a:pt x="8200" y="15816"/>
                </a:lnTo>
                <a:lnTo>
                  <a:pt x="8273" y="16035"/>
                </a:lnTo>
                <a:lnTo>
                  <a:pt x="8127" y="16060"/>
                </a:lnTo>
                <a:lnTo>
                  <a:pt x="8103" y="16011"/>
                </a:lnTo>
                <a:lnTo>
                  <a:pt x="8079" y="15962"/>
                </a:lnTo>
                <a:lnTo>
                  <a:pt x="8054" y="15938"/>
                </a:lnTo>
                <a:lnTo>
                  <a:pt x="8054" y="15914"/>
                </a:lnTo>
                <a:lnTo>
                  <a:pt x="8054" y="15695"/>
                </a:lnTo>
                <a:lnTo>
                  <a:pt x="8079" y="15476"/>
                </a:lnTo>
                <a:lnTo>
                  <a:pt x="8079" y="15354"/>
                </a:lnTo>
                <a:close/>
                <a:moveTo>
                  <a:pt x="8930" y="15232"/>
                </a:moveTo>
                <a:lnTo>
                  <a:pt x="8906" y="15305"/>
                </a:lnTo>
                <a:lnTo>
                  <a:pt x="8882" y="15403"/>
                </a:lnTo>
                <a:lnTo>
                  <a:pt x="8857" y="15573"/>
                </a:lnTo>
                <a:lnTo>
                  <a:pt x="8857" y="15816"/>
                </a:lnTo>
                <a:lnTo>
                  <a:pt x="8882" y="15938"/>
                </a:lnTo>
                <a:lnTo>
                  <a:pt x="8930" y="16060"/>
                </a:lnTo>
                <a:lnTo>
                  <a:pt x="8638" y="16084"/>
                </a:lnTo>
                <a:lnTo>
                  <a:pt x="8638" y="16035"/>
                </a:lnTo>
                <a:lnTo>
                  <a:pt x="8638" y="15987"/>
                </a:lnTo>
                <a:lnTo>
                  <a:pt x="8565" y="15816"/>
                </a:lnTo>
                <a:lnTo>
                  <a:pt x="8517" y="15622"/>
                </a:lnTo>
                <a:lnTo>
                  <a:pt x="8541" y="15476"/>
                </a:lnTo>
                <a:lnTo>
                  <a:pt x="8541" y="15330"/>
                </a:lnTo>
                <a:lnTo>
                  <a:pt x="8614" y="15305"/>
                </a:lnTo>
                <a:lnTo>
                  <a:pt x="8663" y="15257"/>
                </a:lnTo>
                <a:lnTo>
                  <a:pt x="8930" y="15232"/>
                </a:lnTo>
                <a:close/>
                <a:moveTo>
                  <a:pt x="7738" y="15378"/>
                </a:moveTo>
                <a:lnTo>
                  <a:pt x="7689" y="15646"/>
                </a:lnTo>
                <a:lnTo>
                  <a:pt x="7665" y="15914"/>
                </a:lnTo>
                <a:lnTo>
                  <a:pt x="7689" y="16011"/>
                </a:lnTo>
                <a:lnTo>
                  <a:pt x="7714" y="16108"/>
                </a:lnTo>
                <a:lnTo>
                  <a:pt x="7446" y="16133"/>
                </a:lnTo>
                <a:lnTo>
                  <a:pt x="7178" y="16108"/>
                </a:lnTo>
                <a:lnTo>
                  <a:pt x="7203" y="16060"/>
                </a:lnTo>
                <a:lnTo>
                  <a:pt x="7276" y="15865"/>
                </a:lnTo>
                <a:lnTo>
                  <a:pt x="7349" y="15622"/>
                </a:lnTo>
                <a:lnTo>
                  <a:pt x="7397" y="15378"/>
                </a:lnTo>
                <a:close/>
                <a:moveTo>
                  <a:pt x="8419" y="0"/>
                </a:moveTo>
                <a:lnTo>
                  <a:pt x="8006" y="25"/>
                </a:lnTo>
                <a:lnTo>
                  <a:pt x="7592" y="98"/>
                </a:lnTo>
                <a:lnTo>
                  <a:pt x="7349" y="73"/>
                </a:lnTo>
                <a:lnTo>
                  <a:pt x="7130" y="98"/>
                </a:lnTo>
                <a:lnTo>
                  <a:pt x="6886" y="122"/>
                </a:lnTo>
                <a:lnTo>
                  <a:pt x="6667" y="171"/>
                </a:lnTo>
                <a:lnTo>
                  <a:pt x="6205" y="292"/>
                </a:lnTo>
                <a:lnTo>
                  <a:pt x="5816" y="414"/>
                </a:lnTo>
                <a:lnTo>
                  <a:pt x="5451" y="536"/>
                </a:lnTo>
                <a:lnTo>
                  <a:pt x="5110" y="682"/>
                </a:lnTo>
                <a:lnTo>
                  <a:pt x="4794" y="828"/>
                </a:lnTo>
                <a:lnTo>
                  <a:pt x="4478" y="998"/>
                </a:lnTo>
                <a:lnTo>
                  <a:pt x="3845" y="1363"/>
                </a:lnTo>
                <a:lnTo>
                  <a:pt x="3237" y="1776"/>
                </a:lnTo>
                <a:lnTo>
                  <a:pt x="2872" y="2020"/>
                </a:lnTo>
                <a:lnTo>
                  <a:pt x="2531" y="2287"/>
                </a:lnTo>
                <a:lnTo>
                  <a:pt x="2215" y="2579"/>
                </a:lnTo>
                <a:lnTo>
                  <a:pt x="1923" y="2871"/>
                </a:lnTo>
                <a:lnTo>
                  <a:pt x="1631" y="3212"/>
                </a:lnTo>
                <a:lnTo>
                  <a:pt x="1387" y="3528"/>
                </a:lnTo>
                <a:lnTo>
                  <a:pt x="1144" y="3893"/>
                </a:lnTo>
                <a:lnTo>
                  <a:pt x="949" y="4283"/>
                </a:lnTo>
                <a:lnTo>
                  <a:pt x="755" y="4648"/>
                </a:lnTo>
                <a:lnTo>
                  <a:pt x="609" y="5037"/>
                </a:lnTo>
                <a:lnTo>
                  <a:pt x="463" y="5426"/>
                </a:lnTo>
                <a:lnTo>
                  <a:pt x="341" y="5840"/>
                </a:lnTo>
                <a:lnTo>
                  <a:pt x="244" y="6254"/>
                </a:lnTo>
                <a:lnTo>
                  <a:pt x="146" y="6643"/>
                </a:lnTo>
                <a:lnTo>
                  <a:pt x="98" y="7057"/>
                </a:lnTo>
                <a:lnTo>
                  <a:pt x="49" y="7470"/>
                </a:lnTo>
                <a:lnTo>
                  <a:pt x="0" y="7908"/>
                </a:lnTo>
                <a:lnTo>
                  <a:pt x="0" y="8346"/>
                </a:lnTo>
                <a:lnTo>
                  <a:pt x="0" y="8784"/>
                </a:lnTo>
                <a:lnTo>
                  <a:pt x="25" y="9198"/>
                </a:lnTo>
                <a:lnTo>
                  <a:pt x="98" y="9636"/>
                </a:lnTo>
                <a:lnTo>
                  <a:pt x="171" y="10049"/>
                </a:lnTo>
                <a:lnTo>
                  <a:pt x="268" y="10487"/>
                </a:lnTo>
                <a:lnTo>
                  <a:pt x="390" y="10901"/>
                </a:lnTo>
                <a:lnTo>
                  <a:pt x="560" y="11315"/>
                </a:lnTo>
                <a:lnTo>
                  <a:pt x="730" y="11728"/>
                </a:lnTo>
                <a:lnTo>
                  <a:pt x="949" y="12118"/>
                </a:lnTo>
                <a:lnTo>
                  <a:pt x="1193" y="12507"/>
                </a:lnTo>
                <a:lnTo>
                  <a:pt x="1436" y="12896"/>
                </a:lnTo>
                <a:lnTo>
                  <a:pt x="1704" y="13261"/>
                </a:lnTo>
                <a:lnTo>
                  <a:pt x="2263" y="13967"/>
                </a:lnTo>
                <a:lnTo>
                  <a:pt x="2580" y="14308"/>
                </a:lnTo>
                <a:lnTo>
                  <a:pt x="2896" y="14624"/>
                </a:lnTo>
                <a:lnTo>
                  <a:pt x="3261" y="14892"/>
                </a:lnTo>
                <a:lnTo>
                  <a:pt x="3626" y="15159"/>
                </a:lnTo>
                <a:lnTo>
                  <a:pt x="4015" y="15403"/>
                </a:lnTo>
                <a:lnTo>
                  <a:pt x="4210" y="15524"/>
                </a:lnTo>
                <a:lnTo>
                  <a:pt x="4405" y="15670"/>
                </a:lnTo>
                <a:lnTo>
                  <a:pt x="4648" y="15889"/>
                </a:lnTo>
                <a:lnTo>
                  <a:pt x="4770" y="15987"/>
                </a:lnTo>
                <a:lnTo>
                  <a:pt x="4916" y="16060"/>
                </a:lnTo>
                <a:lnTo>
                  <a:pt x="5329" y="16230"/>
                </a:lnTo>
                <a:lnTo>
                  <a:pt x="5767" y="16352"/>
                </a:lnTo>
                <a:lnTo>
                  <a:pt x="6205" y="16473"/>
                </a:lnTo>
                <a:lnTo>
                  <a:pt x="6643" y="16571"/>
                </a:lnTo>
                <a:lnTo>
                  <a:pt x="7081" y="16619"/>
                </a:lnTo>
                <a:lnTo>
                  <a:pt x="7543" y="16619"/>
                </a:lnTo>
                <a:lnTo>
                  <a:pt x="7981" y="16595"/>
                </a:lnTo>
                <a:lnTo>
                  <a:pt x="8419" y="16522"/>
                </a:lnTo>
                <a:lnTo>
                  <a:pt x="8492" y="16498"/>
                </a:lnTo>
                <a:lnTo>
                  <a:pt x="8541" y="16449"/>
                </a:lnTo>
                <a:lnTo>
                  <a:pt x="8760" y="16498"/>
                </a:lnTo>
                <a:lnTo>
                  <a:pt x="8979" y="16498"/>
                </a:lnTo>
                <a:lnTo>
                  <a:pt x="9417" y="16425"/>
                </a:lnTo>
                <a:lnTo>
                  <a:pt x="9855" y="16352"/>
                </a:lnTo>
                <a:lnTo>
                  <a:pt x="10293" y="16254"/>
                </a:lnTo>
                <a:lnTo>
                  <a:pt x="10707" y="16133"/>
                </a:lnTo>
                <a:lnTo>
                  <a:pt x="11120" y="15987"/>
                </a:lnTo>
                <a:lnTo>
                  <a:pt x="11510" y="15841"/>
                </a:lnTo>
                <a:lnTo>
                  <a:pt x="11875" y="15670"/>
                </a:lnTo>
                <a:lnTo>
                  <a:pt x="12240" y="15476"/>
                </a:lnTo>
                <a:lnTo>
                  <a:pt x="12605" y="15257"/>
                </a:lnTo>
                <a:lnTo>
                  <a:pt x="12945" y="15013"/>
                </a:lnTo>
                <a:lnTo>
                  <a:pt x="13262" y="14770"/>
                </a:lnTo>
                <a:lnTo>
                  <a:pt x="13578" y="14502"/>
                </a:lnTo>
                <a:lnTo>
                  <a:pt x="13870" y="14235"/>
                </a:lnTo>
                <a:lnTo>
                  <a:pt x="14186" y="13918"/>
                </a:lnTo>
                <a:lnTo>
                  <a:pt x="14454" y="13626"/>
                </a:lnTo>
                <a:lnTo>
                  <a:pt x="14697" y="13286"/>
                </a:lnTo>
                <a:lnTo>
                  <a:pt x="14940" y="12945"/>
                </a:lnTo>
                <a:lnTo>
                  <a:pt x="15159" y="12580"/>
                </a:lnTo>
                <a:lnTo>
                  <a:pt x="15354" y="12215"/>
                </a:lnTo>
                <a:lnTo>
                  <a:pt x="15549" y="11850"/>
                </a:lnTo>
                <a:lnTo>
                  <a:pt x="15719" y="11461"/>
                </a:lnTo>
                <a:lnTo>
                  <a:pt x="15865" y="11071"/>
                </a:lnTo>
                <a:lnTo>
                  <a:pt x="16011" y="10658"/>
                </a:lnTo>
                <a:lnTo>
                  <a:pt x="16108" y="10244"/>
                </a:lnTo>
                <a:lnTo>
                  <a:pt x="16206" y="9806"/>
                </a:lnTo>
                <a:lnTo>
                  <a:pt x="16254" y="9514"/>
                </a:lnTo>
                <a:lnTo>
                  <a:pt x="16279" y="9198"/>
                </a:lnTo>
                <a:lnTo>
                  <a:pt x="16279" y="9028"/>
                </a:lnTo>
                <a:lnTo>
                  <a:pt x="16279" y="8882"/>
                </a:lnTo>
                <a:lnTo>
                  <a:pt x="16230" y="8736"/>
                </a:lnTo>
                <a:lnTo>
                  <a:pt x="16157" y="8614"/>
                </a:lnTo>
                <a:lnTo>
                  <a:pt x="16157" y="8298"/>
                </a:lnTo>
                <a:lnTo>
                  <a:pt x="16157" y="8079"/>
                </a:lnTo>
                <a:lnTo>
                  <a:pt x="16157" y="7860"/>
                </a:lnTo>
                <a:lnTo>
                  <a:pt x="16157" y="7641"/>
                </a:lnTo>
                <a:lnTo>
                  <a:pt x="16157" y="7422"/>
                </a:lnTo>
                <a:lnTo>
                  <a:pt x="16084" y="6935"/>
                </a:lnTo>
                <a:lnTo>
                  <a:pt x="15962" y="6448"/>
                </a:lnTo>
                <a:lnTo>
                  <a:pt x="15841" y="5962"/>
                </a:lnTo>
                <a:lnTo>
                  <a:pt x="15743" y="5499"/>
                </a:lnTo>
                <a:lnTo>
                  <a:pt x="15622" y="5061"/>
                </a:lnTo>
                <a:lnTo>
                  <a:pt x="15500" y="4648"/>
                </a:lnTo>
                <a:lnTo>
                  <a:pt x="15330" y="4234"/>
                </a:lnTo>
                <a:lnTo>
                  <a:pt x="15135" y="3845"/>
                </a:lnTo>
                <a:lnTo>
                  <a:pt x="14892" y="3480"/>
                </a:lnTo>
                <a:lnTo>
                  <a:pt x="14648" y="3139"/>
                </a:lnTo>
                <a:lnTo>
                  <a:pt x="14356" y="2798"/>
                </a:lnTo>
                <a:lnTo>
                  <a:pt x="14065" y="2458"/>
                </a:lnTo>
                <a:lnTo>
                  <a:pt x="13724" y="2166"/>
                </a:lnTo>
                <a:lnTo>
                  <a:pt x="13359" y="1874"/>
                </a:lnTo>
                <a:lnTo>
                  <a:pt x="12970" y="1606"/>
                </a:lnTo>
                <a:lnTo>
                  <a:pt x="12556" y="1363"/>
                </a:lnTo>
                <a:lnTo>
                  <a:pt x="12142" y="1144"/>
                </a:lnTo>
                <a:lnTo>
                  <a:pt x="11729" y="925"/>
                </a:lnTo>
                <a:lnTo>
                  <a:pt x="10877" y="560"/>
                </a:lnTo>
                <a:lnTo>
                  <a:pt x="10488" y="414"/>
                </a:lnTo>
                <a:lnTo>
                  <a:pt x="10098" y="292"/>
                </a:lnTo>
                <a:lnTo>
                  <a:pt x="9685" y="171"/>
                </a:lnTo>
                <a:lnTo>
                  <a:pt x="9271" y="73"/>
                </a:lnTo>
                <a:lnTo>
                  <a:pt x="8833" y="25"/>
                </a:lnTo>
                <a:lnTo>
                  <a:pt x="84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10796980_0_8"/>
          <p:cNvSpPr/>
          <p:nvPr/>
        </p:nvSpPr>
        <p:spPr>
          <a:xfrm>
            <a:off x="4141750" y="13773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df10796980_0_8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f10796980_0_8"/>
          <p:cNvSpPr/>
          <p:nvPr/>
        </p:nvSpPr>
        <p:spPr>
          <a:xfrm>
            <a:off x="6826885" y="725805"/>
            <a:ext cx="1626900" cy="1346100"/>
          </a:xfrm>
          <a:prstGeom prst="rect">
            <a:avLst/>
          </a:prstGeom>
          <a:solidFill>
            <a:schemeClr val="dk1">
              <a:alpha val="8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df10796980_0_8"/>
          <p:cNvSpPr txBox="1"/>
          <p:nvPr>
            <p:ph idx="1" type="body"/>
          </p:nvPr>
        </p:nvSpPr>
        <p:spPr>
          <a:xfrm>
            <a:off x="504375" y="824475"/>
            <a:ext cx="85479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7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account = { balance: 500, isBlocked: false};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If blocked → "Account blocked"</a:t>
            </a:r>
            <a:b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</a:b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Else if balance &lt; 100 → "Low balance"</a:t>
            </a:r>
            <a:b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</a:b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Else → "OK"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 startAt="7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Add a new property email with the value "ada@gmail.com" to the object below without rewriting it: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 const user = { name: "Ada", age: 22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Sniglet"/>
              <a:buAutoNum type="arabicPeriod" startAt="7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code to delete the color property from this object: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const phone = { brand: "Samsung", color: "Blue", storage: "128GB"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571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98" name="Google Shape;98;g3df10796980_0_8"/>
          <p:cNvSpPr/>
          <p:nvPr/>
        </p:nvSpPr>
        <p:spPr>
          <a:xfrm>
            <a:off x="4357700" y="358590"/>
            <a:ext cx="355778" cy="363230"/>
          </a:xfrm>
          <a:custGeom>
            <a:rect b="b" l="l" r="r" t="t"/>
            <a:pathLst>
              <a:path extrusionOk="0" h="16620" w="16279">
                <a:moveTo>
                  <a:pt x="8882" y="438"/>
                </a:moveTo>
                <a:lnTo>
                  <a:pt x="9368" y="536"/>
                </a:lnTo>
                <a:lnTo>
                  <a:pt x="9295" y="657"/>
                </a:lnTo>
                <a:lnTo>
                  <a:pt x="9222" y="803"/>
                </a:lnTo>
                <a:lnTo>
                  <a:pt x="9174" y="974"/>
                </a:lnTo>
                <a:lnTo>
                  <a:pt x="9149" y="1120"/>
                </a:lnTo>
                <a:lnTo>
                  <a:pt x="8882" y="1095"/>
                </a:lnTo>
                <a:lnTo>
                  <a:pt x="8906" y="803"/>
                </a:lnTo>
                <a:lnTo>
                  <a:pt x="8906" y="633"/>
                </a:lnTo>
                <a:lnTo>
                  <a:pt x="8882" y="438"/>
                </a:lnTo>
                <a:close/>
                <a:moveTo>
                  <a:pt x="8590" y="414"/>
                </a:moveTo>
                <a:lnTo>
                  <a:pt x="8541" y="803"/>
                </a:lnTo>
                <a:lnTo>
                  <a:pt x="8517" y="1095"/>
                </a:lnTo>
                <a:lnTo>
                  <a:pt x="8322" y="1120"/>
                </a:lnTo>
                <a:lnTo>
                  <a:pt x="8127" y="1193"/>
                </a:lnTo>
                <a:lnTo>
                  <a:pt x="8127" y="925"/>
                </a:lnTo>
                <a:lnTo>
                  <a:pt x="8127" y="682"/>
                </a:lnTo>
                <a:lnTo>
                  <a:pt x="8152" y="560"/>
                </a:lnTo>
                <a:lnTo>
                  <a:pt x="8152" y="414"/>
                </a:lnTo>
                <a:close/>
                <a:moveTo>
                  <a:pt x="9636" y="609"/>
                </a:moveTo>
                <a:lnTo>
                  <a:pt x="10147" y="755"/>
                </a:lnTo>
                <a:lnTo>
                  <a:pt x="10074" y="876"/>
                </a:lnTo>
                <a:lnTo>
                  <a:pt x="9977" y="1047"/>
                </a:lnTo>
                <a:lnTo>
                  <a:pt x="9879" y="1241"/>
                </a:lnTo>
                <a:lnTo>
                  <a:pt x="9490" y="1168"/>
                </a:lnTo>
                <a:lnTo>
                  <a:pt x="9636" y="609"/>
                </a:lnTo>
                <a:close/>
                <a:moveTo>
                  <a:pt x="7592" y="487"/>
                </a:moveTo>
                <a:lnTo>
                  <a:pt x="7714" y="511"/>
                </a:lnTo>
                <a:lnTo>
                  <a:pt x="7860" y="560"/>
                </a:lnTo>
                <a:lnTo>
                  <a:pt x="7884" y="560"/>
                </a:lnTo>
                <a:lnTo>
                  <a:pt x="7860" y="706"/>
                </a:lnTo>
                <a:lnTo>
                  <a:pt x="7811" y="974"/>
                </a:lnTo>
                <a:lnTo>
                  <a:pt x="7811" y="1120"/>
                </a:lnTo>
                <a:lnTo>
                  <a:pt x="7860" y="1266"/>
                </a:lnTo>
                <a:lnTo>
                  <a:pt x="7884" y="1290"/>
                </a:lnTo>
                <a:lnTo>
                  <a:pt x="7543" y="1290"/>
                </a:lnTo>
                <a:lnTo>
                  <a:pt x="7519" y="1193"/>
                </a:lnTo>
                <a:lnTo>
                  <a:pt x="7519" y="1120"/>
                </a:lnTo>
                <a:lnTo>
                  <a:pt x="7470" y="925"/>
                </a:lnTo>
                <a:lnTo>
                  <a:pt x="7446" y="706"/>
                </a:lnTo>
                <a:lnTo>
                  <a:pt x="7446" y="487"/>
                </a:lnTo>
                <a:close/>
                <a:moveTo>
                  <a:pt x="7251" y="511"/>
                </a:moveTo>
                <a:lnTo>
                  <a:pt x="7203" y="657"/>
                </a:lnTo>
                <a:lnTo>
                  <a:pt x="7203" y="828"/>
                </a:lnTo>
                <a:lnTo>
                  <a:pt x="7227" y="1071"/>
                </a:lnTo>
                <a:lnTo>
                  <a:pt x="7227" y="1193"/>
                </a:lnTo>
                <a:lnTo>
                  <a:pt x="7276" y="1314"/>
                </a:lnTo>
                <a:lnTo>
                  <a:pt x="7057" y="1339"/>
                </a:lnTo>
                <a:lnTo>
                  <a:pt x="6886" y="1363"/>
                </a:lnTo>
                <a:lnTo>
                  <a:pt x="6862" y="1314"/>
                </a:lnTo>
                <a:lnTo>
                  <a:pt x="6740" y="1071"/>
                </a:lnTo>
                <a:lnTo>
                  <a:pt x="6643" y="828"/>
                </a:lnTo>
                <a:lnTo>
                  <a:pt x="6570" y="657"/>
                </a:lnTo>
                <a:lnTo>
                  <a:pt x="6740" y="609"/>
                </a:lnTo>
                <a:lnTo>
                  <a:pt x="6959" y="560"/>
                </a:lnTo>
                <a:lnTo>
                  <a:pt x="7251" y="511"/>
                </a:lnTo>
                <a:close/>
                <a:moveTo>
                  <a:pt x="10536" y="901"/>
                </a:moveTo>
                <a:lnTo>
                  <a:pt x="10634" y="925"/>
                </a:lnTo>
                <a:lnTo>
                  <a:pt x="10877" y="1022"/>
                </a:lnTo>
                <a:lnTo>
                  <a:pt x="10755" y="1217"/>
                </a:lnTo>
                <a:lnTo>
                  <a:pt x="10585" y="1387"/>
                </a:lnTo>
                <a:lnTo>
                  <a:pt x="10269" y="1314"/>
                </a:lnTo>
                <a:lnTo>
                  <a:pt x="10415" y="1120"/>
                </a:lnTo>
                <a:lnTo>
                  <a:pt x="10536" y="901"/>
                </a:lnTo>
                <a:close/>
                <a:moveTo>
                  <a:pt x="6351" y="706"/>
                </a:moveTo>
                <a:lnTo>
                  <a:pt x="6375" y="974"/>
                </a:lnTo>
                <a:lnTo>
                  <a:pt x="6448" y="1193"/>
                </a:lnTo>
                <a:lnTo>
                  <a:pt x="6546" y="1412"/>
                </a:lnTo>
                <a:lnTo>
                  <a:pt x="5962" y="1557"/>
                </a:lnTo>
                <a:lnTo>
                  <a:pt x="5962" y="1533"/>
                </a:lnTo>
                <a:lnTo>
                  <a:pt x="5889" y="1314"/>
                </a:lnTo>
                <a:lnTo>
                  <a:pt x="5840" y="1095"/>
                </a:lnTo>
                <a:lnTo>
                  <a:pt x="5792" y="876"/>
                </a:lnTo>
                <a:lnTo>
                  <a:pt x="6351" y="706"/>
                </a:lnTo>
                <a:close/>
                <a:moveTo>
                  <a:pt x="11266" y="1168"/>
                </a:moveTo>
                <a:lnTo>
                  <a:pt x="11631" y="1339"/>
                </a:lnTo>
                <a:lnTo>
                  <a:pt x="11510" y="1485"/>
                </a:lnTo>
                <a:lnTo>
                  <a:pt x="11437" y="1582"/>
                </a:lnTo>
                <a:lnTo>
                  <a:pt x="11388" y="1679"/>
                </a:lnTo>
                <a:lnTo>
                  <a:pt x="10974" y="1509"/>
                </a:lnTo>
                <a:lnTo>
                  <a:pt x="11120" y="1363"/>
                </a:lnTo>
                <a:lnTo>
                  <a:pt x="11266" y="1168"/>
                </a:lnTo>
                <a:close/>
                <a:moveTo>
                  <a:pt x="5548" y="974"/>
                </a:moveTo>
                <a:lnTo>
                  <a:pt x="5597" y="1168"/>
                </a:lnTo>
                <a:lnTo>
                  <a:pt x="5621" y="1387"/>
                </a:lnTo>
                <a:lnTo>
                  <a:pt x="5670" y="1509"/>
                </a:lnTo>
                <a:lnTo>
                  <a:pt x="5719" y="1630"/>
                </a:lnTo>
                <a:lnTo>
                  <a:pt x="5743" y="1630"/>
                </a:lnTo>
                <a:lnTo>
                  <a:pt x="5694" y="1655"/>
                </a:lnTo>
                <a:lnTo>
                  <a:pt x="5354" y="1776"/>
                </a:lnTo>
                <a:lnTo>
                  <a:pt x="5013" y="1922"/>
                </a:lnTo>
                <a:lnTo>
                  <a:pt x="4964" y="1874"/>
                </a:lnTo>
                <a:lnTo>
                  <a:pt x="4818" y="1606"/>
                </a:lnTo>
                <a:lnTo>
                  <a:pt x="4745" y="1509"/>
                </a:lnTo>
                <a:lnTo>
                  <a:pt x="4672" y="1387"/>
                </a:lnTo>
                <a:lnTo>
                  <a:pt x="4964" y="1217"/>
                </a:lnTo>
                <a:lnTo>
                  <a:pt x="4989" y="1363"/>
                </a:lnTo>
                <a:lnTo>
                  <a:pt x="5037" y="1509"/>
                </a:lnTo>
                <a:lnTo>
                  <a:pt x="5135" y="1752"/>
                </a:lnTo>
                <a:lnTo>
                  <a:pt x="5159" y="1801"/>
                </a:lnTo>
                <a:lnTo>
                  <a:pt x="5281" y="1801"/>
                </a:lnTo>
                <a:lnTo>
                  <a:pt x="5305" y="1776"/>
                </a:lnTo>
                <a:lnTo>
                  <a:pt x="5329" y="1728"/>
                </a:lnTo>
                <a:lnTo>
                  <a:pt x="5329" y="1679"/>
                </a:lnTo>
                <a:lnTo>
                  <a:pt x="5329" y="1655"/>
                </a:lnTo>
                <a:lnTo>
                  <a:pt x="5281" y="1533"/>
                </a:lnTo>
                <a:lnTo>
                  <a:pt x="5232" y="1387"/>
                </a:lnTo>
                <a:lnTo>
                  <a:pt x="5183" y="1266"/>
                </a:lnTo>
                <a:lnTo>
                  <a:pt x="5135" y="1144"/>
                </a:lnTo>
                <a:lnTo>
                  <a:pt x="5548" y="974"/>
                </a:lnTo>
                <a:close/>
                <a:moveTo>
                  <a:pt x="11899" y="1485"/>
                </a:moveTo>
                <a:lnTo>
                  <a:pt x="12313" y="1703"/>
                </a:lnTo>
                <a:lnTo>
                  <a:pt x="12191" y="1801"/>
                </a:lnTo>
                <a:lnTo>
                  <a:pt x="12094" y="1898"/>
                </a:lnTo>
                <a:lnTo>
                  <a:pt x="12021" y="1995"/>
                </a:lnTo>
                <a:lnTo>
                  <a:pt x="11583" y="1776"/>
                </a:lnTo>
                <a:lnTo>
                  <a:pt x="11680" y="1679"/>
                </a:lnTo>
                <a:lnTo>
                  <a:pt x="11826" y="1533"/>
                </a:lnTo>
                <a:lnTo>
                  <a:pt x="11899" y="1485"/>
                </a:lnTo>
                <a:close/>
                <a:moveTo>
                  <a:pt x="4453" y="1509"/>
                </a:moveTo>
                <a:lnTo>
                  <a:pt x="4526" y="1679"/>
                </a:lnTo>
                <a:lnTo>
                  <a:pt x="4599" y="1849"/>
                </a:lnTo>
                <a:lnTo>
                  <a:pt x="4648" y="1947"/>
                </a:lnTo>
                <a:lnTo>
                  <a:pt x="4721" y="2068"/>
                </a:lnTo>
                <a:lnTo>
                  <a:pt x="4453" y="2214"/>
                </a:lnTo>
                <a:lnTo>
                  <a:pt x="4356" y="2068"/>
                </a:lnTo>
                <a:lnTo>
                  <a:pt x="4259" y="1947"/>
                </a:lnTo>
                <a:lnTo>
                  <a:pt x="4186" y="1825"/>
                </a:lnTo>
                <a:lnTo>
                  <a:pt x="4088" y="1728"/>
                </a:lnTo>
                <a:lnTo>
                  <a:pt x="4453" y="1509"/>
                </a:lnTo>
                <a:close/>
                <a:moveTo>
                  <a:pt x="12580" y="1874"/>
                </a:moveTo>
                <a:lnTo>
                  <a:pt x="12945" y="2117"/>
                </a:lnTo>
                <a:lnTo>
                  <a:pt x="12775" y="2239"/>
                </a:lnTo>
                <a:lnTo>
                  <a:pt x="12702" y="2312"/>
                </a:lnTo>
                <a:lnTo>
                  <a:pt x="12653" y="2385"/>
                </a:lnTo>
                <a:lnTo>
                  <a:pt x="12240" y="2117"/>
                </a:lnTo>
                <a:lnTo>
                  <a:pt x="12337" y="2044"/>
                </a:lnTo>
                <a:lnTo>
                  <a:pt x="12459" y="1971"/>
                </a:lnTo>
                <a:lnTo>
                  <a:pt x="12580" y="1874"/>
                </a:lnTo>
                <a:close/>
                <a:moveTo>
                  <a:pt x="3894" y="1849"/>
                </a:moveTo>
                <a:lnTo>
                  <a:pt x="3942" y="1971"/>
                </a:lnTo>
                <a:lnTo>
                  <a:pt x="4015" y="2093"/>
                </a:lnTo>
                <a:lnTo>
                  <a:pt x="4088" y="2239"/>
                </a:lnTo>
                <a:lnTo>
                  <a:pt x="4186" y="2385"/>
                </a:lnTo>
                <a:lnTo>
                  <a:pt x="3869" y="2579"/>
                </a:lnTo>
                <a:lnTo>
                  <a:pt x="3748" y="2458"/>
                </a:lnTo>
                <a:lnTo>
                  <a:pt x="3626" y="2312"/>
                </a:lnTo>
                <a:lnTo>
                  <a:pt x="3553" y="2239"/>
                </a:lnTo>
                <a:lnTo>
                  <a:pt x="3480" y="2190"/>
                </a:lnTo>
                <a:lnTo>
                  <a:pt x="3407" y="2190"/>
                </a:lnTo>
                <a:lnTo>
                  <a:pt x="3894" y="1849"/>
                </a:lnTo>
                <a:close/>
                <a:moveTo>
                  <a:pt x="3334" y="2239"/>
                </a:moveTo>
                <a:lnTo>
                  <a:pt x="3310" y="2287"/>
                </a:lnTo>
                <a:lnTo>
                  <a:pt x="3310" y="2385"/>
                </a:lnTo>
                <a:lnTo>
                  <a:pt x="3358" y="2482"/>
                </a:lnTo>
                <a:lnTo>
                  <a:pt x="3480" y="2652"/>
                </a:lnTo>
                <a:lnTo>
                  <a:pt x="3577" y="2798"/>
                </a:lnTo>
                <a:lnTo>
                  <a:pt x="3383" y="2944"/>
                </a:lnTo>
                <a:lnTo>
                  <a:pt x="3139" y="2725"/>
                </a:lnTo>
                <a:lnTo>
                  <a:pt x="3018" y="2652"/>
                </a:lnTo>
                <a:lnTo>
                  <a:pt x="2896" y="2579"/>
                </a:lnTo>
                <a:lnTo>
                  <a:pt x="3334" y="2239"/>
                </a:lnTo>
                <a:close/>
                <a:moveTo>
                  <a:pt x="13213" y="2312"/>
                </a:moveTo>
                <a:lnTo>
                  <a:pt x="13602" y="2628"/>
                </a:lnTo>
                <a:lnTo>
                  <a:pt x="13505" y="2725"/>
                </a:lnTo>
                <a:lnTo>
                  <a:pt x="13408" y="2847"/>
                </a:lnTo>
                <a:lnTo>
                  <a:pt x="13310" y="2993"/>
                </a:lnTo>
                <a:lnTo>
                  <a:pt x="13091" y="2774"/>
                </a:lnTo>
                <a:lnTo>
                  <a:pt x="12872" y="2555"/>
                </a:lnTo>
                <a:lnTo>
                  <a:pt x="13164" y="2360"/>
                </a:lnTo>
                <a:lnTo>
                  <a:pt x="13189" y="2336"/>
                </a:lnTo>
                <a:lnTo>
                  <a:pt x="13213" y="2312"/>
                </a:lnTo>
                <a:close/>
                <a:moveTo>
                  <a:pt x="2799" y="2652"/>
                </a:moveTo>
                <a:lnTo>
                  <a:pt x="2896" y="2798"/>
                </a:lnTo>
                <a:lnTo>
                  <a:pt x="2993" y="2944"/>
                </a:lnTo>
                <a:lnTo>
                  <a:pt x="3066" y="3042"/>
                </a:lnTo>
                <a:lnTo>
                  <a:pt x="3164" y="3115"/>
                </a:lnTo>
                <a:lnTo>
                  <a:pt x="2969" y="3309"/>
                </a:lnTo>
                <a:lnTo>
                  <a:pt x="2920" y="3285"/>
                </a:lnTo>
                <a:lnTo>
                  <a:pt x="2726" y="3188"/>
                </a:lnTo>
                <a:lnTo>
                  <a:pt x="2555" y="3090"/>
                </a:lnTo>
                <a:lnTo>
                  <a:pt x="2409" y="3017"/>
                </a:lnTo>
                <a:lnTo>
                  <a:pt x="2799" y="2652"/>
                </a:lnTo>
                <a:close/>
                <a:moveTo>
                  <a:pt x="13773" y="2774"/>
                </a:moveTo>
                <a:lnTo>
                  <a:pt x="14089" y="3115"/>
                </a:lnTo>
                <a:lnTo>
                  <a:pt x="13846" y="3236"/>
                </a:lnTo>
                <a:lnTo>
                  <a:pt x="13724" y="3334"/>
                </a:lnTo>
                <a:lnTo>
                  <a:pt x="13651" y="3407"/>
                </a:lnTo>
                <a:lnTo>
                  <a:pt x="13456" y="3163"/>
                </a:lnTo>
                <a:lnTo>
                  <a:pt x="13432" y="3139"/>
                </a:lnTo>
                <a:lnTo>
                  <a:pt x="13505" y="3090"/>
                </a:lnTo>
                <a:lnTo>
                  <a:pt x="13554" y="3017"/>
                </a:lnTo>
                <a:lnTo>
                  <a:pt x="13675" y="2896"/>
                </a:lnTo>
                <a:lnTo>
                  <a:pt x="13773" y="2774"/>
                </a:lnTo>
                <a:close/>
                <a:moveTo>
                  <a:pt x="2263" y="3188"/>
                </a:moveTo>
                <a:lnTo>
                  <a:pt x="2312" y="3285"/>
                </a:lnTo>
                <a:lnTo>
                  <a:pt x="2409" y="3358"/>
                </a:lnTo>
                <a:lnTo>
                  <a:pt x="2555" y="3480"/>
                </a:lnTo>
                <a:lnTo>
                  <a:pt x="2726" y="3577"/>
                </a:lnTo>
                <a:lnTo>
                  <a:pt x="2531" y="3796"/>
                </a:lnTo>
                <a:lnTo>
                  <a:pt x="2117" y="3553"/>
                </a:lnTo>
                <a:lnTo>
                  <a:pt x="1971" y="3504"/>
                </a:lnTo>
                <a:lnTo>
                  <a:pt x="2263" y="3188"/>
                </a:lnTo>
                <a:close/>
                <a:moveTo>
                  <a:pt x="14284" y="3334"/>
                </a:moveTo>
                <a:lnTo>
                  <a:pt x="14478" y="3577"/>
                </a:lnTo>
                <a:lnTo>
                  <a:pt x="14624" y="3820"/>
                </a:lnTo>
                <a:lnTo>
                  <a:pt x="14478" y="3869"/>
                </a:lnTo>
                <a:lnTo>
                  <a:pt x="14356" y="3918"/>
                </a:lnTo>
                <a:lnTo>
                  <a:pt x="14235" y="3966"/>
                </a:lnTo>
                <a:lnTo>
                  <a:pt x="14113" y="4039"/>
                </a:lnTo>
                <a:lnTo>
                  <a:pt x="13773" y="3577"/>
                </a:lnTo>
                <a:lnTo>
                  <a:pt x="13894" y="3528"/>
                </a:lnTo>
                <a:lnTo>
                  <a:pt x="13992" y="3480"/>
                </a:lnTo>
                <a:lnTo>
                  <a:pt x="14186" y="3382"/>
                </a:lnTo>
                <a:lnTo>
                  <a:pt x="14284" y="3334"/>
                </a:lnTo>
                <a:close/>
                <a:moveTo>
                  <a:pt x="1825" y="3699"/>
                </a:moveTo>
                <a:lnTo>
                  <a:pt x="2020" y="3845"/>
                </a:lnTo>
                <a:lnTo>
                  <a:pt x="2312" y="4064"/>
                </a:lnTo>
                <a:lnTo>
                  <a:pt x="2069" y="4453"/>
                </a:lnTo>
                <a:lnTo>
                  <a:pt x="1850" y="4307"/>
                </a:lnTo>
                <a:lnTo>
                  <a:pt x="1533" y="4112"/>
                </a:lnTo>
                <a:lnTo>
                  <a:pt x="1825" y="3699"/>
                </a:lnTo>
                <a:close/>
                <a:moveTo>
                  <a:pt x="14794" y="4112"/>
                </a:moveTo>
                <a:lnTo>
                  <a:pt x="14965" y="4453"/>
                </a:lnTo>
                <a:lnTo>
                  <a:pt x="14794" y="4526"/>
                </a:lnTo>
                <a:lnTo>
                  <a:pt x="14648" y="4599"/>
                </a:lnTo>
                <a:lnTo>
                  <a:pt x="14478" y="4696"/>
                </a:lnTo>
                <a:lnTo>
                  <a:pt x="14308" y="4356"/>
                </a:lnTo>
                <a:lnTo>
                  <a:pt x="14551" y="4258"/>
                </a:lnTo>
                <a:lnTo>
                  <a:pt x="14673" y="4210"/>
                </a:lnTo>
                <a:lnTo>
                  <a:pt x="14794" y="4112"/>
                </a:lnTo>
                <a:close/>
                <a:moveTo>
                  <a:pt x="1412" y="4331"/>
                </a:moveTo>
                <a:lnTo>
                  <a:pt x="1485" y="4429"/>
                </a:lnTo>
                <a:lnTo>
                  <a:pt x="1606" y="4526"/>
                </a:lnTo>
                <a:lnTo>
                  <a:pt x="1752" y="4648"/>
                </a:lnTo>
                <a:lnTo>
                  <a:pt x="1898" y="4745"/>
                </a:lnTo>
                <a:lnTo>
                  <a:pt x="1825" y="4867"/>
                </a:lnTo>
                <a:lnTo>
                  <a:pt x="1533" y="4745"/>
                </a:lnTo>
                <a:lnTo>
                  <a:pt x="1387" y="4696"/>
                </a:lnTo>
                <a:lnTo>
                  <a:pt x="1241" y="4696"/>
                </a:lnTo>
                <a:lnTo>
                  <a:pt x="1412" y="4331"/>
                </a:lnTo>
                <a:close/>
                <a:moveTo>
                  <a:pt x="15062" y="4745"/>
                </a:moveTo>
                <a:lnTo>
                  <a:pt x="15208" y="5183"/>
                </a:lnTo>
                <a:lnTo>
                  <a:pt x="15135" y="5183"/>
                </a:lnTo>
                <a:lnTo>
                  <a:pt x="15038" y="5207"/>
                </a:lnTo>
                <a:lnTo>
                  <a:pt x="14843" y="5256"/>
                </a:lnTo>
                <a:lnTo>
                  <a:pt x="14746" y="5305"/>
                </a:lnTo>
                <a:lnTo>
                  <a:pt x="14600" y="4891"/>
                </a:lnTo>
                <a:lnTo>
                  <a:pt x="14770" y="4842"/>
                </a:lnTo>
                <a:lnTo>
                  <a:pt x="14916" y="4794"/>
                </a:lnTo>
                <a:lnTo>
                  <a:pt x="15062" y="4745"/>
                </a:lnTo>
                <a:close/>
                <a:moveTo>
                  <a:pt x="1168" y="4794"/>
                </a:moveTo>
                <a:lnTo>
                  <a:pt x="1412" y="5013"/>
                </a:lnTo>
                <a:lnTo>
                  <a:pt x="1558" y="5086"/>
                </a:lnTo>
                <a:lnTo>
                  <a:pt x="1704" y="5159"/>
                </a:lnTo>
                <a:lnTo>
                  <a:pt x="1558" y="5524"/>
                </a:lnTo>
                <a:lnTo>
                  <a:pt x="1509" y="5475"/>
                </a:lnTo>
                <a:lnTo>
                  <a:pt x="1314" y="5402"/>
                </a:lnTo>
                <a:lnTo>
                  <a:pt x="1144" y="5353"/>
                </a:lnTo>
                <a:lnTo>
                  <a:pt x="974" y="5329"/>
                </a:lnTo>
                <a:lnTo>
                  <a:pt x="1168" y="4794"/>
                </a:lnTo>
                <a:close/>
                <a:moveTo>
                  <a:pt x="15305" y="5499"/>
                </a:moveTo>
                <a:lnTo>
                  <a:pt x="15403" y="5986"/>
                </a:lnTo>
                <a:lnTo>
                  <a:pt x="15184" y="6035"/>
                </a:lnTo>
                <a:lnTo>
                  <a:pt x="14965" y="6083"/>
                </a:lnTo>
                <a:lnTo>
                  <a:pt x="14916" y="5791"/>
                </a:lnTo>
                <a:lnTo>
                  <a:pt x="14867" y="5621"/>
                </a:lnTo>
                <a:lnTo>
                  <a:pt x="14940" y="5597"/>
                </a:lnTo>
                <a:lnTo>
                  <a:pt x="15111" y="5548"/>
                </a:lnTo>
                <a:lnTo>
                  <a:pt x="15305" y="5499"/>
                </a:lnTo>
                <a:close/>
                <a:moveTo>
                  <a:pt x="876" y="5572"/>
                </a:moveTo>
                <a:lnTo>
                  <a:pt x="1022" y="5645"/>
                </a:lnTo>
                <a:lnTo>
                  <a:pt x="1193" y="5718"/>
                </a:lnTo>
                <a:lnTo>
                  <a:pt x="1387" y="5767"/>
                </a:lnTo>
                <a:lnTo>
                  <a:pt x="1436" y="5791"/>
                </a:lnTo>
                <a:lnTo>
                  <a:pt x="1485" y="5767"/>
                </a:lnTo>
                <a:lnTo>
                  <a:pt x="1387" y="6229"/>
                </a:lnTo>
                <a:lnTo>
                  <a:pt x="1314" y="6156"/>
                </a:lnTo>
                <a:lnTo>
                  <a:pt x="1217" y="6108"/>
                </a:lnTo>
                <a:lnTo>
                  <a:pt x="1022" y="6059"/>
                </a:lnTo>
                <a:lnTo>
                  <a:pt x="876" y="6035"/>
                </a:lnTo>
                <a:lnTo>
                  <a:pt x="730" y="6059"/>
                </a:lnTo>
                <a:lnTo>
                  <a:pt x="876" y="5572"/>
                </a:lnTo>
                <a:close/>
                <a:moveTo>
                  <a:pt x="15476" y="6327"/>
                </a:moveTo>
                <a:lnTo>
                  <a:pt x="15549" y="6643"/>
                </a:lnTo>
                <a:lnTo>
                  <a:pt x="15354" y="6643"/>
                </a:lnTo>
                <a:lnTo>
                  <a:pt x="15086" y="6692"/>
                </a:lnTo>
                <a:lnTo>
                  <a:pt x="15038" y="6375"/>
                </a:lnTo>
                <a:lnTo>
                  <a:pt x="15086" y="6375"/>
                </a:lnTo>
                <a:lnTo>
                  <a:pt x="15476" y="6327"/>
                </a:lnTo>
                <a:close/>
                <a:moveTo>
                  <a:pt x="682" y="6278"/>
                </a:moveTo>
                <a:lnTo>
                  <a:pt x="779" y="6351"/>
                </a:lnTo>
                <a:lnTo>
                  <a:pt x="901" y="6375"/>
                </a:lnTo>
                <a:lnTo>
                  <a:pt x="1071" y="6448"/>
                </a:lnTo>
                <a:lnTo>
                  <a:pt x="1168" y="6497"/>
                </a:lnTo>
                <a:lnTo>
                  <a:pt x="1290" y="6497"/>
                </a:lnTo>
                <a:lnTo>
                  <a:pt x="1339" y="6473"/>
                </a:lnTo>
                <a:lnTo>
                  <a:pt x="1290" y="6716"/>
                </a:lnTo>
                <a:lnTo>
                  <a:pt x="1217" y="6667"/>
                </a:lnTo>
                <a:lnTo>
                  <a:pt x="925" y="6619"/>
                </a:lnTo>
                <a:lnTo>
                  <a:pt x="755" y="6594"/>
                </a:lnTo>
                <a:lnTo>
                  <a:pt x="609" y="6619"/>
                </a:lnTo>
                <a:lnTo>
                  <a:pt x="609" y="6619"/>
                </a:lnTo>
                <a:lnTo>
                  <a:pt x="682" y="6278"/>
                </a:lnTo>
                <a:close/>
                <a:moveTo>
                  <a:pt x="15622" y="6959"/>
                </a:moveTo>
                <a:lnTo>
                  <a:pt x="15670" y="7178"/>
                </a:lnTo>
                <a:lnTo>
                  <a:pt x="15695" y="7349"/>
                </a:lnTo>
                <a:lnTo>
                  <a:pt x="15184" y="7349"/>
                </a:lnTo>
                <a:lnTo>
                  <a:pt x="15135" y="6959"/>
                </a:lnTo>
                <a:close/>
                <a:moveTo>
                  <a:pt x="560" y="6813"/>
                </a:moveTo>
                <a:lnTo>
                  <a:pt x="706" y="6886"/>
                </a:lnTo>
                <a:lnTo>
                  <a:pt x="828" y="6935"/>
                </a:lnTo>
                <a:lnTo>
                  <a:pt x="1120" y="7032"/>
                </a:lnTo>
                <a:lnTo>
                  <a:pt x="1193" y="7032"/>
                </a:lnTo>
                <a:lnTo>
                  <a:pt x="1266" y="7008"/>
                </a:lnTo>
                <a:lnTo>
                  <a:pt x="1193" y="7495"/>
                </a:lnTo>
                <a:lnTo>
                  <a:pt x="1095" y="7446"/>
                </a:lnTo>
                <a:lnTo>
                  <a:pt x="998" y="7422"/>
                </a:lnTo>
                <a:lnTo>
                  <a:pt x="657" y="7349"/>
                </a:lnTo>
                <a:lnTo>
                  <a:pt x="511" y="7300"/>
                </a:lnTo>
                <a:lnTo>
                  <a:pt x="560" y="6813"/>
                </a:lnTo>
                <a:close/>
                <a:moveTo>
                  <a:pt x="15208" y="7665"/>
                </a:moveTo>
                <a:lnTo>
                  <a:pt x="15403" y="7689"/>
                </a:lnTo>
                <a:lnTo>
                  <a:pt x="15695" y="7714"/>
                </a:lnTo>
                <a:lnTo>
                  <a:pt x="15695" y="7981"/>
                </a:lnTo>
                <a:lnTo>
                  <a:pt x="15573" y="7957"/>
                </a:lnTo>
                <a:lnTo>
                  <a:pt x="15451" y="7957"/>
                </a:lnTo>
                <a:lnTo>
                  <a:pt x="15330" y="7981"/>
                </a:lnTo>
                <a:lnTo>
                  <a:pt x="15232" y="8030"/>
                </a:lnTo>
                <a:lnTo>
                  <a:pt x="15208" y="7665"/>
                </a:lnTo>
                <a:close/>
                <a:moveTo>
                  <a:pt x="463" y="7641"/>
                </a:moveTo>
                <a:lnTo>
                  <a:pt x="633" y="7714"/>
                </a:lnTo>
                <a:lnTo>
                  <a:pt x="828" y="7762"/>
                </a:lnTo>
                <a:lnTo>
                  <a:pt x="998" y="7787"/>
                </a:lnTo>
                <a:lnTo>
                  <a:pt x="1071" y="7787"/>
                </a:lnTo>
                <a:lnTo>
                  <a:pt x="1144" y="7762"/>
                </a:lnTo>
                <a:lnTo>
                  <a:pt x="1071" y="8127"/>
                </a:lnTo>
                <a:lnTo>
                  <a:pt x="1022" y="8103"/>
                </a:lnTo>
                <a:lnTo>
                  <a:pt x="706" y="8103"/>
                </a:lnTo>
                <a:lnTo>
                  <a:pt x="584" y="8127"/>
                </a:lnTo>
                <a:lnTo>
                  <a:pt x="438" y="8176"/>
                </a:lnTo>
                <a:lnTo>
                  <a:pt x="463" y="7787"/>
                </a:lnTo>
                <a:lnTo>
                  <a:pt x="463" y="7641"/>
                </a:lnTo>
                <a:close/>
                <a:moveTo>
                  <a:pt x="15232" y="8176"/>
                </a:moveTo>
                <a:lnTo>
                  <a:pt x="15403" y="8249"/>
                </a:lnTo>
                <a:lnTo>
                  <a:pt x="15719" y="8346"/>
                </a:lnTo>
                <a:lnTo>
                  <a:pt x="15719" y="8517"/>
                </a:lnTo>
                <a:lnTo>
                  <a:pt x="15719" y="8687"/>
                </a:lnTo>
                <a:lnTo>
                  <a:pt x="15524" y="8638"/>
                </a:lnTo>
                <a:lnTo>
                  <a:pt x="15378" y="8590"/>
                </a:lnTo>
                <a:lnTo>
                  <a:pt x="15208" y="8565"/>
                </a:lnTo>
                <a:lnTo>
                  <a:pt x="15232" y="8371"/>
                </a:lnTo>
                <a:lnTo>
                  <a:pt x="15232" y="8176"/>
                </a:lnTo>
                <a:close/>
                <a:moveTo>
                  <a:pt x="438" y="8395"/>
                </a:moveTo>
                <a:lnTo>
                  <a:pt x="584" y="8444"/>
                </a:lnTo>
                <a:lnTo>
                  <a:pt x="706" y="8444"/>
                </a:lnTo>
                <a:lnTo>
                  <a:pt x="974" y="8419"/>
                </a:lnTo>
                <a:lnTo>
                  <a:pt x="1022" y="8419"/>
                </a:lnTo>
                <a:lnTo>
                  <a:pt x="1022" y="8468"/>
                </a:lnTo>
                <a:lnTo>
                  <a:pt x="998" y="8736"/>
                </a:lnTo>
                <a:lnTo>
                  <a:pt x="974" y="8979"/>
                </a:lnTo>
                <a:lnTo>
                  <a:pt x="925" y="9003"/>
                </a:lnTo>
                <a:lnTo>
                  <a:pt x="706" y="9028"/>
                </a:lnTo>
                <a:lnTo>
                  <a:pt x="584" y="9028"/>
                </a:lnTo>
                <a:lnTo>
                  <a:pt x="463" y="9076"/>
                </a:lnTo>
                <a:lnTo>
                  <a:pt x="438" y="8395"/>
                </a:lnTo>
                <a:close/>
                <a:moveTo>
                  <a:pt x="15111" y="8882"/>
                </a:moveTo>
                <a:lnTo>
                  <a:pt x="15305" y="8955"/>
                </a:lnTo>
                <a:lnTo>
                  <a:pt x="15476" y="9028"/>
                </a:lnTo>
                <a:lnTo>
                  <a:pt x="15597" y="9076"/>
                </a:lnTo>
                <a:lnTo>
                  <a:pt x="15719" y="9101"/>
                </a:lnTo>
                <a:lnTo>
                  <a:pt x="15816" y="9149"/>
                </a:lnTo>
                <a:lnTo>
                  <a:pt x="15792" y="9587"/>
                </a:lnTo>
                <a:lnTo>
                  <a:pt x="15670" y="9490"/>
                </a:lnTo>
                <a:lnTo>
                  <a:pt x="15500" y="9417"/>
                </a:lnTo>
                <a:lnTo>
                  <a:pt x="15378" y="9368"/>
                </a:lnTo>
                <a:lnTo>
                  <a:pt x="15232" y="9320"/>
                </a:lnTo>
                <a:lnTo>
                  <a:pt x="15111" y="9320"/>
                </a:lnTo>
                <a:lnTo>
                  <a:pt x="15062" y="9344"/>
                </a:lnTo>
                <a:lnTo>
                  <a:pt x="15086" y="8930"/>
                </a:lnTo>
                <a:lnTo>
                  <a:pt x="15111" y="8882"/>
                </a:lnTo>
                <a:close/>
                <a:moveTo>
                  <a:pt x="998" y="9368"/>
                </a:moveTo>
                <a:lnTo>
                  <a:pt x="1047" y="9757"/>
                </a:lnTo>
                <a:lnTo>
                  <a:pt x="803" y="9806"/>
                </a:lnTo>
                <a:lnTo>
                  <a:pt x="706" y="9830"/>
                </a:lnTo>
                <a:lnTo>
                  <a:pt x="609" y="9903"/>
                </a:lnTo>
                <a:lnTo>
                  <a:pt x="584" y="9903"/>
                </a:lnTo>
                <a:lnTo>
                  <a:pt x="511" y="9368"/>
                </a:lnTo>
                <a:close/>
                <a:moveTo>
                  <a:pt x="15013" y="9563"/>
                </a:moveTo>
                <a:lnTo>
                  <a:pt x="15111" y="9636"/>
                </a:lnTo>
                <a:lnTo>
                  <a:pt x="15232" y="9709"/>
                </a:lnTo>
                <a:lnTo>
                  <a:pt x="15451" y="9855"/>
                </a:lnTo>
                <a:lnTo>
                  <a:pt x="15670" y="10025"/>
                </a:lnTo>
                <a:lnTo>
                  <a:pt x="15719" y="10049"/>
                </a:lnTo>
                <a:lnTo>
                  <a:pt x="15646" y="10366"/>
                </a:lnTo>
                <a:lnTo>
                  <a:pt x="15524" y="10317"/>
                </a:lnTo>
                <a:lnTo>
                  <a:pt x="15281" y="10147"/>
                </a:lnTo>
                <a:lnTo>
                  <a:pt x="15111" y="10025"/>
                </a:lnTo>
                <a:lnTo>
                  <a:pt x="14940" y="9928"/>
                </a:lnTo>
                <a:lnTo>
                  <a:pt x="15013" y="9563"/>
                </a:lnTo>
                <a:close/>
                <a:moveTo>
                  <a:pt x="8176" y="3650"/>
                </a:moveTo>
                <a:lnTo>
                  <a:pt x="8127" y="3674"/>
                </a:lnTo>
                <a:lnTo>
                  <a:pt x="8054" y="3723"/>
                </a:lnTo>
                <a:lnTo>
                  <a:pt x="8006" y="3772"/>
                </a:lnTo>
                <a:lnTo>
                  <a:pt x="7957" y="3845"/>
                </a:lnTo>
                <a:lnTo>
                  <a:pt x="7933" y="3918"/>
                </a:lnTo>
                <a:lnTo>
                  <a:pt x="7908" y="4575"/>
                </a:lnTo>
                <a:lnTo>
                  <a:pt x="7908" y="5232"/>
                </a:lnTo>
                <a:lnTo>
                  <a:pt x="7981" y="6570"/>
                </a:lnTo>
                <a:lnTo>
                  <a:pt x="7981" y="7032"/>
                </a:lnTo>
                <a:lnTo>
                  <a:pt x="7981" y="7470"/>
                </a:lnTo>
                <a:lnTo>
                  <a:pt x="7957" y="7933"/>
                </a:lnTo>
                <a:lnTo>
                  <a:pt x="7957" y="8395"/>
                </a:lnTo>
                <a:lnTo>
                  <a:pt x="7981" y="8468"/>
                </a:lnTo>
                <a:lnTo>
                  <a:pt x="8006" y="8541"/>
                </a:lnTo>
                <a:lnTo>
                  <a:pt x="8030" y="8590"/>
                </a:lnTo>
                <a:lnTo>
                  <a:pt x="8079" y="8614"/>
                </a:lnTo>
                <a:lnTo>
                  <a:pt x="8103" y="8736"/>
                </a:lnTo>
                <a:lnTo>
                  <a:pt x="8152" y="8857"/>
                </a:lnTo>
                <a:lnTo>
                  <a:pt x="8200" y="8979"/>
                </a:lnTo>
                <a:lnTo>
                  <a:pt x="8273" y="9076"/>
                </a:lnTo>
                <a:lnTo>
                  <a:pt x="8444" y="9271"/>
                </a:lnTo>
                <a:lnTo>
                  <a:pt x="8614" y="9441"/>
                </a:lnTo>
                <a:lnTo>
                  <a:pt x="9174" y="9952"/>
                </a:lnTo>
                <a:lnTo>
                  <a:pt x="9733" y="10463"/>
                </a:lnTo>
                <a:lnTo>
                  <a:pt x="9806" y="10512"/>
                </a:lnTo>
                <a:lnTo>
                  <a:pt x="9855" y="10536"/>
                </a:lnTo>
                <a:lnTo>
                  <a:pt x="10001" y="10536"/>
                </a:lnTo>
                <a:lnTo>
                  <a:pt x="10147" y="10512"/>
                </a:lnTo>
                <a:lnTo>
                  <a:pt x="10244" y="10439"/>
                </a:lnTo>
                <a:lnTo>
                  <a:pt x="10317" y="10317"/>
                </a:lnTo>
                <a:lnTo>
                  <a:pt x="10342" y="10195"/>
                </a:lnTo>
                <a:lnTo>
                  <a:pt x="10342" y="10147"/>
                </a:lnTo>
                <a:lnTo>
                  <a:pt x="10317" y="10074"/>
                </a:lnTo>
                <a:lnTo>
                  <a:pt x="10293" y="10025"/>
                </a:lnTo>
                <a:lnTo>
                  <a:pt x="10220" y="9952"/>
                </a:lnTo>
                <a:lnTo>
                  <a:pt x="9758" y="9539"/>
                </a:lnTo>
                <a:lnTo>
                  <a:pt x="9295" y="9125"/>
                </a:lnTo>
                <a:lnTo>
                  <a:pt x="8906" y="8784"/>
                </a:lnTo>
                <a:lnTo>
                  <a:pt x="8736" y="8590"/>
                </a:lnTo>
                <a:lnTo>
                  <a:pt x="8590" y="8395"/>
                </a:lnTo>
                <a:lnTo>
                  <a:pt x="8517" y="8298"/>
                </a:lnTo>
                <a:lnTo>
                  <a:pt x="8541" y="7762"/>
                </a:lnTo>
                <a:lnTo>
                  <a:pt x="8541" y="7203"/>
                </a:lnTo>
                <a:lnTo>
                  <a:pt x="8541" y="6667"/>
                </a:lnTo>
                <a:lnTo>
                  <a:pt x="8517" y="6108"/>
                </a:lnTo>
                <a:lnTo>
                  <a:pt x="8444" y="5013"/>
                </a:lnTo>
                <a:lnTo>
                  <a:pt x="8419" y="4477"/>
                </a:lnTo>
                <a:lnTo>
                  <a:pt x="8419" y="3918"/>
                </a:lnTo>
                <a:lnTo>
                  <a:pt x="8419" y="3845"/>
                </a:lnTo>
                <a:lnTo>
                  <a:pt x="8395" y="3796"/>
                </a:lnTo>
                <a:lnTo>
                  <a:pt x="8371" y="3747"/>
                </a:lnTo>
                <a:lnTo>
                  <a:pt x="8298" y="3699"/>
                </a:lnTo>
                <a:lnTo>
                  <a:pt x="8249" y="3674"/>
                </a:lnTo>
                <a:lnTo>
                  <a:pt x="8200" y="3650"/>
                </a:lnTo>
                <a:close/>
                <a:moveTo>
                  <a:pt x="633" y="10074"/>
                </a:moveTo>
                <a:lnTo>
                  <a:pt x="730" y="10122"/>
                </a:lnTo>
                <a:lnTo>
                  <a:pt x="876" y="10147"/>
                </a:lnTo>
                <a:lnTo>
                  <a:pt x="998" y="10147"/>
                </a:lnTo>
                <a:lnTo>
                  <a:pt x="1144" y="10122"/>
                </a:lnTo>
                <a:lnTo>
                  <a:pt x="1266" y="10487"/>
                </a:lnTo>
                <a:lnTo>
                  <a:pt x="1047" y="10585"/>
                </a:lnTo>
                <a:lnTo>
                  <a:pt x="925" y="10609"/>
                </a:lnTo>
                <a:lnTo>
                  <a:pt x="779" y="10682"/>
                </a:lnTo>
                <a:lnTo>
                  <a:pt x="706" y="10366"/>
                </a:lnTo>
                <a:lnTo>
                  <a:pt x="633" y="10074"/>
                </a:lnTo>
                <a:close/>
                <a:moveTo>
                  <a:pt x="14867" y="10244"/>
                </a:moveTo>
                <a:lnTo>
                  <a:pt x="14989" y="10366"/>
                </a:lnTo>
                <a:lnTo>
                  <a:pt x="15111" y="10463"/>
                </a:lnTo>
                <a:lnTo>
                  <a:pt x="15232" y="10560"/>
                </a:lnTo>
                <a:lnTo>
                  <a:pt x="15378" y="10658"/>
                </a:lnTo>
                <a:lnTo>
                  <a:pt x="15549" y="10706"/>
                </a:lnTo>
                <a:lnTo>
                  <a:pt x="15403" y="11071"/>
                </a:lnTo>
                <a:lnTo>
                  <a:pt x="15111" y="10852"/>
                </a:lnTo>
                <a:lnTo>
                  <a:pt x="15013" y="10779"/>
                </a:lnTo>
                <a:lnTo>
                  <a:pt x="14892" y="10706"/>
                </a:lnTo>
                <a:lnTo>
                  <a:pt x="14843" y="10682"/>
                </a:lnTo>
                <a:lnTo>
                  <a:pt x="14794" y="10658"/>
                </a:lnTo>
                <a:lnTo>
                  <a:pt x="14770" y="10658"/>
                </a:lnTo>
                <a:lnTo>
                  <a:pt x="14867" y="10244"/>
                </a:lnTo>
                <a:close/>
                <a:moveTo>
                  <a:pt x="1412" y="10852"/>
                </a:moveTo>
                <a:lnTo>
                  <a:pt x="1558" y="11169"/>
                </a:lnTo>
                <a:lnTo>
                  <a:pt x="1363" y="11266"/>
                </a:lnTo>
                <a:lnTo>
                  <a:pt x="1241" y="11339"/>
                </a:lnTo>
                <a:lnTo>
                  <a:pt x="1168" y="11363"/>
                </a:lnTo>
                <a:lnTo>
                  <a:pt x="1095" y="11436"/>
                </a:lnTo>
                <a:lnTo>
                  <a:pt x="901" y="10950"/>
                </a:lnTo>
                <a:lnTo>
                  <a:pt x="1095" y="10925"/>
                </a:lnTo>
                <a:lnTo>
                  <a:pt x="1241" y="10901"/>
                </a:lnTo>
                <a:lnTo>
                  <a:pt x="1412" y="10852"/>
                </a:lnTo>
                <a:close/>
                <a:moveTo>
                  <a:pt x="14697" y="10877"/>
                </a:moveTo>
                <a:lnTo>
                  <a:pt x="14721" y="10901"/>
                </a:lnTo>
                <a:lnTo>
                  <a:pt x="14794" y="11023"/>
                </a:lnTo>
                <a:lnTo>
                  <a:pt x="14892" y="11144"/>
                </a:lnTo>
                <a:lnTo>
                  <a:pt x="15062" y="11290"/>
                </a:lnTo>
                <a:lnTo>
                  <a:pt x="15159" y="11363"/>
                </a:lnTo>
                <a:lnTo>
                  <a:pt x="15257" y="11412"/>
                </a:lnTo>
                <a:lnTo>
                  <a:pt x="15062" y="11874"/>
                </a:lnTo>
                <a:lnTo>
                  <a:pt x="15062" y="11850"/>
                </a:lnTo>
                <a:lnTo>
                  <a:pt x="14940" y="11753"/>
                </a:lnTo>
                <a:lnTo>
                  <a:pt x="14819" y="11607"/>
                </a:lnTo>
                <a:lnTo>
                  <a:pt x="14648" y="11509"/>
                </a:lnTo>
                <a:lnTo>
                  <a:pt x="14575" y="11461"/>
                </a:lnTo>
                <a:lnTo>
                  <a:pt x="14502" y="11461"/>
                </a:lnTo>
                <a:lnTo>
                  <a:pt x="14673" y="10998"/>
                </a:lnTo>
                <a:lnTo>
                  <a:pt x="14697" y="10877"/>
                </a:lnTo>
                <a:close/>
                <a:moveTo>
                  <a:pt x="1752" y="11509"/>
                </a:moveTo>
                <a:lnTo>
                  <a:pt x="1874" y="11704"/>
                </a:lnTo>
                <a:lnTo>
                  <a:pt x="1752" y="11826"/>
                </a:lnTo>
                <a:lnTo>
                  <a:pt x="1606" y="11972"/>
                </a:lnTo>
                <a:lnTo>
                  <a:pt x="1485" y="12142"/>
                </a:lnTo>
                <a:lnTo>
                  <a:pt x="1241" y="11680"/>
                </a:lnTo>
                <a:lnTo>
                  <a:pt x="1363" y="11655"/>
                </a:lnTo>
                <a:lnTo>
                  <a:pt x="1485" y="11607"/>
                </a:lnTo>
                <a:lnTo>
                  <a:pt x="1752" y="11509"/>
                </a:lnTo>
                <a:close/>
                <a:moveTo>
                  <a:pt x="14405" y="11607"/>
                </a:moveTo>
                <a:lnTo>
                  <a:pt x="14575" y="11801"/>
                </a:lnTo>
                <a:lnTo>
                  <a:pt x="14721" y="11947"/>
                </a:lnTo>
                <a:lnTo>
                  <a:pt x="14892" y="12093"/>
                </a:lnTo>
                <a:lnTo>
                  <a:pt x="14940" y="12118"/>
                </a:lnTo>
                <a:lnTo>
                  <a:pt x="14794" y="12361"/>
                </a:lnTo>
                <a:lnTo>
                  <a:pt x="14721" y="12288"/>
                </a:lnTo>
                <a:lnTo>
                  <a:pt x="14648" y="12215"/>
                </a:lnTo>
                <a:lnTo>
                  <a:pt x="14478" y="12118"/>
                </a:lnTo>
                <a:lnTo>
                  <a:pt x="14235" y="11947"/>
                </a:lnTo>
                <a:lnTo>
                  <a:pt x="14405" y="11607"/>
                </a:lnTo>
                <a:close/>
                <a:moveTo>
                  <a:pt x="2069" y="11996"/>
                </a:moveTo>
                <a:lnTo>
                  <a:pt x="2263" y="12288"/>
                </a:lnTo>
                <a:lnTo>
                  <a:pt x="2117" y="12410"/>
                </a:lnTo>
                <a:lnTo>
                  <a:pt x="1996" y="12556"/>
                </a:lnTo>
                <a:lnTo>
                  <a:pt x="1947" y="12653"/>
                </a:lnTo>
                <a:lnTo>
                  <a:pt x="1898" y="12750"/>
                </a:lnTo>
                <a:lnTo>
                  <a:pt x="1631" y="12361"/>
                </a:lnTo>
                <a:lnTo>
                  <a:pt x="1825" y="12215"/>
                </a:lnTo>
                <a:lnTo>
                  <a:pt x="1996" y="12069"/>
                </a:lnTo>
                <a:lnTo>
                  <a:pt x="2069" y="11996"/>
                </a:lnTo>
                <a:close/>
                <a:moveTo>
                  <a:pt x="14065" y="12239"/>
                </a:moveTo>
                <a:lnTo>
                  <a:pt x="14186" y="12361"/>
                </a:lnTo>
                <a:lnTo>
                  <a:pt x="14405" y="12507"/>
                </a:lnTo>
                <a:lnTo>
                  <a:pt x="14502" y="12580"/>
                </a:lnTo>
                <a:lnTo>
                  <a:pt x="14624" y="12629"/>
                </a:lnTo>
                <a:lnTo>
                  <a:pt x="14381" y="12969"/>
                </a:lnTo>
                <a:lnTo>
                  <a:pt x="14332" y="12872"/>
                </a:lnTo>
                <a:lnTo>
                  <a:pt x="14259" y="12799"/>
                </a:lnTo>
                <a:lnTo>
                  <a:pt x="14113" y="12677"/>
                </a:lnTo>
                <a:lnTo>
                  <a:pt x="13919" y="12483"/>
                </a:lnTo>
                <a:lnTo>
                  <a:pt x="14065" y="12239"/>
                </a:lnTo>
                <a:close/>
                <a:moveTo>
                  <a:pt x="2531" y="12604"/>
                </a:moveTo>
                <a:lnTo>
                  <a:pt x="2726" y="12848"/>
                </a:lnTo>
                <a:lnTo>
                  <a:pt x="2458" y="13237"/>
                </a:lnTo>
                <a:lnTo>
                  <a:pt x="2361" y="13359"/>
                </a:lnTo>
                <a:lnTo>
                  <a:pt x="2044" y="12921"/>
                </a:lnTo>
                <a:lnTo>
                  <a:pt x="2142" y="12896"/>
                </a:lnTo>
                <a:lnTo>
                  <a:pt x="2239" y="12848"/>
                </a:lnTo>
                <a:lnTo>
                  <a:pt x="2385" y="12726"/>
                </a:lnTo>
                <a:lnTo>
                  <a:pt x="2531" y="12604"/>
                </a:lnTo>
                <a:close/>
                <a:moveTo>
                  <a:pt x="13773" y="12702"/>
                </a:moveTo>
                <a:lnTo>
                  <a:pt x="13797" y="12726"/>
                </a:lnTo>
                <a:lnTo>
                  <a:pt x="13992" y="12945"/>
                </a:lnTo>
                <a:lnTo>
                  <a:pt x="14089" y="13042"/>
                </a:lnTo>
                <a:lnTo>
                  <a:pt x="14162" y="13164"/>
                </a:lnTo>
                <a:lnTo>
                  <a:pt x="14211" y="13213"/>
                </a:lnTo>
                <a:lnTo>
                  <a:pt x="13967" y="13505"/>
                </a:lnTo>
                <a:lnTo>
                  <a:pt x="13821" y="13310"/>
                </a:lnTo>
                <a:lnTo>
                  <a:pt x="13675" y="13115"/>
                </a:lnTo>
                <a:lnTo>
                  <a:pt x="13529" y="13018"/>
                </a:lnTo>
                <a:lnTo>
                  <a:pt x="13773" y="12702"/>
                </a:lnTo>
                <a:close/>
                <a:moveTo>
                  <a:pt x="2993" y="13164"/>
                </a:moveTo>
                <a:lnTo>
                  <a:pt x="3188" y="13383"/>
                </a:lnTo>
                <a:lnTo>
                  <a:pt x="3164" y="13456"/>
                </a:lnTo>
                <a:lnTo>
                  <a:pt x="2969" y="13651"/>
                </a:lnTo>
                <a:lnTo>
                  <a:pt x="2896" y="13748"/>
                </a:lnTo>
                <a:lnTo>
                  <a:pt x="2823" y="13845"/>
                </a:lnTo>
                <a:lnTo>
                  <a:pt x="2726" y="13772"/>
                </a:lnTo>
                <a:lnTo>
                  <a:pt x="2580" y="13578"/>
                </a:lnTo>
                <a:lnTo>
                  <a:pt x="2653" y="13529"/>
                </a:lnTo>
                <a:lnTo>
                  <a:pt x="2726" y="13456"/>
                </a:lnTo>
                <a:lnTo>
                  <a:pt x="2993" y="13164"/>
                </a:lnTo>
                <a:close/>
                <a:moveTo>
                  <a:pt x="13383" y="13188"/>
                </a:moveTo>
                <a:lnTo>
                  <a:pt x="13456" y="13334"/>
                </a:lnTo>
                <a:lnTo>
                  <a:pt x="13724" y="13748"/>
                </a:lnTo>
                <a:lnTo>
                  <a:pt x="13578" y="13918"/>
                </a:lnTo>
                <a:lnTo>
                  <a:pt x="13456" y="14040"/>
                </a:lnTo>
                <a:lnTo>
                  <a:pt x="13335" y="13821"/>
                </a:lnTo>
                <a:lnTo>
                  <a:pt x="13213" y="13602"/>
                </a:lnTo>
                <a:lnTo>
                  <a:pt x="13116" y="13480"/>
                </a:lnTo>
                <a:lnTo>
                  <a:pt x="13237" y="13334"/>
                </a:lnTo>
                <a:lnTo>
                  <a:pt x="13383" y="13188"/>
                </a:lnTo>
                <a:close/>
                <a:moveTo>
                  <a:pt x="3456" y="13651"/>
                </a:moveTo>
                <a:lnTo>
                  <a:pt x="3796" y="13991"/>
                </a:lnTo>
                <a:lnTo>
                  <a:pt x="3650" y="14089"/>
                </a:lnTo>
                <a:lnTo>
                  <a:pt x="3504" y="14186"/>
                </a:lnTo>
                <a:lnTo>
                  <a:pt x="3407" y="14259"/>
                </a:lnTo>
                <a:lnTo>
                  <a:pt x="3334" y="14332"/>
                </a:lnTo>
                <a:lnTo>
                  <a:pt x="3042" y="14089"/>
                </a:lnTo>
                <a:lnTo>
                  <a:pt x="3164" y="13967"/>
                </a:lnTo>
                <a:lnTo>
                  <a:pt x="3237" y="13894"/>
                </a:lnTo>
                <a:lnTo>
                  <a:pt x="3334" y="13797"/>
                </a:lnTo>
                <a:lnTo>
                  <a:pt x="3456" y="13651"/>
                </a:lnTo>
                <a:close/>
                <a:moveTo>
                  <a:pt x="12945" y="13651"/>
                </a:moveTo>
                <a:lnTo>
                  <a:pt x="12994" y="13748"/>
                </a:lnTo>
                <a:lnTo>
                  <a:pt x="13213" y="14210"/>
                </a:lnTo>
                <a:lnTo>
                  <a:pt x="13213" y="14235"/>
                </a:lnTo>
                <a:lnTo>
                  <a:pt x="13043" y="14381"/>
                </a:lnTo>
                <a:lnTo>
                  <a:pt x="12970" y="14210"/>
                </a:lnTo>
                <a:lnTo>
                  <a:pt x="12897" y="14040"/>
                </a:lnTo>
                <a:lnTo>
                  <a:pt x="12824" y="13918"/>
                </a:lnTo>
                <a:lnTo>
                  <a:pt x="12751" y="13821"/>
                </a:lnTo>
                <a:lnTo>
                  <a:pt x="12945" y="13651"/>
                </a:lnTo>
                <a:close/>
                <a:moveTo>
                  <a:pt x="3967" y="14162"/>
                </a:moveTo>
                <a:lnTo>
                  <a:pt x="4332" y="14454"/>
                </a:lnTo>
                <a:lnTo>
                  <a:pt x="4283" y="14502"/>
                </a:lnTo>
                <a:lnTo>
                  <a:pt x="4113" y="14648"/>
                </a:lnTo>
                <a:lnTo>
                  <a:pt x="4040" y="14721"/>
                </a:lnTo>
                <a:lnTo>
                  <a:pt x="3991" y="14794"/>
                </a:lnTo>
                <a:lnTo>
                  <a:pt x="3602" y="14551"/>
                </a:lnTo>
                <a:lnTo>
                  <a:pt x="3748" y="14429"/>
                </a:lnTo>
                <a:lnTo>
                  <a:pt x="3845" y="14308"/>
                </a:lnTo>
                <a:lnTo>
                  <a:pt x="3967" y="14162"/>
                </a:lnTo>
                <a:close/>
                <a:moveTo>
                  <a:pt x="12556" y="13991"/>
                </a:moveTo>
                <a:lnTo>
                  <a:pt x="12605" y="14113"/>
                </a:lnTo>
                <a:lnTo>
                  <a:pt x="12678" y="14332"/>
                </a:lnTo>
                <a:lnTo>
                  <a:pt x="12775" y="14551"/>
                </a:lnTo>
                <a:lnTo>
                  <a:pt x="12775" y="14600"/>
                </a:lnTo>
                <a:lnTo>
                  <a:pt x="12459" y="14819"/>
                </a:lnTo>
                <a:lnTo>
                  <a:pt x="12434" y="14673"/>
                </a:lnTo>
                <a:lnTo>
                  <a:pt x="12361" y="14527"/>
                </a:lnTo>
                <a:lnTo>
                  <a:pt x="12313" y="14381"/>
                </a:lnTo>
                <a:lnTo>
                  <a:pt x="12215" y="14235"/>
                </a:lnTo>
                <a:lnTo>
                  <a:pt x="12556" y="13991"/>
                </a:lnTo>
                <a:close/>
                <a:moveTo>
                  <a:pt x="8760" y="1509"/>
                </a:moveTo>
                <a:lnTo>
                  <a:pt x="9174" y="1557"/>
                </a:lnTo>
                <a:lnTo>
                  <a:pt x="9222" y="1582"/>
                </a:lnTo>
                <a:lnTo>
                  <a:pt x="9271" y="1606"/>
                </a:lnTo>
                <a:lnTo>
                  <a:pt x="9368" y="1582"/>
                </a:lnTo>
                <a:lnTo>
                  <a:pt x="10123" y="1728"/>
                </a:lnTo>
                <a:lnTo>
                  <a:pt x="10488" y="1825"/>
                </a:lnTo>
                <a:lnTo>
                  <a:pt x="10877" y="1947"/>
                </a:lnTo>
                <a:lnTo>
                  <a:pt x="11291" y="2117"/>
                </a:lnTo>
                <a:lnTo>
                  <a:pt x="11656" y="2287"/>
                </a:lnTo>
                <a:lnTo>
                  <a:pt x="11510" y="2385"/>
                </a:lnTo>
                <a:lnTo>
                  <a:pt x="11388" y="2531"/>
                </a:lnTo>
                <a:lnTo>
                  <a:pt x="11193" y="2823"/>
                </a:lnTo>
                <a:lnTo>
                  <a:pt x="10950" y="3066"/>
                </a:lnTo>
                <a:lnTo>
                  <a:pt x="10853" y="3212"/>
                </a:lnTo>
                <a:lnTo>
                  <a:pt x="10828" y="3285"/>
                </a:lnTo>
                <a:lnTo>
                  <a:pt x="10804" y="3358"/>
                </a:lnTo>
                <a:lnTo>
                  <a:pt x="10804" y="3407"/>
                </a:lnTo>
                <a:lnTo>
                  <a:pt x="10828" y="3431"/>
                </a:lnTo>
                <a:lnTo>
                  <a:pt x="10853" y="3480"/>
                </a:lnTo>
                <a:lnTo>
                  <a:pt x="10974" y="3480"/>
                </a:lnTo>
                <a:lnTo>
                  <a:pt x="11047" y="3455"/>
                </a:lnTo>
                <a:lnTo>
                  <a:pt x="11193" y="3358"/>
                </a:lnTo>
                <a:lnTo>
                  <a:pt x="11315" y="3261"/>
                </a:lnTo>
                <a:lnTo>
                  <a:pt x="11412" y="3139"/>
                </a:lnTo>
                <a:lnTo>
                  <a:pt x="11680" y="2871"/>
                </a:lnTo>
                <a:lnTo>
                  <a:pt x="11826" y="2725"/>
                </a:lnTo>
                <a:lnTo>
                  <a:pt x="11875" y="2628"/>
                </a:lnTo>
                <a:lnTo>
                  <a:pt x="11948" y="2555"/>
                </a:lnTo>
                <a:lnTo>
                  <a:pt x="11948" y="2458"/>
                </a:lnTo>
                <a:lnTo>
                  <a:pt x="12313" y="2701"/>
                </a:lnTo>
                <a:lnTo>
                  <a:pt x="12629" y="2969"/>
                </a:lnTo>
                <a:lnTo>
                  <a:pt x="12945" y="3261"/>
                </a:lnTo>
                <a:lnTo>
                  <a:pt x="13237" y="3601"/>
                </a:lnTo>
                <a:lnTo>
                  <a:pt x="13456" y="3869"/>
                </a:lnTo>
                <a:lnTo>
                  <a:pt x="13651" y="4137"/>
                </a:lnTo>
                <a:lnTo>
                  <a:pt x="13821" y="4429"/>
                </a:lnTo>
                <a:lnTo>
                  <a:pt x="13992" y="4745"/>
                </a:lnTo>
                <a:lnTo>
                  <a:pt x="13870" y="4745"/>
                </a:lnTo>
                <a:lnTo>
                  <a:pt x="13748" y="4794"/>
                </a:lnTo>
                <a:lnTo>
                  <a:pt x="13505" y="4940"/>
                </a:lnTo>
                <a:lnTo>
                  <a:pt x="13237" y="5134"/>
                </a:lnTo>
                <a:lnTo>
                  <a:pt x="13067" y="5207"/>
                </a:lnTo>
                <a:lnTo>
                  <a:pt x="12921" y="5305"/>
                </a:lnTo>
                <a:lnTo>
                  <a:pt x="12872" y="5378"/>
                </a:lnTo>
                <a:lnTo>
                  <a:pt x="12872" y="5451"/>
                </a:lnTo>
                <a:lnTo>
                  <a:pt x="12897" y="5524"/>
                </a:lnTo>
                <a:lnTo>
                  <a:pt x="12970" y="5597"/>
                </a:lnTo>
                <a:lnTo>
                  <a:pt x="13043" y="5621"/>
                </a:lnTo>
                <a:lnTo>
                  <a:pt x="13116" y="5645"/>
                </a:lnTo>
                <a:lnTo>
                  <a:pt x="13286" y="5645"/>
                </a:lnTo>
                <a:lnTo>
                  <a:pt x="13432" y="5572"/>
                </a:lnTo>
                <a:lnTo>
                  <a:pt x="13578" y="5499"/>
                </a:lnTo>
                <a:lnTo>
                  <a:pt x="13870" y="5329"/>
                </a:lnTo>
                <a:lnTo>
                  <a:pt x="14016" y="5256"/>
                </a:lnTo>
                <a:lnTo>
                  <a:pt x="14162" y="5207"/>
                </a:lnTo>
                <a:lnTo>
                  <a:pt x="14211" y="5159"/>
                </a:lnTo>
                <a:lnTo>
                  <a:pt x="14381" y="5621"/>
                </a:lnTo>
                <a:lnTo>
                  <a:pt x="14502" y="6059"/>
                </a:lnTo>
                <a:lnTo>
                  <a:pt x="14600" y="6448"/>
                </a:lnTo>
                <a:lnTo>
                  <a:pt x="14648" y="6862"/>
                </a:lnTo>
                <a:lnTo>
                  <a:pt x="14746" y="7665"/>
                </a:lnTo>
                <a:lnTo>
                  <a:pt x="14746" y="7860"/>
                </a:lnTo>
                <a:lnTo>
                  <a:pt x="14746" y="8054"/>
                </a:lnTo>
                <a:lnTo>
                  <a:pt x="14575" y="8030"/>
                </a:lnTo>
                <a:lnTo>
                  <a:pt x="14138" y="8030"/>
                </a:lnTo>
                <a:lnTo>
                  <a:pt x="14016" y="8054"/>
                </a:lnTo>
                <a:lnTo>
                  <a:pt x="13919" y="8079"/>
                </a:lnTo>
                <a:lnTo>
                  <a:pt x="13821" y="8127"/>
                </a:lnTo>
                <a:lnTo>
                  <a:pt x="13748" y="8200"/>
                </a:lnTo>
                <a:lnTo>
                  <a:pt x="13724" y="8273"/>
                </a:lnTo>
                <a:lnTo>
                  <a:pt x="13700" y="8322"/>
                </a:lnTo>
                <a:lnTo>
                  <a:pt x="13724" y="8346"/>
                </a:lnTo>
                <a:lnTo>
                  <a:pt x="13773" y="8419"/>
                </a:lnTo>
                <a:lnTo>
                  <a:pt x="13846" y="8444"/>
                </a:lnTo>
                <a:lnTo>
                  <a:pt x="13992" y="8492"/>
                </a:lnTo>
                <a:lnTo>
                  <a:pt x="14138" y="8517"/>
                </a:lnTo>
                <a:lnTo>
                  <a:pt x="14284" y="8517"/>
                </a:lnTo>
                <a:lnTo>
                  <a:pt x="14527" y="8565"/>
                </a:lnTo>
                <a:lnTo>
                  <a:pt x="14746" y="8614"/>
                </a:lnTo>
                <a:lnTo>
                  <a:pt x="14794" y="8809"/>
                </a:lnTo>
                <a:lnTo>
                  <a:pt x="14770" y="9052"/>
                </a:lnTo>
                <a:lnTo>
                  <a:pt x="14697" y="9441"/>
                </a:lnTo>
                <a:lnTo>
                  <a:pt x="14600" y="9806"/>
                </a:lnTo>
                <a:lnTo>
                  <a:pt x="14356" y="10560"/>
                </a:lnTo>
                <a:lnTo>
                  <a:pt x="14186" y="11023"/>
                </a:lnTo>
                <a:lnTo>
                  <a:pt x="13992" y="11461"/>
                </a:lnTo>
                <a:lnTo>
                  <a:pt x="13821" y="11363"/>
                </a:lnTo>
                <a:lnTo>
                  <a:pt x="13651" y="11290"/>
                </a:lnTo>
                <a:lnTo>
                  <a:pt x="13456" y="11169"/>
                </a:lnTo>
                <a:lnTo>
                  <a:pt x="13335" y="11096"/>
                </a:lnTo>
                <a:lnTo>
                  <a:pt x="13237" y="11047"/>
                </a:lnTo>
                <a:lnTo>
                  <a:pt x="13164" y="11047"/>
                </a:lnTo>
                <a:lnTo>
                  <a:pt x="13091" y="11071"/>
                </a:lnTo>
                <a:lnTo>
                  <a:pt x="13043" y="11096"/>
                </a:lnTo>
                <a:lnTo>
                  <a:pt x="13018" y="11120"/>
                </a:lnTo>
                <a:lnTo>
                  <a:pt x="12994" y="11193"/>
                </a:lnTo>
                <a:lnTo>
                  <a:pt x="12970" y="11242"/>
                </a:lnTo>
                <a:lnTo>
                  <a:pt x="12970" y="11315"/>
                </a:lnTo>
                <a:lnTo>
                  <a:pt x="12994" y="11363"/>
                </a:lnTo>
                <a:lnTo>
                  <a:pt x="13067" y="11461"/>
                </a:lnTo>
                <a:lnTo>
                  <a:pt x="13164" y="11558"/>
                </a:lnTo>
                <a:lnTo>
                  <a:pt x="13383" y="11680"/>
                </a:lnTo>
                <a:lnTo>
                  <a:pt x="13554" y="11801"/>
                </a:lnTo>
                <a:lnTo>
                  <a:pt x="13651" y="11850"/>
                </a:lnTo>
                <a:lnTo>
                  <a:pt x="13748" y="11899"/>
                </a:lnTo>
                <a:lnTo>
                  <a:pt x="13578" y="12191"/>
                </a:lnTo>
                <a:lnTo>
                  <a:pt x="13359" y="12483"/>
                </a:lnTo>
                <a:lnTo>
                  <a:pt x="13164" y="12750"/>
                </a:lnTo>
                <a:lnTo>
                  <a:pt x="12921" y="13018"/>
                </a:lnTo>
                <a:lnTo>
                  <a:pt x="12629" y="13334"/>
                </a:lnTo>
                <a:lnTo>
                  <a:pt x="12337" y="13602"/>
                </a:lnTo>
                <a:lnTo>
                  <a:pt x="11996" y="13845"/>
                </a:lnTo>
                <a:lnTo>
                  <a:pt x="11656" y="14064"/>
                </a:lnTo>
                <a:lnTo>
                  <a:pt x="11558" y="13845"/>
                </a:lnTo>
                <a:lnTo>
                  <a:pt x="11437" y="13626"/>
                </a:lnTo>
                <a:lnTo>
                  <a:pt x="11266" y="13383"/>
                </a:lnTo>
                <a:lnTo>
                  <a:pt x="11169" y="13261"/>
                </a:lnTo>
                <a:lnTo>
                  <a:pt x="11047" y="13188"/>
                </a:lnTo>
                <a:lnTo>
                  <a:pt x="10974" y="13188"/>
                </a:lnTo>
                <a:lnTo>
                  <a:pt x="10926" y="13261"/>
                </a:lnTo>
                <a:lnTo>
                  <a:pt x="10901" y="13334"/>
                </a:lnTo>
                <a:lnTo>
                  <a:pt x="10901" y="13383"/>
                </a:lnTo>
                <a:lnTo>
                  <a:pt x="10926" y="13529"/>
                </a:lnTo>
                <a:lnTo>
                  <a:pt x="11047" y="13772"/>
                </a:lnTo>
                <a:lnTo>
                  <a:pt x="11266" y="14259"/>
                </a:lnTo>
                <a:lnTo>
                  <a:pt x="10926" y="14405"/>
                </a:lnTo>
                <a:lnTo>
                  <a:pt x="10561" y="14502"/>
                </a:lnTo>
                <a:lnTo>
                  <a:pt x="10220" y="14575"/>
                </a:lnTo>
                <a:lnTo>
                  <a:pt x="9879" y="14624"/>
                </a:lnTo>
                <a:lnTo>
                  <a:pt x="9198" y="14721"/>
                </a:lnTo>
                <a:lnTo>
                  <a:pt x="8857" y="14794"/>
                </a:lnTo>
                <a:lnTo>
                  <a:pt x="8663" y="14819"/>
                </a:lnTo>
                <a:lnTo>
                  <a:pt x="8517" y="14892"/>
                </a:lnTo>
                <a:lnTo>
                  <a:pt x="8249" y="14892"/>
                </a:lnTo>
                <a:lnTo>
                  <a:pt x="8249" y="14673"/>
                </a:lnTo>
                <a:lnTo>
                  <a:pt x="8273" y="14429"/>
                </a:lnTo>
                <a:lnTo>
                  <a:pt x="8273" y="14308"/>
                </a:lnTo>
                <a:lnTo>
                  <a:pt x="8249" y="14186"/>
                </a:lnTo>
                <a:lnTo>
                  <a:pt x="8225" y="14089"/>
                </a:lnTo>
                <a:lnTo>
                  <a:pt x="8152" y="13991"/>
                </a:lnTo>
                <a:lnTo>
                  <a:pt x="8127" y="13967"/>
                </a:lnTo>
                <a:lnTo>
                  <a:pt x="8030" y="13967"/>
                </a:lnTo>
                <a:lnTo>
                  <a:pt x="8006" y="13991"/>
                </a:lnTo>
                <a:lnTo>
                  <a:pt x="7933" y="14113"/>
                </a:lnTo>
                <a:lnTo>
                  <a:pt x="7884" y="14235"/>
                </a:lnTo>
                <a:lnTo>
                  <a:pt x="7860" y="14478"/>
                </a:lnTo>
                <a:lnTo>
                  <a:pt x="7835" y="14697"/>
                </a:lnTo>
                <a:lnTo>
                  <a:pt x="7860" y="14916"/>
                </a:lnTo>
                <a:lnTo>
                  <a:pt x="7373" y="14916"/>
                </a:lnTo>
                <a:lnTo>
                  <a:pt x="6911" y="14892"/>
                </a:lnTo>
                <a:lnTo>
                  <a:pt x="6448" y="14819"/>
                </a:lnTo>
                <a:lnTo>
                  <a:pt x="5986" y="14746"/>
                </a:lnTo>
                <a:lnTo>
                  <a:pt x="5694" y="14673"/>
                </a:lnTo>
                <a:lnTo>
                  <a:pt x="5402" y="14551"/>
                </a:lnTo>
                <a:lnTo>
                  <a:pt x="5135" y="14429"/>
                </a:lnTo>
                <a:lnTo>
                  <a:pt x="4891" y="14283"/>
                </a:lnTo>
                <a:lnTo>
                  <a:pt x="4940" y="14210"/>
                </a:lnTo>
                <a:lnTo>
                  <a:pt x="5208" y="13748"/>
                </a:lnTo>
                <a:lnTo>
                  <a:pt x="5329" y="13480"/>
                </a:lnTo>
                <a:lnTo>
                  <a:pt x="5378" y="13359"/>
                </a:lnTo>
                <a:lnTo>
                  <a:pt x="5402" y="13213"/>
                </a:lnTo>
                <a:lnTo>
                  <a:pt x="5402" y="13164"/>
                </a:lnTo>
                <a:lnTo>
                  <a:pt x="5378" y="13140"/>
                </a:lnTo>
                <a:lnTo>
                  <a:pt x="5305" y="13091"/>
                </a:lnTo>
                <a:lnTo>
                  <a:pt x="5232" y="13067"/>
                </a:lnTo>
                <a:lnTo>
                  <a:pt x="5135" y="13115"/>
                </a:lnTo>
                <a:lnTo>
                  <a:pt x="5062" y="13188"/>
                </a:lnTo>
                <a:lnTo>
                  <a:pt x="4989" y="13286"/>
                </a:lnTo>
                <a:lnTo>
                  <a:pt x="4867" y="13505"/>
                </a:lnTo>
                <a:lnTo>
                  <a:pt x="4575" y="13991"/>
                </a:lnTo>
                <a:lnTo>
                  <a:pt x="4551" y="14040"/>
                </a:lnTo>
                <a:lnTo>
                  <a:pt x="4137" y="13675"/>
                </a:lnTo>
                <a:lnTo>
                  <a:pt x="3748" y="13286"/>
                </a:lnTo>
                <a:lnTo>
                  <a:pt x="3407" y="12921"/>
                </a:lnTo>
                <a:lnTo>
                  <a:pt x="3091" y="12556"/>
                </a:lnTo>
                <a:lnTo>
                  <a:pt x="2799" y="12191"/>
                </a:lnTo>
                <a:lnTo>
                  <a:pt x="2531" y="11801"/>
                </a:lnTo>
                <a:lnTo>
                  <a:pt x="2774" y="11704"/>
                </a:lnTo>
                <a:lnTo>
                  <a:pt x="3042" y="11582"/>
                </a:lnTo>
                <a:lnTo>
                  <a:pt x="3285" y="11436"/>
                </a:lnTo>
                <a:lnTo>
                  <a:pt x="3358" y="11363"/>
                </a:lnTo>
                <a:lnTo>
                  <a:pt x="3358" y="11290"/>
                </a:lnTo>
                <a:lnTo>
                  <a:pt x="3334" y="11217"/>
                </a:lnTo>
                <a:lnTo>
                  <a:pt x="3310" y="11144"/>
                </a:lnTo>
                <a:lnTo>
                  <a:pt x="3237" y="11096"/>
                </a:lnTo>
                <a:lnTo>
                  <a:pt x="3164" y="11071"/>
                </a:lnTo>
                <a:lnTo>
                  <a:pt x="3066" y="11071"/>
                </a:lnTo>
                <a:lnTo>
                  <a:pt x="2993" y="11120"/>
                </a:lnTo>
                <a:lnTo>
                  <a:pt x="2799" y="11266"/>
                </a:lnTo>
                <a:lnTo>
                  <a:pt x="2580" y="11363"/>
                </a:lnTo>
                <a:lnTo>
                  <a:pt x="2312" y="11461"/>
                </a:lnTo>
                <a:lnTo>
                  <a:pt x="2117" y="11144"/>
                </a:lnTo>
                <a:lnTo>
                  <a:pt x="1947" y="10828"/>
                </a:lnTo>
                <a:lnTo>
                  <a:pt x="1777" y="10487"/>
                </a:lnTo>
                <a:lnTo>
                  <a:pt x="1631" y="10122"/>
                </a:lnTo>
                <a:lnTo>
                  <a:pt x="1509" y="9782"/>
                </a:lnTo>
                <a:lnTo>
                  <a:pt x="1412" y="9393"/>
                </a:lnTo>
                <a:lnTo>
                  <a:pt x="1363" y="9198"/>
                </a:lnTo>
                <a:lnTo>
                  <a:pt x="1363" y="8979"/>
                </a:lnTo>
                <a:lnTo>
                  <a:pt x="1387" y="8565"/>
                </a:lnTo>
                <a:lnTo>
                  <a:pt x="1412" y="8492"/>
                </a:lnTo>
                <a:lnTo>
                  <a:pt x="1558" y="8517"/>
                </a:lnTo>
                <a:lnTo>
                  <a:pt x="2190" y="8517"/>
                </a:lnTo>
                <a:lnTo>
                  <a:pt x="2288" y="8492"/>
                </a:lnTo>
                <a:lnTo>
                  <a:pt x="2361" y="8444"/>
                </a:lnTo>
                <a:lnTo>
                  <a:pt x="2409" y="8371"/>
                </a:lnTo>
                <a:lnTo>
                  <a:pt x="2409" y="8298"/>
                </a:lnTo>
                <a:lnTo>
                  <a:pt x="2409" y="8200"/>
                </a:lnTo>
                <a:lnTo>
                  <a:pt x="2361" y="8127"/>
                </a:lnTo>
                <a:lnTo>
                  <a:pt x="2288" y="8079"/>
                </a:lnTo>
                <a:lnTo>
                  <a:pt x="2190" y="8054"/>
                </a:lnTo>
                <a:lnTo>
                  <a:pt x="1971" y="8054"/>
                </a:lnTo>
                <a:lnTo>
                  <a:pt x="1752" y="8079"/>
                </a:lnTo>
                <a:lnTo>
                  <a:pt x="1509" y="8103"/>
                </a:lnTo>
                <a:lnTo>
                  <a:pt x="1606" y="7446"/>
                </a:lnTo>
                <a:lnTo>
                  <a:pt x="1704" y="6789"/>
                </a:lnTo>
                <a:lnTo>
                  <a:pt x="1801" y="6132"/>
                </a:lnTo>
                <a:lnTo>
                  <a:pt x="1898" y="5816"/>
                </a:lnTo>
                <a:lnTo>
                  <a:pt x="1996" y="5499"/>
                </a:lnTo>
                <a:lnTo>
                  <a:pt x="2117" y="5159"/>
                </a:lnTo>
                <a:lnTo>
                  <a:pt x="2288" y="5305"/>
                </a:lnTo>
                <a:lnTo>
                  <a:pt x="2458" y="5426"/>
                </a:lnTo>
                <a:lnTo>
                  <a:pt x="2701" y="5597"/>
                </a:lnTo>
                <a:lnTo>
                  <a:pt x="2823" y="5645"/>
                </a:lnTo>
                <a:lnTo>
                  <a:pt x="2945" y="5694"/>
                </a:lnTo>
                <a:lnTo>
                  <a:pt x="3066" y="5694"/>
                </a:lnTo>
                <a:lnTo>
                  <a:pt x="3139" y="5670"/>
                </a:lnTo>
                <a:lnTo>
                  <a:pt x="3212" y="5597"/>
                </a:lnTo>
                <a:lnTo>
                  <a:pt x="3237" y="5524"/>
                </a:lnTo>
                <a:lnTo>
                  <a:pt x="3237" y="5451"/>
                </a:lnTo>
                <a:lnTo>
                  <a:pt x="3237" y="5353"/>
                </a:lnTo>
                <a:lnTo>
                  <a:pt x="3164" y="5280"/>
                </a:lnTo>
                <a:lnTo>
                  <a:pt x="3091" y="5232"/>
                </a:lnTo>
                <a:lnTo>
                  <a:pt x="2872" y="5134"/>
                </a:lnTo>
                <a:lnTo>
                  <a:pt x="2677" y="5037"/>
                </a:lnTo>
                <a:lnTo>
                  <a:pt x="2482" y="4915"/>
                </a:lnTo>
                <a:lnTo>
                  <a:pt x="2288" y="4842"/>
                </a:lnTo>
                <a:lnTo>
                  <a:pt x="2555" y="4429"/>
                </a:lnTo>
                <a:lnTo>
                  <a:pt x="2847" y="4039"/>
                </a:lnTo>
                <a:lnTo>
                  <a:pt x="3188" y="3674"/>
                </a:lnTo>
                <a:lnTo>
                  <a:pt x="3529" y="3334"/>
                </a:lnTo>
                <a:lnTo>
                  <a:pt x="3796" y="3090"/>
                </a:lnTo>
                <a:lnTo>
                  <a:pt x="4088" y="2896"/>
                </a:lnTo>
                <a:lnTo>
                  <a:pt x="4380" y="2701"/>
                </a:lnTo>
                <a:lnTo>
                  <a:pt x="4697" y="2506"/>
                </a:lnTo>
                <a:lnTo>
                  <a:pt x="4770" y="2677"/>
                </a:lnTo>
                <a:lnTo>
                  <a:pt x="4867" y="2847"/>
                </a:lnTo>
                <a:lnTo>
                  <a:pt x="4989" y="3090"/>
                </a:lnTo>
                <a:lnTo>
                  <a:pt x="5062" y="3188"/>
                </a:lnTo>
                <a:lnTo>
                  <a:pt x="5159" y="3285"/>
                </a:lnTo>
                <a:lnTo>
                  <a:pt x="5232" y="3334"/>
                </a:lnTo>
                <a:lnTo>
                  <a:pt x="5329" y="3334"/>
                </a:lnTo>
                <a:lnTo>
                  <a:pt x="5402" y="3309"/>
                </a:lnTo>
                <a:lnTo>
                  <a:pt x="5475" y="3261"/>
                </a:lnTo>
                <a:lnTo>
                  <a:pt x="5524" y="3188"/>
                </a:lnTo>
                <a:lnTo>
                  <a:pt x="5548" y="3115"/>
                </a:lnTo>
                <a:lnTo>
                  <a:pt x="5524" y="3042"/>
                </a:lnTo>
                <a:lnTo>
                  <a:pt x="5475" y="2969"/>
                </a:lnTo>
                <a:lnTo>
                  <a:pt x="5402" y="2920"/>
                </a:lnTo>
                <a:lnTo>
                  <a:pt x="5354" y="2847"/>
                </a:lnTo>
                <a:lnTo>
                  <a:pt x="5232" y="2677"/>
                </a:lnTo>
                <a:lnTo>
                  <a:pt x="5135" y="2506"/>
                </a:lnTo>
                <a:lnTo>
                  <a:pt x="5013" y="2360"/>
                </a:lnTo>
                <a:lnTo>
                  <a:pt x="5402" y="2166"/>
                </a:lnTo>
                <a:lnTo>
                  <a:pt x="5792" y="2020"/>
                </a:lnTo>
                <a:lnTo>
                  <a:pt x="6084" y="1922"/>
                </a:lnTo>
                <a:lnTo>
                  <a:pt x="6375" y="1849"/>
                </a:lnTo>
                <a:lnTo>
                  <a:pt x="6984" y="1728"/>
                </a:lnTo>
                <a:lnTo>
                  <a:pt x="7178" y="1703"/>
                </a:lnTo>
                <a:lnTo>
                  <a:pt x="7397" y="1679"/>
                </a:lnTo>
                <a:lnTo>
                  <a:pt x="7616" y="1679"/>
                </a:lnTo>
                <a:lnTo>
                  <a:pt x="7835" y="1655"/>
                </a:lnTo>
                <a:lnTo>
                  <a:pt x="7835" y="1825"/>
                </a:lnTo>
                <a:lnTo>
                  <a:pt x="7835" y="1995"/>
                </a:lnTo>
                <a:lnTo>
                  <a:pt x="7835" y="2287"/>
                </a:lnTo>
                <a:lnTo>
                  <a:pt x="7884" y="2579"/>
                </a:lnTo>
                <a:lnTo>
                  <a:pt x="7908" y="2652"/>
                </a:lnTo>
                <a:lnTo>
                  <a:pt x="7957" y="2701"/>
                </a:lnTo>
                <a:lnTo>
                  <a:pt x="8030" y="2725"/>
                </a:lnTo>
                <a:lnTo>
                  <a:pt x="8127" y="2750"/>
                </a:lnTo>
                <a:lnTo>
                  <a:pt x="8200" y="2725"/>
                </a:lnTo>
                <a:lnTo>
                  <a:pt x="8273" y="2677"/>
                </a:lnTo>
                <a:lnTo>
                  <a:pt x="8322" y="2604"/>
                </a:lnTo>
                <a:lnTo>
                  <a:pt x="8322" y="2506"/>
                </a:lnTo>
                <a:lnTo>
                  <a:pt x="8273" y="1995"/>
                </a:lnTo>
                <a:lnTo>
                  <a:pt x="8273" y="1776"/>
                </a:lnTo>
                <a:lnTo>
                  <a:pt x="8249" y="1655"/>
                </a:lnTo>
                <a:lnTo>
                  <a:pt x="8225" y="1533"/>
                </a:lnTo>
                <a:lnTo>
                  <a:pt x="8444" y="1509"/>
                </a:lnTo>
                <a:close/>
                <a:moveTo>
                  <a:pt x="4575" y="14624"/>
                </a:moveTo>
                <a:lnTo>
                  <a:pt x="4794" y="14746"/>
                </a:lnTo>
                <a:lnTo>
                  <a:pt x="4672" y="14892"/>
                </a:lnTo>
                <a:lnTo>
                  <a:pt x="4526" y="15086"/>
                </a:lnTo>
                <a:lnTo>
                  <a:pt x="4502" y="15135"/>
                </a:lnTo>
                <a:lnTo>
                  <a:pt x="4283" y="14989"/>
                </a:lnTo>
                <a:lnTo>
                  <a:pt x="4380" y="14867"/>
                </a:lnTo>
                <a:lnTo>
                  <a:pt x="4478" y="14746"/>
                </a:lnTo>
                <a:lnTo>
                  <a:pt x="4575" y="14624"/>
                </a:lnTo>
                <a:close/>
                <a:moveTo>
                  <a:pt x="11996" y="14405"/>
                </a:moveTo>
                <a:lnTo>
                  <a:pt x="12045" y="14575"/>
                </a:lnTo>
                <a:lnTo>
                  <a:pt x="12118" y="14770"/>
                </a:lnTo>
                <a:lnTo>
                  <a:pt x="12167" y="14940"/>
                </a:lnTo>
                <a:lnTo>
                  <a:pt x="12191" y="14989"/>
                </a:lnTo>
                <a:lnTo>
                  <a:pt x="11850" y="15184"/>
                </a:lnTo>
                <a:lnTo>
                  <a:pt x="11826" y="15086"/>
                </a:lnTo>
                <a:lnTo>
                  <a:pt x="11777" y="14989"/>
                </a:lnTo>
                <a:lnTo>
                  <a:pt x="11656" y="14819"/>
                </a:lnTo>
                <a:lnTo>
                  <a:pt x="11534" y="14648"/>
                </a:lnTo>
                <a:lnTo>
                  <a:pt x="11777" y="14527"/>
                </a:lnTo>
                <a:lnTo>
                  <a:pt x="11996" y="14405"/>
                </a:lnTo>
                <a:close/>
                <a:moveTo>
                  <a:pt x="11339" y="14746"/>
                </a:moveTo>
                <a:lnTo>
                  <a:pt x="11364" y="14892"/>
                </a:lnTo>
                <a:lnTo>
                  <a:pt x="11437" y="15111"/>
                </a:lnTo>
                <a:lnTo>
                  <a:pt x="11558" y="15330"/>
                </a:lnTo>
                <a:lnTo>
                  <a:pt x="11169" y="15500"/>
                </a:lnTo>
                <a:lnTo>
                  <a:pt x="11193" y="15451"/>
                </a:lnTo>
                <a:lnTo>
                  <a:pt x="11169" y="15378"/>
                </a:lnTo>
                <a:lnTo>
                  <a:pt x="10901" y="15086"/>
                </a:lnTo>
                <a:lnTo>
                  <a:pt x="10804" y="14916"/>
                </a:lnTo>
                <a:lnTo>
                  <a:pt x="11023" y="14843"/>
                </a:lnTo>
                <a:lnTo>
                  <a:pt x="11339" y="14746"/>
                </a:lnTo>
                <a:close/>
                <a:moveTo>
                  <a:pt x="5135" y="14916"/>
                </a:moveTo>
                <a:lnTo>
                  <a:pt x="5548" y="15086"/>
                </a:lnTo>
                <a:lnTo>
                  <a:pt x="5402" y="15232"/>
                </a:lnTo>
                <a:lnTo>
                  <a:pt x="5281" y="15403"/>
                </a:lnTo>
                <a:lnTo>
                  <a:pt x="5232" y="15500"/>
                </a:lnTo>
                <a:lnTo>
                  <a:pt x="5208" y="15573"/>
                </a:lnTo>
                <a:lnTo>
                  <a:pt x="5208" y="15646"/>
                </a:lnTo>
                <a:lnTo>
                  <a:pt x="5183" y="15646"/>
                </a:lnTo>
                <a:lnTo>
                  <a:pt x="5086" y="15597"/>
                </a:lnTo>
                <a:lnTo>
                  <a:pt x="4989" y="15549"/>
                </a:lnTo>
                <a:lnTo>
                  <a:pt x="4818" y="15427"/>
                </a:lnTo>
                <a:lnTo>
                  <a:pt x="4891" y="15305"/>
                </a:lnTo>
                <a:lnTo>
                  <a:pt x="4964" y="15208"/>
                </a:lnTo>
                <a:lnTo>
                  <a:pt x="5086" y="15013"/>
                </a:lnTo>
                <a:lnTo>
                  <a:pt x="5086" y="14965"/>
                </a:lnTo>
                <a:lnTo>
                  <a:pt x="5110" y="14965"/>
                </a:lnTo>
                <a:lnTo>
                  <a:pt x="5110" y="14940"/>
                </a:lnTo>
                <a:lnTo>
                  <a:pt x="5135" y="14916"/>
                </a:lnTo>
                <a:close/>
                <a:moveTo>
                  <a:pt x="10561" y="14965"/>
                </a:moveTo>
                <a:lnTo>
                  <a:pt x="10609" y="15135"/>
                </a:lnTo>
                <a:lnTo>
                  <a:pt x="10707" y="15305"/>
                </a:lnTo>
                <a:lnTo>
                  <a:pt x="10804" y="15451"/>
                </a:lnTo>
                <a:lnTo>
                  <a:pt x="10926" y="15573"/>
                </a:lnTo>
                <a:lnTo>
                  <a:pt x="10950" y="15597"/>
                </a:lnTo>
                <a:lnTo>
                  <a:pt x="10877" y="15622"/>
                </a:lnTo>
                <a:lnTo>
                  <a:pt x="10609" y="15719"/>
                </a:lnTo>
                <a:lnTo>
                  <a:pt x="10585" y="15670"/>
                </a:lnTo>
                <a:lnTo>
                  <a:pt x="10512" y="15476"/>
                </a:lnTo>
                <a:lnTo>
                  <a:pt x="10415" y="15305"/>
                </a:lnTo>
                <a:lnTo>
                  <a:pt x="10342" y="15184"/>
                </a:lnTo>
                <a:lnTo>
                  <a:pt x="10293" y="15038"/>
                </a:lnTo>
                <a:lnTo>
                  <a:pt x="10561" y="14965"/>
                </a:lnTo>
                <a:close/>
                <a:moveTo>
                  <a:pt x="5913" y="15184"/>
                </a:moveTo>
                <a:lnTo>
                  <a:pt x="6327" y="15257"/>
                </a:lnTo>
                <a:lnTo>
                  <a:pt x="6181" y="15403"/>
                </a:lnTo>
                <a:lnTo>
                  <a:pt x="6084" y="15500"/>
                </a:lnTo>
                <a:lnTo>
                  <a:pt x="5986" y="15597"/>
                </a:lnTo>
                <a:lnTo>
                  <a:pt x="5913" y="15743"/>
                </a:lnTo>
                <a:lnTo>
                  <a:pt x="5889" y="15792"/>
                </a:lnTo>
                <a:lnTo>
                  <a:pt x="5865" y="15865"/>
                </a:lnTo>
                <a:lnTo>
                  <a:pt x="5524" y="15768"/>
                </a:lnTo>
                <a:lnTo>
                  <a:pt x="5621" y="15622"/>
                </a:lnTo>
                <a:lnTo>
                  <a:pt x="5694" y="15476"/>
                </a:lnTo>
                <a:lnTo>
                  <a:pt x="5889" y="15208"/>
                </a:lnTo>
                <a:lnTo>
                  <a:pt x="5913" y="15184"/>
                </a:lnTo>
                <a:close/>
                <a:moveTo>
                  <a:pt x="10025" y="15062"/>
                </a:moveTo>
                <a:lnTo>
                  <a:pt x="10025" y="15159"/>
                </a:lnTo>
                <a:lnTo>
                  <a:pt x="10025" y="15232"/>
                </a:lnTo>
                <a:lnTo>
                  <a:pt x="10074" y="15427"/>
                </a:lnTo>
                <a:lnTo>
                  <a:pt x="10171" y="15597"/>
                </a:lnTo>
                <a:lnTo>
                  <a:pt x="10220" y="15768"/>
                </a:lnTo>
                <a:lnTo>
                  <a:pt x="10244" y="15816"/>
                </a:lnTo>
                <a:lnTo>
                  <a:pt x="9758" y="15914"/>
                </a:lnTo>
                <a:lnTo>
                  <a:pt x="9758" y="15841"/>
                </a:lnTo>
                <a:lnTo>
                  <a:pt x="9758" y="15743"/>
                </a:lnTo>
                <a:lnTo>
                  <a:pt x="9709" y="15597"/>
                </a:lnTo>
                <a:lnTo>
                  <a:pt x="9660" y="15354"/>
                </a:lnTo>
                <a:lnTo>
                  <a:pt x="9660" y="15135"/>
                </a:lnTo>
                <a:lnTo>
                  <a:pt x="10025" y="15062"/>
                </a:lnTo>
                <a:close/>
                <a:moveTo>
                  <a:pt x="9466" y="15135"/>
                </a:moveTo>
                <a:lnTo>
                  <a:pt x="9441" y="15257"/>
                </a:lnTo>
                <a:lnTo>
                  <a:pt x="9417" y="15354"/>
                </a:lnTo>
                <a:lnTo>
                  <a:pt x="9417" y="15549"/>
                </a:lnTo>
                <a:lnTo>
                  <a:pt x="9417" y="15768"/>
                </a:lnTo>
                <a:lnTo>
                  <a:pt x="9441" y="15889"/>
                </a:lnTo>
                <a:lnTo>
                  <a:pt x="9490" y="15987"/>
                </a:lnTo>
                <a:lnTo>
                  <a:pt x="9441" y="15987"/>
                </a:lnTo>
                <a:lnTo>
                  <a:pt x="9247" y="16011"/>
                </a:lnTo>
                <a:lnTo>
                  <a:pt x="9222" y="15889"/>
                </a:lnTo>
                <a:lnTo>
                  <a:pt x="9198" y="15768"/>
                </a:lnTo>
                <a:lnTo>
                  <a:pt x="9125" y="15451"/>
                </a:lnTo>
                <a:lnTo>
                  <a:pt x="9125" y="15354"/>
                </a:lnTo>
                <a:lnTo>
                  <a:pt x="9076" y="15208"/>
                </a:lnTo>
                <a:lnTo>
                  <a:pt x="9441" y="15159"/>
                </a:lnTo>
                <a:lnTo>
                  <a:pt x="9466" y="15135"/>
                </a:lnTo>
                <a:close/>
                <a:moveTo>
                  <a:pt x="6594" y="15305"/>
                </a:moveTo>
                <a:lnTo>
                  <a:pt x="7032" y="15354"/>
                </a:lnTo>
                <a:lnTo>
                  <a:pt x="6984" y="15476"/>
                </a:lnTo>
                <a:lnTo>
                  <a:pt x="6935" y="15573"/>
                </a:lnTo>
                <a:lnTo>
                  <a:pt x="6886" y="15743"/>
                </a:lnTo>
                <a:lnTo>
                  <a:pt x="6813" y="15889"/>
                </a:lnTo>
                <a:lnTo>
                  <a:pt x="6765" y="15962"/>
                </a:lnTo>
                <a:lnTo>
                  <a:pt x="6740" y="16060"/>
                </a:lnTo>
                <a:lnTo>
                  <a:pt x="6254" y="15962"/>
                </a:lnTo>
                <a:lnTo>
                  <a:pt x="6351" y="15816"/>
                </a:lnTo>
                <a:lnTo>
                  <a:pt x="6448" y="15646"/>
                </a:lnTo>
                <a:lnTo>
                  <a:pt x="6521" y="15500"/>
                </a:lnTo>
                <a:lnTo>
                  <a:pt x="6570" y="15403"/>
                </a:lnTo>
                <a:lnTo>
                  <a:pt x="6594" y="15305"/>
                </a:lnTo>
                <a:close/>
                <a:moveTo>
                  <a:pt x="8249" y="15354"/>
                </a:moveTo>
                <a:lnTo>
                  <a:pt x="8225" y="15476"/>
                </a:lnTo>
                <a:lnTo>
                  <a:pt x="8200" y="15573"/>
                </a:lnTo>
                <a:lnTo>
                  <a:pt x="8200" y="15695"/>
                </a:lnTo>
                <a:lnTo>
                  <a:pt x="8200" y="15816"/>
                </a:lnTo>
                <a:lnTo>
                  <a:pt x="8273" y="16035"/>
                </a:lnTo>
                <a:lnTo>
                  <a:pt x="8127" y="16060"/>
                </a:lnTo>
                <a:lnTo>
                  <a:pt x="8103" y="16011"/>
                </a:lnTo>
                <a:lnTo>
                  <a:pt x="8079" y="15962"/>
                </a:lnTo>
                <a:lnTo>
                  <a:pt x="8054" y="15938"/>
                </a:lnTo>
                <a:lnTo>
                  <a:pt x="8054" y="15914"/>
                </a:lnTo>
                <a:lnTo>
                  <a:pt x="8054" y="15695"/>
                </a:lnTo>
                <a:lnTo>
                  <a:pt x="8079" y="15476"/>
                </a:lnTo>
                <a:lnTo>
                  <a:pt x="8079" y="15354"/>
                </a:lnTo>
                <a:close/>
                <a:moveTo>
                  <a:pt x="8930" y="15232"/>
                </a:moveTo>
                <a:lnTo>
                  <a:pt x="8906" y="15305"/>
                </a:lnTo>
                <a:lnTo>
                  <a:pt x="8882" y="15403"/>
                </a:lnTo>
                <a:lnTo>
                  <a:pt x="8857" y="15573"/>
                </a:lnTo>
                <a:lnTo>
                  <a:pt x="8857" y="15816"/>
                </a:lnTo>
                <a:lnTo>
                  <a:pt x="8882" y="15938"/>
                </a:lnTo>
                <a:lnTo>
                  <a:pt x="8930" y="16060"/>
                </a:lnTo>
                <a:lnTo>
                  <a:pt x="8638" y="16084"/>
                </a:lnTo>
                <a:lnTo>
                  <a:pt x="8638" y="16035"/>
                </a:lnTo>
                <a:lnTo>
                  <a:pt x="8638" y="15987"/>
                </a:lnTo>
                <a:lnTo>
                  <a:pt x="8565" y="15816"/>
                </a:lnTo>
                <a:lnTo>
                  <a:pt x="8517" y="15622"/>
                </a:lnTo>
                <a:lnTo>
                  <a:pt x="8541" y="15476"/>
                </a:lnTo>
                <a:lnTo>
                  <a:pt x="8541" y="15330"/>
                </a:lnTo>
                <a:lnTo>
                  <a:pt x="8614" y="15305"/>
                </a:lnTo>
                <a:lnTo>
                  <a:pt x="8663" y="15257"/>
                </a:lnTo>
                <a:lnTo>
                  <a:pt x="8930" y="15232"/>
                </a:lnTo>
                <a:close/>
                <a:moveTo>
                  <a:pt x="7738" y="15378"/>
                </a:moveTo>
                <a:lnTo>
                  <a:pt x="7689" y="15646"/>
                </a:lnTo>
                <a:lnTo>
                  <a:pt x="7665" y="15914"/>
                </a:lnTo>
                <a:lnTo>
                  <a:pt x="7689" y="16011"/>
                </a:lnTo>
                <a:lnTo>
                  <a:pt x="7714" y="16108"/>
                </a:lnTo>
                <a:lnTo>
                  <a:pt x="7446" y="16133"/>
                </a:lnTo>
                <a:lnTo>
                  <a:pt x="7178" y="16108"/>
                </a:lnTo>
                <a:lnTo>
                  <a:pt x="7203" y="16060"/>
                </a:lnTo>
                <a:lnTo>
                  <a:pt x="7276" y="15865"/>
                </a:lnTo>
                <a:lnTo>
                  <a:pt x="7349" y="15622"/>
                </a:lnTo>
                <a:lnTo>
                  <a:pt x="7397" y="15378"/>
                </a:lnTo>
                <a:close/>
                <a:moveTo>
                  <a:pt x="8419" y="0"/>
                </a:moveTo>
                <a:lnTo>
                  <a:pt x="8006" y="25"/>
                </a:lnTo>
                <a:lnTo>
                  <a:pt x="7592" y="98"/>
                </a:lnTo>
                <a:lnTo>
                  <a:pt x="7349" y="73"/>
                </a:lnTo>
                <a:lnTo>
                  <a:pt x="7130" y="98"/>
                </a:lnTo>
                <a:lnTo>
                  <a:pt x="6886" y="122"/>
                </a:lnTo>
                <a:lnTo>
                  <a:pt x="6667" y="171"/>
                </a:lnTo>
                <a:lnTo>
                  <a:pt x="6205" y="292"/>
                </a:lnTo>
                <a:lnTo>
                  <a:pt x="5816" y="414"/>
                </a:lnTo>
                <a:lnTo>
                  <a:pt x="5451" y="536"/>
                </a:lnTo>
                <a:lnTo>
                  <a:pt x="5110" y="682"/>
                </a:lnTo>
                <a:lnTo>
                  <a:pt x="4794" y="828"/>
                </a:lnTo>
                <a:lnTo>
                  <a:pt x="4478" y="998"/>
                </a:lnTo>
                <a:lnTo>
                  <a:pt x="3845" y="1363"/>
                </a:lnTo>
                <a:lnTo>
                  <a:pt x="3237" y="1776"/>
                </a:lnTo>
                <a:lnTo>
                  <a:pt x="2872" y="2020"/>
                </a:lnTo>
                <a:lnTo>
                  <a:pt x="2531" y="2287"/>
                </a:lnTo>
                <a:lnTo>
                  <a:pt x="2215" y="2579"/>
                </a:lnTo>
                <a:lnTo>
                  <a:pt x="1923" y="2871"/>
                </a:lnTo>
                <a:lnTo>
                  <a:pt x="1631" y="3212"/>
                </a:lnTo>
                <a:lnTo>
                  <a:pt x="1387" y="3528"/>
                </a:lnTo>
                <a:lnTo>
                  <a:pt x="1144" y="3893"/>
                </a:lnTo>
                <a:lnTo>
                  <a:pt x="949" y="4283"/>
                </a:lnTo>
                <a:lnTo>
                  <a:pt x="755" y="4648"/>
                </a:lnTo>
                <a:lnTo>
                  <a:pt x="609" y="5037"/>
                </a:lnTo>
                <a:lnTo>
                  <a:pt x="463" y="5426"/>
                </a:lnTo>
                <a:lnTo>
                  <a:pt x="341" y="5840"/>
                </a:lnTo>
                <a:lnTo>
                  <a:pt x="244" y="6254"/>
                </a:lnTo>
                <a:lnTo>
                  <a:pt x="146" y="6643"/>
                </a:lnTo>
                <a:lnTo>
                  <a:pt x="98" y="7057"/>
                </a:lnTo>
                <a:lnTo>
                  <a:pt x="49" y="7470"/>
                </a:lnTo>
                <a:lnTo>
                  <a:pt x="0" y="7908"/>
                </a:lnTo>
                <a:lnTo>
                  <a:pt x="0" y="8346"/>
                </a:lnTo>
                <a:lnTo>
                  <a:pt x="0" y="8784"/>
                </a:lnTo>
                <a:lnTo>
                  <a:pt x="25" y="9198"/>
                </a:lnTo>
                <a:lnTo>
                  <a:pt x="98" y="9636"/>
                </a:lnTo>
                <a:lnTo>
                  <a:pt x="171" y="10049"/>
                </a:lnTo>
                <a:lnTo>
                  <a:pt x="268" y="10487"/>
                </a:lnTo>
                <a:lnTo>
                  <a:pt x="390" y="10901"/>
                </a:lnTo>
                <a:lnTo>
                  <a:pt x="560" y="11315"/>
                </a:lnTo>
                <a:lnTo>
                  <a:pt x="730" y="11728"/>
                </a:lnTo>
                <a:lnTo>
                  <a:pt x="949" y="12118"/>
                </a:lnTo>
                <a:lnTo>
                  <a:pt x="1193" y="12507"/>
                </a:lnTo>
                <a:lnTo>
                  <a:pt x="1436" y="12896"/>
                </a:lnTo>
                <a:lnTo>
                  <a:pt x="1704" y="13261"/>
                </a:lnTo>
                <a:lnTo>
                  <a:pt x="2263" y="13967"/>
                </a:lnTo>
                <a:lnTo>
                  <a:pt x="2580" y="14308"/>
                </a:lnTo>
                <a:lnTo>
                  <a:pt x="2896" y="14624"/>
                </a:lnTo>
                <a:lnTo>
                  <a:pt x="3261" y="14892"/>
                </a:lnTo>
                <a:lnTo>
                  <a:pt x="3626" y="15159"/>
                </a:lnTo>
                <a:lnTo>
                  <a:pt x="4015" y="15403"/>
                </a:lnTo>
                <a:lnTo>
                  <a:pt x="4210" y="15524"/>
                </a:lnTo>
                <a:lnTo>
                  <a:pt x="4405" y="15670"/>
                </a:lnTo>
                <a:lnTo>
                  <a:pt x="4648" y="15889"/>
                </a:lnTo>
                <a:lnTo>
                  <a:pt x="4770" y="15987"/>
                </a:lnTo>
                <a:lnTo>
                  <a:pt x="4916" y="16060"/>
                </a:lnTo>
                <a:lnTo>
                  <a:pt x="5329" y="16230"/>
                </a:lnTo>
                <a:lnTo>
                  <a:pt x="5767" y="16352"/>
                </a:lnTo>
                <a:lnTo>
                  <a:pt x="6205" y="16473"/>
                </a:lnTo>
                <a:lnTo>
                  <a:pt x="6643" y="16571"/>
                </a:lnTo>
                <a:lnTo>
                  <a:pt x="7081" y="16619"/>
                </a:lnTo>
                <a:lnTo>
                  <a:pt x="7543" y="16619"/>
                </a:lnTo>
                <a:lnTo>
                  <a:pt x="7981" y="16595"/>
                </a:lnTo>
                <a:lnTo>
                  <a:pt x="8419" y="16522"/>
                </a:lnTo>
                <a:lnTo>
                  <a:pt x="8492" y="16498"/>
                </a:lnTo>
                <a:lnTo>
                  <a:pt x="8541" y="16449"/>
                </a:lnTo>
                <a:lnTo>
                  <a:pt x="8760" y="16498"/>
                </a:lnTo>
                <a:lnTo>
                  <a:pt x="8979" y="16498"/>
                </a:lnTo>
                <a:lnTo>
                  <a:pt x="9417" y="16425"/>
                </a:lnTo>
                <a:lnTo>
                  <a:pt x="9855" y="16352"/>
                </a:lnTo>
                <a:lnTo>
                  <a:pt x="10293" y="16254"/>
                </a:lnTo>
                <a:lnTo>
                  <a:pt x="10707" y="16133"/>
                </a:lnTo>
                <a:lnTo>
                  <a:pt x="11120" y="15987"/>
                </a:lnTo>
                <a:lnTo>
                  <a:pt x="11510" y="15841"/>
                </a:lnTo>
                <a:lnTo>
                  <a:pt x="11875" y="15670"/>
                </a:lnTo>
                <a:lnTo>
                  <a:pt x="12240" y="15476"/>
                </a:lnTo>
                <a:lnTo>
                  <a:pt x="12605" y="15257"/>
                </a:lnTo>
                <a:lnTo>
                  <a:pt x="12945" y="15013"/>
                </a:lnTo>
                <a:lnTo>
                  <a:pt x="13262" y="14770"/>
                </a:lnTo>
                <a:lnTo>
                  <a:pt x="13578" y="14502"/>
                </a:lnTo>
                <a:lnTo>
                  <a:pt x="13870" y="14235"/>
                </a:lnTo>
                <a:lnTo>
                  <a:pt x="14186" y="13918"/>
                </a:lnTo>
                <a:lnTo>
                  <a:pt x="14454" y="13626"/>
                </a:lnTo>
                <a:lnTo>
                  <a:pt x="14697" y="13286"/>
                </a:lnTo>
                <a:lnTo>
                  <a:pt x="14940" y="12945"/>
                </a:lnTo>
                <a:lnTo>
                  <a:pt x="15159" y="12580"/>
                </a:lnTo>
                <a:lnTo>
                  <a:pt x="15354" y="12215"/>
                </a:lnTo>
                <a:lnTo>
                  <a:pt x="15549" y="11850"/>
                </a:lnTo>
                <a:lnTo>
                  <a:pt x="15719" y="11461"/>
                </a:lnTo>
                <a:lnTo>
                  <a:pt x="15865" y="11071"/>
                </a:lnTo>
                <a:lnTo>
                  <a:pt x="16011" y="10658"/>
                </a:lnTo>
                <a:lnTo>
                  <a:pt x="16108" y="10244"/>
                </a:lnTo>
                <a:lnTo>
                  <a:pt x="16206" y="9806"/>
                </a:lnTo>
                <a:lnTo>
                  <a:pt x="16254" y="9514"/>
                </a:lnTo>
                <a:lnTo>
                  <a:pt x="16279" y="9198"/>
                </a:lnTo>
                <a:lnTo>
                  <a:pt x="16279" y="9028"/>
                </a:lnTo>
                <a:lnTo>
                  <a:pt x="16279" y="8882"/>
                </a:lnTo>
                <a:lnTo>
                  <a:pt x="16230" y="8736"/>
                </a:lnTo>
                <a:lnTo>
                  <a:pt x="16157" y="8614"/>
                </a:lnTo>
                <a:lnTo>
                  <a:pt x="16157" y="8298"/>
                </a:lnTo>
                <a:lnTo>
                  <a:pt x="16157" y="8079"/>
                </a:lnTo>
                <a:lnTo>
                  <a:pt x="16157" y="7860"/>
                </a:lnTo>
                <a:lnTo>
                  <a:pt x="16157" y="7641"/>
                </a:lnTo>
                <a:lnTo>
                  <a:pt x="16157" y="7422"/>
                </a:lnTo>
                <a:lnTo>
                  <a:pt x="16084" y="6935"/>
                </a:lnTo>
                <a:lnTo>
                  <a:pt x="15962" y="6448"/>
                </a:lnTo>
                <a:lnTo>
                  <a:pt x="15841" y="5962"/>
                </a:lnTo>
                <a:lnTo>
                  <a:pt x="15743" y="5499"/>
                </a:lnTo>
                <a:lnTo>
                  <a:pt x="15622" y="5061"/>
                </a:lnTo>
                <a:lnTo>
                  <a:pt x="15500" y="4648"/>
                </a:lnTo>
                <a:lnTo>
                  <a:pt x="15330" y="4234"/>
                </a:lnTo>
                <a:lnTo>
                  <a:pt x="15135" y="3845"/>
                </a:lnTo>
                <a:lnTo>
                  <a:pt x="14892" y="3480"/>
                </a:lnTo>
                <a:lnTo>
                  <a:pt x="14648" y="3139"/>
                </a:lnTo>
                <a:lnTo>
                  <a:pt x="14356" y="2798"/>
                </a:lnTo>
                <a:lnTo>
                  <a:pt x="14065" y="2458"/>
                </a:lnTo>
                <a:lnTo>
                  <a:pt x="13724" y="2166"/>
                </a:lnTo>
                <a:lnTo>
                  <a:pt x="13359" y="1874"/>
                </a:lnTo>
                <a:lnTo>
                  <a:pt x="12970" y="1606"/>
                </a:lnTo>
                <a:lnTo>
                  <a:pt x="12556" y="1363"/>
                </a:lnTo>
                <a:lnTo>
                  <a:pt x="12142" y="1144"/>
                </a:lnTo>
                <a:lnTo>
                  <a:pt x="11729" y="925"/>
                </a:lnTo>
                <a:lnTo>
                  <a:pt x="10877" y="560"/>
                </a:lnTo>
                <a:lnTo>
                  <a:pt x="10488" y="414"/>
                </a:lnTo>
                <a:lnTo>
                  <a:pt x="10098" y="292"/>
                </a:lnTo>
                <a:lnTo>
                  <a:pt x="9685" y="171"/>
                </a:lnTo>
                <a:lnTo>
                  <a:pt x="9271" y="73"/>
                </a:lnTo>
                <a:lnTo>
                  <a:pt x="8833" y="25"/>
                </a:lnTo>
                <a:lnTo>
                  <a:pt x="84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f10796980_0_21"/>
          <p:cNvSpPr/>
          <p:nvPr/>
        </p:nvSpPr>
        <p:spPr>
          <a:xfrm>
            <a:off x="4141750" y="13773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f10796980_0_21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df10796980_0_21"/>
          <p:cNvSpPr/>
          <p:nvPr/>
        </p:nvSpPr>
        <p:spPr>
          <a:xfrm>
            <a:off x="6826885" y="725805"/>
            <a:ext cx="1626900" cy="1346100"/>
          </a:xfrm>
          <a:prstGeom prst="rect">
            <a:avLst/>
          </a:prstGeom>
          <a:solidFill>
            <a:schemeClr val="dk1">
              <a:alpha val="8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df10796980_0_21"/>
          <p:cNvSpPr txBox="1"/>
          <p:nvPr>
            <p:ph idx="1" type="body"/>
          </p:nvPr>
        </p:nvSpPr>
        <p:spPr>
          <a:xfrm>
            <a:off x="381025" y="916350"/>
            <a:ext cx="86958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10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an if/else statement that checks if a number is positive, negative, or zero and prints the result. 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571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Sniglet"/>
              <a:buAutoNum type="arabicPeriod" startAt="10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Given the object below, use destructuring to extract name and city into separate variables: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57150" lvl="0" marL="571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profile = { name: "Emeka", age: 31, city: "Abuja", role: "Engineer" };</a:t>
            </a:r>
            <a:endParaRPr b="0" sz="21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Sniglet"/>
              <a:buAutoNum type="arabicPeriod" startAt="10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Use the spread operator to merge these two objects into one: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personal = { name: "Ngozi", age: 25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professional = { role: "Developer", company: "Semicolon"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571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07" name="Google Shape;107;g3df10796980_0_21"/>
          <p:cNvSpPr/>
          <p:nvPr/>
        </p:nvSpPr>
        <p:spPr>
          <a:xfrm>
            <a:off x="4357700" y="358590"/>
            <a:ext cx="355778" cy="363230"/>
          </a:xfrm>
          <a:custGeom>
            <a:rect b="b" l="l" r="r" t="t"/>
            <a:pathLst>
              <a:path extrusionOk="0" h="16620" w="16279">
                <a:moveTo>
                  <a:pt x="8882" y="438"/>
                </a:moveTo>
                <a:lnTo>
                  <a:pt x="9368" y="536"/>
                </a:lnTo>
                <a:lnTo>
                  <a:pt x="9295" y="657"/>
                </a:lnTo>
                <a:lnTo>
                  <a:pt x="9222" y="803"/>
                </a:lnTo>
                <a:lnTo>
                  <a:pt x="9174" y="974"/>
                </a:lnTo>
                <a:lnTo>
                  <a:pt x="9149" y="1120"/>
                </a:lnTo>
                <a:lnTo>
                  <a:pt x="8882" y="1095"/>
                </a:lnTo>
                <a:lnTo>
                  <a:pt x="8906" y="803"/>
                </a:lnTo>
                <a:lnTo>
                  <a:pt x="8906" y="633"/>
                </a:lnTo>
                <a:lnTo>
                  <a:pt x="8882" y="438"/>
                </a:lnTo>
                <a:close/>
                <a:moveTo>
                  <a:pt x="8590" y="414"/>
                </a:moveTo>
                <a:lnTo>
                  <a:pt x="8541" y="803"/>
                </a:lnTo>
                <a:lnTo>
                  <a:pt x="8517" y="1095"/>
                </a:lnTo>
                <a:lnTo>
                  <a:pt x="8322" y="1120"/>
                </a:lnTo>
                <a:lnTo>
                  <a:pt x="8127" y="1193"/>
                </a:lnTo>
                <a:lnTo>
                  <a:pt x="8127" y="925"/>
                </a:lnTo>
                <a:lnTo>
                  <a:pt x="8127" y="682"/>
                </a:lnTo>
                <a:lnTo>
                  <a:pt x="8152" y="560"/>
                </a:lnTo>
                <a:lnTo>
                  <a:pt x="8152" y="414"/>
                </a:lnTo>
                <a:close/>
                <a:moveTo>
                  <a:pt x="9636" y="609"/>
                </a:moveTo>
                <a:lnTo>
                  <a:pt x="10147" y="755"/>
                </a:lnTo>
                <a:lnTo>
                  <a:pt x="10074" y="876"/>
                </a:lnTo>
                <a:lnTo>
                  <a:pt x="9977" y="1047"/>
                </a:lnTo>
                <a:lnTo>
                  <a:pt x="9879" y="1241"/>
                </a:lnTo>
                <a:lnTo>
                  <a:pt x="9490" y="1168"/>
                </a:lnTo>
                <a:lnTo>
                  <a:pt x="9636" y="609"/>
                </a:lnTo>
                <a:close/>
                <a:moveTo>
                  <a:pt x="7592" y="487"/>
                </a:moveTo>
                <a:lnTo>
                  <a:pt x="7714" y="511"/>
                </a:lnTo>
                <a:lnTo>
                  <a:pt x="7860" y="560"/>
                </a:lnTo>
                <a:lnTo>
                  <a:pt x="7884" y="560"/>
                </a:lnTo>
                <a:lnTo>
                  <a:pt x="7860" y="706"/>
                </a:lnTo>
                <a:lnTo>
                  <a:pt x="7811" y="974"/>
                </a:lnTo>
                <a:lnTo>
                  <a:pt x="7811" y="1120"/>
                </a:lnTo>
                <a:lnTo>
                  <a:pt x="7860" y="1266"/>
                </a:lnTo>
                <a:lnTo>
                  <a:pt x="7884" y="1290"/>
                </a:lnTo>
                <a:lnTo>
                  <a:pt x="7543" y="1290"/>
                </a:lnTo>
                <a:lnTo>
                  <a:pt x="7519" y="1193"/>
                </a:lnTo>
                <a:lnTo>
                  <a:pt x="7519" y="1120"/>
                </a:lnTo>
                <a:lnTo>
                  <a:pt x="7470" y="925"/>
                </a:lnTo>
                <a:lnTo>
                  <a:pt x="7446" y="706"/>
                </a:lnTo>
                <a:lnTo>
                  <a:pt x="7446" y="487"/>
                </a:lnTo>
                <a:close/>
                <a:moveTo>
                  <a:pt x="7251" y="511"/>
                </a:moveTo>
                <a:lnTo>
                  <a:pt x="7203" y="657"/>
                </a:lnTo>
                <a:lnTo>
                  <a:pt x="7203" y="828"/>
                </a:lnTo>
                <a:lnTo>
                  <a:pt x="7227" y="1071"/>
                </a:lnTo>
                <a:lnTo>
                  <a:pt x="7227" y="1193"/>
                </a:lnTo>
                <a:lnTo>
                  <a:pt x="7276" y="1314"/>
                </a:lnTo>
                <a:lnTo>
                  <a:pt x="7057" y="1339"/>
                </a:lnTo>
                <a:lnTo>
                  <a:pt x="6886" y="1363"/>
                </a:lnTo>
                <a:lnTo>
                  <a:pt x="6862" y="1314"/>
                </a:lnTo>
                <a:lnTo>
                  <a:pt x="6740" y="1071"/>
                </a:lnTo>
                <a:lnTo>
                  <a:pt x="6643" y="828"/>
                </a:lnTo>
                <a:lnTo>
                  <a:pt x="6570" y="657"/>
                </a:lnTo>
                <a:lnTo>
                  <a:pt x="6740" y="609"/>
                </a:lnTo>
                <a:lnTo>
                  <a:pt x="6959" y="560"/>
                </a:lnTo>
                <a:lnTo>
                  <a:pt x="7251" y="511"/>
                </a:lnTo>
                <a:close/>
                <a:moveTo>
                  <a:pt x="10536" y="901"/>
                </a:moveTo>
                <a:lnTo>
                  <a:pt x="10634" y="925"/>
                </a:lnTo>
                <a:lnTo>
                  <a:pt x="10877" y="1022"/>
                </a:lnTo>
                <a:lnTo>
                  <a:pt x="10755" y="1217"/>
                </a:lnTo>
                <a:lnTo>
                  <a:pt x="10585" y="1387"/>
                </a:lnTo>
                <a:lnTo>
                  <a:pt x="10269" y="1314"/>
                </a:lnTo>
                <a:lnTo>
                  <a:pt x="10415" y="1120"/>
                </a:lnTo>
                <a:lnTo>
                  <a:pt x="10536" y="901"/>
                </a:lnTo>
                <a:close/>
                <a:moveTo>
                  <a:pt x="6351" y="706"/>
                </a:moveTo>
                <a:lnTo>
                  <a:pt x="6375" y="974"/>
                </a:lnTo>
                <a:lnTo>
                  <a:pt x="6448" y="1193"/>
                </a:lnTo>
                <a:lnTo>
                  <a:pt x="6546" y="1412"/>
                </a:lnTo>
                <a:lnTo>
                  <a:pt x="5962" y="1557"/>
                </a:lnTo>
                <a:lnTo>
                  <a:pt x="5962" y="1533"/>
                </a:lnTo>
                <a:lnTo>
                  <a:pt x="5889" y="1314"/>
                </a:lnTo>
                <a:lnTo>
                  <a:pt x="5840" y="1095"/>
                </a:lnTo>
                <a:lnTo>
                  <a:pt x="5792" y="876"/>
                </a:lnTo>
                <a:lnTo>
                  <a:pt x="6351" y="706"/>
                </a:lnTo>
                <a:close/>
                <a:moveTo>
                  <a:pt x="11266" y="1168"/>
                </a:moveTo>
                <a:lnTo>
                  <a:pt x="11631" y="1339"/>
                </a:lnTo>
                <a:lnTo>
                  <a:pt x="11510" y="1485"/>
                </a:lnTo>
                <a:lnTo>
                  <a:pt x="11437" y="1582"/>
                </a:lnTo>
                <a:lnTo>
                  <a:pt x="11388" y="1679"/>
                </a:lnTo>
                <a:lnTo>
                  <a:pt x="10974" y="1509"/>
                </a:lnTo>
                <a:lnTo>
                  <a:pt x="11120" y="1363"/>
                </a:lnTo>
                <a:lnTo>
                  <a:pt x="11266" y="1168"/>
                </a:lnTo>
                <a:close/>
                <a:moveTo>
                  <a:pt x="5548" y="974"/>
                </a:moveTo>
                <a:lnTo>
                  <a:pt x="5597" y="1168"/>
                </a:lnTo>
                <a:lnTo>
                  <a:pt x="5621" y="1387"/>
                </a:lnTo>
                <a:lnTo>
                  <a:pt x="5670" y="1509"/>
                </a:lnTo>
                <a:lnTo>
                  <a:pt x="5719" y="1630"/>
                </a:lnTo>
                <a:lnTo>
                  <a:pt x="5743" y="1630"/>
                </a:lnTo>
                <a:lnTo>
                  <a:pt x="5694" y="1655"/>
                </a:lnTo>
                <a:lnTo>
                  <a:pt x="5354" y="1776"/>
                </a:lnTo>
                <a:lnTo>
                  <a:pt x="5013" y="1922"/>
                </a:lnTo>
                <a:lnTo>
                  <a:pt x="4964" y="1874"/>
                </a:lnTo>
                <a:lnTo>
                  <a:pt x="4818" y="1606"/>
                </a:lnTo>
                <a:lnTo>
                  <a:pt x="4745" y="1509"/>
                </a:lnTo>
                <a:lnTo>
                  <a:pt x="4672" y="1387"/>
                </a:lnTo>
                <a:lnTo>
                  <a:pt x="4964" y="1217"/>
                </a:lnTo>
                <a:lnTo>
                  <a:pt x="4989" y="1363"/>
                </a:lnTo>
                <a:lnTo>
                  <a:pt x="5037" y="1509"/>
                </a:lnTo>
                <a:lnTo>
                  <a:pt x="5135" y="1752"/>
                </a:lnTo>
                <a:lnTo>
                  <a:pt x="5159" y="1801"/>
                </a:lnTo>
                <a:lnTo>
                  <a:pt x="5281" y="1801"/>
                </a:lnTo>
                <a:lnTo>
                  <a:pt x="5305" y="1776"/>
                </a:lnTo>
                <a:lnTo>
                  <a:pt x="5329" y="1728"/>
                </a:lnTo>
                <a:lnTo>
                  <a:pt x="5329" y="1679"/>
                </a:lnTo>
                <a:lnTo>
                  <a:pt x="5329" y="1655"/>
                </a:lnTo>
                <a:lnTo>
                  <a:pt x="5281" y="1533"/>
                </a:lnTo>
                <a:lnTo>
                  <a:pt x="5232" y="1387"/>
                </a:lnTo>
                <a:lnTo>
                  <a:pt x="5183" y="1266"/>
                </a:lnTo>
                <a:lnTo>
                  <a:pt x="5135" y="1144"/>
                </a:lnTo>
                <a:lnTo>
                  <a:pt x="5548" y="974"/>
                </a:lnTo>
                <a:close/>
                <a:moveTo>
                  <a:pt x="11899" y="1485"/>
                </a:moveTo>
                <a:lnTo>
                  <a:pt x="12313" y="1703"/>
                </a:lnTo>
                <a:lnTo>
                  <a:pt x="12191" y="1801"/>
                </a:lnTo>
                <a:lnTo>
                  <a:pt x="12094" y="1898"/>
                </a:lnTo>
                <a:lnTo>
                  <a:pt x="12021" y="1995"/>
                </a:lnTo>
                <a:lnTo>
                  <a:pt x="11583" y="1776"/>
                </a:lnTo>
                <a:lnTo>
                  <a:pt x="11680" y="1679"/>
                </a:lnTo>
                <a:lnTo>
                  <a:pt x="11826" y="1533"/>
                </a:lnTo>
                <a:lnTo>
                  <a:pt x="11899" y="1485"/>
                </a:lnTo>
                <a:close/>
                <a:moveTo>
                  <a:pt x="4453" y="1509"/>
                </a:moveTo>
                <a:lnTo>
                  <a:pt x="4526" y="1679"/>
                </a:lnTo>
                <a:lnTo>
                  <a:pt x="4599" y="1849"/>
                </a:lnTo>
                <a:lnTo>
                  <a:pt x="4648" y="1947"/>
                </a:lnTo>
                <a:lnTo>
                  <a:pt x="4721" y="2068"/>
                </a:lnTo>
                <a:lnTo>
                  <a:pt x="4453" y="2214"/>
                </a:lnTo>
                <a:lnTo>
                  <a:pt x="4356" y="2068"/>
                </a:lnTo>
                <a:lnTo>
                  <a:pt x="4259" y="1947"/>
                </a:lnTo>
                <a:lnTo>
                  <a:pt x="4186" y="1825"/>
                </a:lnTo>
                <a:lnTo>
                  <a:pt x="4088" y="1728"/>
                </a:lnTo>
                <a:lnTo>
                  <a:pt x="4453" y="1509"/>
                </a:lnTo>
                <a:close/>
                <a:moveTo>
                  <a:pt x="12580" y="1874"/>
                </a:moveTo>
                <a:lnTo>
                  <a:pt x="12945" y="2117"/>
                </a:lnTo>
                <a:lnTo>
                  <a:pt x="12775" y="2239"/>
                </a:lnTo>
                <a:lnTo>
                  <a:pt x="12702" y="2312"/>
                </a:lnTo>
                <a:lnTo>
                  <a:pt x="12653" y="2385"/>
                </a:lnTo>
                <a:lnTo>
                  <a:pt x="12240" y="2117"/>
                </a:lnTo>
                <a:lnTo>
                  <a:pt x="12337" y="2044"/>
                </a:lnTo>
                <a:lnTo>
                  <a:pt x="12459" y="1971"/>
                </a:lnTo>
                <a:lnTo>
                  <a:pt x="12580" y="1874"/>
                </a:lnTo>
                <a:close/>
                <a:moveTo>
                  <a:pt x="3894" y="1849"/>
                </a:moveTo>
                <a:lnTo>
                  <a:pt x="3942" y="1971"/>
                </a:lnTo>
                <a:lnTo>
                  <a:pt x="4015" y="2093"/>
                </a:lnTo>
                <a:lnTo>
                  <a:pt x="4088" y="2239"/>
                </a:lnTo>
                <a:lnTo>
                  <a:pt x="4186" y="2385"/>
                </a:lnTo>
                <a:lnTo>
                  <a:pt x="3869" y="2579"/>
                </a:lnTo>
                <a:lnTo>
                  <a:pt x="3748" y="2458"/>
                </a:lnTo>
                <a:lnTo>
                  <a:pt x="3626" y="2312"/>
                </a:lnTo>
                <a:lnTo>
                  <a:pt x="3553" y="2239"/>
                </a:lnTo>
                <a:lnTo>
                  <a:pt x="3480" y="2190"/>
                </a:lnTo>
                <a:lnTo>
                  <a:pt x="3407" y="2190"/>
                </a:lnTo>
                <a:lnTo>
                  <a:pt x="3894" y="1849"/>
                </a:lnTo>
                <a:close/>
                <a:moveTo>
                  <a:pt x="3334" y="2239"/>
                </a:moveTo>
                <a:lnTo>
                  <a:pt x="3310" y="2287"/>
                </a:lnTo>
                <a:lnTo>
                  <a:pt x="3310" y="2385"/>
                </a:lnTo>
                <a:lnTo>
                  <a:pt x="3358" y="2482"/>
                </a:lnTo>
                <a:lnTo>
                  <a:pt x="3480" y="2652"/>
                </a:lnTo>
                <a:lnTo>
                  <a:pt x="3577" y="2798"/>
                </a:lnTo>
                <a:lnTo>
                  <a:pt x="3383" y="2944"/>
                </a:lnTo>
                <a:lnTo>
                  <a:pt x="3139" y="2725"/>
                </a:lnTo>
                <a:lnTo>
                  <a:pt x="3018" y="2652"/>
                </a:lnTo>
                <a:lnTo>
                  <a:pt x="2896" y="2579"/>
                </a:lnTo>
                <a:lnTo>
                  <a:pt x="3334" y="2239"/>
                </a:lnTo>
                <a:close/>
                <a:moveTo>
                  <a:pt x="13213" y="2312"/>
                </a:moveTo>
                <a:lnTo>
                  <a:pt x="13602" y="2628"/>
                </a:lnTo>
                <a:lnTo>
                  <a:pt x="13505" y="2725"/>
                </a:lnTo>
                <a:lnTo>
                  <a:pt x="13408" y="2847"/>
                </a:lnTo>
                <a:lnTo>
                  <a:pt x="13310" y="2993"/>
                </a:lnTo>
                <a:lnTo>
                  <a:pt x="13091" y="2774"/>
                </a:lnTo>
                <a:lnTo>
                  <a:pt x="12872" y="2555"/>
                </a:lnTo>
                <a:lnTo>
                  <a:pt x="13164" y="2360"/>
                </a:lnTo>
                <a:lnTo>
                  <a:pt x="13189" y="2336"/>
                </a:lnTo>
                <a:lnTo>
                  <a:pt x="13213" y="2312"/>
                </a:lnTo>
                <a:close/>
                <a:moveTo>
                  <a:pt x="2799" y="2652"/>
                </a:moveTo>
                <a:lnTo>
                  <a:pt x="2896" y="2798"/>
                </a:lnTo>
                <a:lnTo>
                  <a:pt x="2993" y="2944"/>
                </a:lnTo>
                <a:lnTo>
                  <a:pt x="3066" y="3042"/>
                </a:lnTo>
                <a:lnTo>
                  <a:pt x="3164" y="3115"/>
                </a:lnTo>
                <a:lnTo>
                  <a:pt x="2969" y="3309"/>
                </a:lnTo>
                <a:lnTo>
                  <a:pt x="2920" y="3285"/>
                </a:lnTo>
                <a:lnTo>
                  <a:pt x="2726" y="3188"/>
                </a:lnTo>
                <a:lnTo>
                  <a:pt x="2555" y="3090"/>
                </a:lnTo>
                <a:lnTo>
                  <a:pt x="2409" y="3017"/>
                </a:lnTo>
                <a:lnTo>
                  <a:pt x="2799" y="2652"/>
                </a:lnTo>
                <a:close/>
                <a:moveTo>
                  <a:pt x="13773" y="2774"/>
                </a:moveTo>
                <a:lnTo>
                  <a:pt x="14089" y="3115"/>
                </a:lnTo>
                <a:lnTo>
                  <a:pt x="13846" y="3236"/>
                </a:lnTo>
                <a:lnTo>
                  <a:pt x="13724" y="3334"/>
                </a:lnTo>
                <a:lnTo>
                  <a:pt x="13651" y="3407"/>
                </a:lnTo>
                <a:lnTo>
                  <a:pt x="13456" y="3163"/>
                </a:lnTo>
                <a:lnTo>
                  <a:pt x="13432" y="3139"/>
                </a:lnTo>
                <a:lnTo>
                  <a:pt x="13505" y="3090"/>
                </a:lnTo>
                <a:lnTo>
                  <a:pt x="13554" y="3017"/>
                </a:lnTo>
                <a:lnTo>
                  <a:pt x="13675" y="2896"/>
                </a:lnTo>
                <a:lnTo>
                  <a:pt x="13773" y="2774"/>
                </a:lnTo>
                <a:close/>
                <a:moveTo>
                  <a:pt x="2263" y="3188"/>
                </a:moveTo>
                <a:lnTo>
                  <a:pt x="2312" y="3285"/>
                </a:lnTo>
                <a:lnTo>
                  <a:pt x="2409" y="3358"/>
                </a:lnTo>
                <a:lnTo>
                  <a:pt x="2555" y="3480"/>
                </a:lnTo>
                <a:lnTo>
                  <a:pt x="2726" y="3577"/>
                </a:lnTo>
                <a:lnTo>
                  <a:pt x="2531" y="3796"/>
                </a:lnTo>
                <a:lnTo>
                  <a:pt x="2117" y="3553"/>
                </a:lnTo>
                <a:lnTo>
                  <a:pt x="1971" y="3504"/>
                </a:lnTo>
                <a:lnTo>
                  <a:pt x="2263" y="3188"/>
                </a:lnTo>
                <a:close/>
                <a:moveTo>
                  <a:pt x="14284" y="3334"/>
                </a:moveTo>
                <a:lnTo>
                  <a:pt x="14478" y="3577"/>
                </a:lnTo>
                <a:lnTo>
                  <a:pt x="14624" y="3820"/>
                </a:lnTo>
                <a:lnTo>
                  <a:pt x="14478" y="3869"/>
                </a:lnTo>
                <a:lnTo>
                  <a:pt x="14356" y="3918"/>
                </a:lnTo>
                <a:lnTo>
                  <a:pt x="14235" y="3966"/>
                </a:lnTo>
                <a:lnTo>
                  <a:pt x="14113" y="4039"/>
                </a:lnTo>
                <a:lnTo>
                  <a:pt x="13773" y="3577"/>
                </a:lnTo>
                <a:lnTo>
                  <a:pt x="13894" y="3528"/>
                </a:lnTo>
                <a:lnTo>
                  <a:pt x="13992" y="3480"/>
                </a:lnTo>
                <a:lnTo>
                  <a:pt x="14186" y="3382"/>
                </a:lnTo>
                <a:lnTo>
                  <a:pt x="14284" y="3334"/>
                </a:lnTo>
                <a:close/>
                <a:moveTo>
                  <a:pt x="1825" y="3699"/>
                </a:moveTo>
                <a:lnTo>
                  <a:pt x="2020" y="3845"/>
                </a:lnTo>
                <a:lnTo>
                  <a:pt x="2312" y="4064"/>
                </a:lnTo>
                <a:lnTo>
                  <a:pt x="2069" y="4453"/>
                </a:lnTo>
                <a:lnTo>
                  <a:pt x="1850" y="4307"/>
                </a:lnTo>
                <a:lnTo>
                  <a:pt x="1533" y="4112"/>
                </a:lnTo>
                <a:lnTo>
                  <a:pt x="1825" y="3699"/>
                </a:lnTo>
                <a:close/>
                <a:moveTo>
                  <a:pt x="14794" y="4112"/>
                </a:moveTo>
                <a:lnTo>
                  <a:pt x="14965" y="4453"/>
                </a:lnTo>
                <a:lnTo>
                  <a:pt x="14794" y="4526"/>
                </a:lnTo>
                <a:lnTo>
                  <a:pt x="14648" y="4599"/>
                </a:lnTo>
                <a:lnTo>
                  <a:pt x="14478" y="4696"/>
                </a:lnTo>
                <a:lnTo>
                  <a:pt x="14308" y="4356"/>
                </a:lnTo>
                <a:lnTo>
                  <a:pt x="14551" y="4258"/>
                </a:lnTo>
                <a:lnTo>
                  <a:pt x="14673" y="4210"/>
                </a:lnTo>
                <a:lnTo>
                  <a:pt x="14794" y="4112"/>
                </a:lnTo>
                <a:close/>
                <a:moveTo>
                  <a:pt x="1412" y="4331"/>
                </a:moveTo>
                <a:lnTo>
                  <a:pt x="1485" y="4429"/>
                </a:lnTo>
                <a:lnTo>
                  <a:pt x="1606" y="4526"/>
                </a:lnTo>
                <a:lnTo>
                  <a:pt x="1752" y="4648"/>
                </a:lnTo>
                <a:lnTo>
                  <a:pt x="1898" y="4745"/>
                </a:lnTo>
                <a:lnTo>
                  <a:pt x="1825" y="4867"/>
                </a:lnTo>
                <a:lnTo>
                  <a:pt x="1533" y="4745"/>
                </a:lnTo>
                <a:lnTo>
                  <a:pt x="1387" y="4696"/>
                </a:lnTo>
                <a:lnTo>
                  <a:pt x="1241" y="4696"/>
                </a:lnTo>
                <a:lnTo>
                  <a:pt x="1412" y="4331"/>
                </a:lnTo>
                <a:close/>
                <a:moveTo>
                  <a:pt x="15062" y="4745"/>
                </a:moveTo>
                <a:lnTo>
                  <a:pt x="15208" y="5183"/>
                </a:lnTo>
                <a:lnTo>
                  <a:pt x="15135" y="5183"/>
                </a:lnTo>
                <a:lnTo>
                  <a:pt x="15038" y="5207"/>
                </a:lnTo>
                <a:lnTo>
                  <a:pt x="14843" y="5256"/>
                </a:lnTo>
                <a:lnTo>
                  <a:pt x="14746" y="5305"/>
                </a:lnTo>
                <a:lnTo>
                  <a:pt x="14600" y="4891"/>
                </a:lnTo>
                <a:lnTo>
                  <a:pt x="14770" y="4842"/>
                </a:lnTo>
                <a:lnTo>
                  <a:pt x="14916" y="4794"/>
                </a:lnTo>
                <a:lnTo>
                  <a:pt x="15062" y="4745"/>
                </a:lnTo>
                <a:close/>
                <a:moveTo>
                  <a:pt x="1168" y="4794"/>
                </a:moveTo>
                <a:lnTo>
                  <a:pt x="1412" y="5013"/>
                </a:lnTo>
                <a:lnTo>
                  <a:pt x="1558" y="5086"/>
                </a:lnTo>
                <a:lnTo>
                  <a:pt x="1704" y="5159"/>
                </a:lnTo>
                <a:lnTo>
                  <a:pt x="1558" y="5524"/>
                </a:lnTo>
                <a:lnTo>
                  <a:pt x="1509" y="5475"/>
                </a:lnTo>
                <a:lnTo>
                  <a:pt x="1314" y="5402"/>
                </a:lnTo>
                <a:lnTo>
                  <a:pt x="1144" y="5353"/>
                </a:lnTo>
                <a:lnTo>
                  <a:pt x="974" y="5329"/>
                </a:lnTo>
                <a:lnTo>
                  <a:pt x="1168" y="4794"/>
                </a:lnTo>
                <a:close/>
                <a:moveTo>
                  <a:pt x="15305" y="5499"/>
                </a:moveTo>
                <a:lnTo>
                  <a:pt x="15403" y="5986"/>
                </a:lnTo>
                <a:lnTo>
                  <a:pt x="15184" y="6035"/>
                </a:lnTo>
                <a:lnTo>
                  <a:pt x="14965" y="6083"/>
                </a:lnTo>
                <a:lnTo>
                  <a:pt x="14916" y="5791"/>
                </a:lnTo>
                <a:lnTo>
                  <a:pt x="14867" y="5621"/>
                </a:lnTo>
                <a:lnTo>
                  <a:pt x="14940" y="5597"/>
                </a:lnTo>
                <a:lnTo>
                  <a:pt x="15111" y="5548"/>
                </a:lnTo>
                <a:lnTo>
                  <a:pt x="15305" y="5499"/>
                </a:lnTo>
                <a:close/>
                <a:moveTo>
                  <a:pt x="876" y="5572"/>
                </a:moveTo>
                <a:lnTo>
                  <a:pt x="1022" y="5645"/>
                </a:lnTo>
                <a:lnTo>
                  <a:pt x="1193" y="5718"/>
                </a:lnTo>
                <a:lnTo>
                  <a:pt x="1387" y="5767"/>
                </a:lnTo>
                <a:lnTo>
                  <a:pt x="1436" y="5791"/>
                </a:lnTo>
                <a:lnTo>
                  <a:pt x="1485" y="5767"/>
                </a:lnTo>
                <a:lnTo>
                  <a:pt x="1387" y="6229"/>
                </a:lnTo>
                <a:lnTo>
                  <a:pt x="1314" y="6156"/>
                </a:lnTo>
                <a:lnTo>
                  <a:pt x="1217" y="6108"/>
                </a:lnTo>
                <a:lnTo>
                  <a:pt x="1022" y="6059"/>
                </a:lnTo>
                <a:lnTo>
                  <a:pt x="876" y="6035"/>
                </a:lnTo>
                <a:lnTo>
                  <a:pt x="730" y="6059"/>
                </a:lnTo>
                <a:lnTo>
                  <a:pt x="876" y="5572"/>
                </a:lnTo>
                <a:close/>
                <a:moveTo>
                  <a:pt x="15476" y="6327"/>
                </a:moveTo>
                <a:lnTo>
                  <a:pt x="15549" y="6643"/>
                </a:lnTo>
                <a:lnTo>
                  <a:pt x="15354" y="6643"/>
                </a:lnTo>
                <a:lnTo>
                  <a:pt x="15086" y="6692"/>
                </a:lnTo>
                <a:lnTo>
                  <a:pt x="15038" y="6375"/>
                </a:lnTo>
                <a:lnTo>
                  <a:pt x="15086" y="6375"/>
                </a:lnTo>
                <a:lnTo>
                  <a:pt x="15476" y="6327"/>
                </a:lnTo>
                <a:close/>
                <a:moveTo>
                  <a:pt x="682" y="6278"/>
                </a:moveTo>
                <a:lnTo>
                  <a:pt x="779" y="6351"/>
                </a:lnTo>
                <a:lnTo>
                  <a:pt x="901" y="6375"/>
                </a:lnTo>
                <a:lnTo>
                  <a:pt x="1071" y="6448"/>
                </a:lnTo>
                <a:lnTo>
                  <a:pt x="1168" y="6497"/>
                </a:lnTo>
                <a:lnTo>
                  <a:pt x="1290" y="6497"/>
                </a:lnTo>
                <a:lnTo>
                  <a:pt x="1339" y="6473"/>
                </a:lnTo>
                <a:lnTo>
                  <a:pt x="1290" y="6716"/>
                </a:lnTo>
                <a:lnTo>
                  <a:pt x="1217" y="6667"/>
                </a:lnTo>
                <a:lnTo>
                  <a:pt x="925" y="6619"/>
                </a:lnTo>
                <a:lnTo>
                  <a:pt x="755" y="6594"/>
                </a:lnTo>
                <a:lnTo>
                  <a:pt x="609" y="6619"/>
                </a:lnTo>
                <a:lnTo>
                  <a:pt x="609" y="6619"/>
                </a:lnTo>
                <a:lnTo>
                  <a:pt x="682" y="6278"/>
                </a:lnTo>
                <a:close/>
                <a:moveTo>
                  <a:pt x="15622" y="6959"/>
                </a:moveTo>
                <a:lnTo>
                  <a:pt x="15670" y="7178"/>
                </a:lnTo>
                <a:lnTo>
                  <a:pt x="15695" y="7349"/>
                </a:lnTo>
                <a:lnTo>
                  <a:pt x="15184" y="7349"/>
                </a:lnTo>
                <a:lnTo>
                  <a:pt x="15135" y="6959"/>
                </a:lnTo>
                <a:close/>
                <a:moveTo>
                  <a:pt x="560" y="6813"/>
                </a:moveTo>
                <a:lnTo>
                  <a:pt x="706" y="6886"/>
                </a:lnTo>
                <a:lnTo>
                  <a:pt x="828" y="6935"/>
                </a:lnTo>
                <a:lnTo>
                  <a:pt x="1120" y="7032"/>
                </a:lnTo>
                <a:lnTo>
                  <a:pt x="1193" y="7032"/>
                </a:lnTo>
                <a:lnTo>
                  <a:pt x="1266" y="7008"/>
                </a:lnTo>
                <a:lnTo>
                  <a:pt x="1193" y="7495"/>
                </a:lnTo>
                <a:lnTo>
                  <a:pt x="1095" y="7446"/>
                </a:lnTo>
                <a:lnTo>
                  <a:pt x="998" y="7422"/>
                </a:lnTo>
                <a:lnTo>
                  <a:pt x="657" y="7349"/>
                </a:lnTo>
                <a:lnTo>
                  <a:pt x="511" y="7300"/>
                </a:lnTo>
                <a:lnTo>
                  <a:pt x="560" y="6813"/>
                </a:lnTo>
                <a:close/>
                <a:moveTo>
                  <a:pt x="15208" y="7665"/>
                </a:moveTo>
                <a:lnTo>
                  <a:pt x="15403" y="7689"/>
                </a:lnTo>
                <a:lnTo>
                  <a:pt x="15695" y="7714"/>
                </a:lnTo>
                <a:lnTo>
                  <a:pt x="15695" y="7981"/>
                </a:lnTo>
                <a:lnTo>
                  <a:pt x="15573" y="7957"/>
                </a:lnTo>
                <a:lnTo>
                  <a:pt x="15451" y="7957"/>
                </a:lnTo>
                <a:lnTo>
                  <a:pt x="15330" y="7981"/>
                </a:lnTo>
                <a:lnTo>
                  <a:pt x="15232" y="8030"/>
                </a:lnTo>
                <a:lnTo>
                  <a:pt x="15208" y="7665"/>
                </a:lnTo>
                <a:close/>
                <a:moveTo>
                  <a:pt x="463" y="7641"/>
                </a:moveTo>
                <a:lnTo>
                  <a:pt x="633" y="7714"/>
                </a:lnTo>
                <a:lnTo>
                  <a:pt x="828" y="7762"/>
                </a:lnTo>
                <a:lnTo>
                  <a:pt x="998" y="7787"/>
                </a:lnTo>
                <a:lnTo>
                  <a:pt x="1071" y="7787"/>
                </a:lnTo>
                <a:lnTo>
                  <a:pt x="1144" y="7762"/>
                </a:lnTo>
                <a:lnTo>
                  <a:pt x="1071" y="8127"/>
                </a:lnTo>
                <a:lnTo>
                  <a:pt x="1022" y="8103"/>
                </a:lnTo>
                <a:lnTo>
                  <a:pt x="706" y="8103"/>
                </a:lnTo>
                <a:lnTo>
                  <a:pt x="584" y="8127"/>
                </a:lnTo>
                <a:lnTo>
                  <a:pt x="438" y="8176"/>
                </a:lnTo>
                <a:lnTo>
                  <a:pt x="463" y="7787"/>
                </a:lnTo>
                <a:lnTo>
                  <a:pt x="463" y="7641"/>
                </a:lnTo>
                <a:close/>
                <a:moveTo>
                  <a:pt x="15232" y="8176"/>
                </a:moveTo>
                <a:lnTo>
                  <a:pt x="15403" y="8249"/>
                </a:lnTo>
                <a:lnTo>
                  <a:pt x="15719" y="8346"/>
                </a:lnTo>
                <a:lnTo>
                  <a:pt x="15719" y="8517"/>
                </a:lnTo>
                <a:lnTo>
                  <a:pt x="15719" y="8687"/>
                </a:lnTo>
                <a:lnTo>
                  <a:pt x="15524" y="8638"/>
                </a:lnTo>
                <a:lnTo>
                  <a:pt x="15378" y="8590"/>
                </a:lnTo>
                <a:lnTo>
                  <a:pt x="15208" y="8565"/>
                </a:lnTo>
                <a:lnTo>
                  <a:pt x="15232" y="8371"/>
                </a:lnTo>
                <a:lnTo>
                  <a:pt x="15232" y="8176"/>
                </a:lnTo>
                <a:close/>
                <a:moveTo>
                  <a:pt x="438" y="8395"/>
                </a:moveTo>
                <a:lnTo>
                  <a:pt x="584" y="8444"/>
                </a:lnTo>
                <a:lnTo>
                  <a:pt x="706" y="8444"/>
                </a:lnTo>
                <a:lnTo>
                  <a:pt x="974" y="8419"/>
                </a:lnTo>
                <a:lnTo>
                  <a:pt x="1022" y="8419"/>
                </a:lnTo>
                <a:lnTo>
                  <a:pt x="1022" y="8468"/>
                </a:lnTo>
                <a:lnTo>
                  <a:pt x="998" y="8736"/>
                </a:lnTo>
                <a:lnTo>
                  <a:pt x="974" y="8979"/>
                </a:lnTo>
                <a:lnTo>
                  <a:pt x="925" y="9003"/>
                </a:lnTo>
                <a:lnTo>
                  <a:pt x="706" y="9028"/>
                </a:lnTo>
                <a:lnTo>
                  <a:pt x="584" y="9028"/>
                </a:lnTo>
                <a:lnTo>
                  <a:pt x="463" y="9076"/>
                </a:lnTo>
                <a:lnTo>
                  <a:pt x="438" y="8395"/>
                </a:lnTo>
                <a:close/>
                <a:moveTo>
                  <a:pt x="15111" y="8882"/>
                </a:moveTo>
                <a:lnTo>
                  <a:pt x="15305" y="8955"/>
                </a:lnTo>
                <a:lnTo>
                  <a:pt x="15476" y="9028"/>
                </a:lnTo>
                <a:lnTo>
                  <a:pt x="15597" y="9076"/>
                </a:lnTo>
                <a:lnTo>
                  <a:pt x="15719" y="9101"/>
                </a:lnTo>
                <a:lnTo>
                  <a:pt x="15816" y="9149"/>
                </a:lnTo>
                <a:lnTo>
                  <a:pt x="15792" y="9587"/>
                </a:lnTo>
                <a:lnTo>
                  <a:pt x="15670" y="9490"/>
                </a:lnTo>
                <a:lnTo>
                  <a:pt x="15500" y="9417"/>
                </a:lnTo>
                <a:lnTo>
                  <a:pt x="15378" y="9368"/>
                </a:lnTo>
                <a:lnTo>
                  <a:pt x="15232" y="9320"/>
                </a:lnTo>
                <a:lnTo>
                  <a:pt x="15111" y="9320"/>
                </a:lnTo>
                <a:lnTo>
                  <a:pt x="15062" y="9344"/>
                </a:lnTo>
                <a:lnTo>
                  <a:pt x="15086" y="8930"/>
                </a:lnTo>
                <a:lnTo>
                  <a:pt x="15111" y="8882"/>
                </a:lnTo>
                <a:close/>
                <a:moveTo>
                  <a:pt x="998" y="9368"/>
                </a:moveTo>
                <a:lnTo>
                  <a:pt x="1047" y="9757"/>
                </a:lnTo>
                <a:lnTo>
                  <a:pt x="803" y="9806"/>
                </a:lnTo>
                <a:lnTo>
                  <a:pt x="706" y="9830"/>
                </a:lnTo>
                <a:lnTo>
                  <a:pt x="609" y="9903"/>
                </a:lnTo>
                <a:lnTo>
                  <a:pt x="584" y="9903"/>
                </a:lnTo>
                <a:lnTo>
                  <a:pt x="511" y="9368"/>
                </a:lnTo>
                <a:close/>
                <a:moveTo>
                  <a:pt x="15013" y="9563"/>
                </a:moveTo>
                <a:lnTo>
                  <a:pt x="15111" y="9636"/>
                </a:lnTo>
                <a:lnTo>
                  <a:pt x="15232" y="9709"/>
                </a:lnTo>
                <a:lnTo>
                  <a:pt x="15451" y="9855"/>
                </a:lnTo>
                <a:lnTo>
                  <a:pt x="15670" y="10025"/>
                </a:lnTo>
                <a:lnTo>
                  <a:pt x="15719" y="10049"/>
                </a:lnTo>
                <a:lnTo>
                  <a:pt x="15646" y="10366"/>
                </a:lnTo>
                <a:lnTo>
                  <a:pt x="15524" y="10317"/>
                </a:lnTo>
                <a:lnTo>
                  <a:pt x="15281" y="10147"/>
                </a:lnTo>
                <a:lnTo>
                  <a:pt x="15111" y="10025"/>
                </a:lnTo>
                <a:lnTo>
                  <a:pt x="14940" y="9928"/>
                </a:lnTo>
                <a:lnTo>
                  <a:pt x="15013" y="9563"/>
                </a:lnTo>
                <a:close/>
                <a:moveTo>
                  <a:pt x="8176" y="3650"/>
                </a:moveTo>
                <a:lnTo>
                  <a:pt x="8127" y="3674"/>
                </a:lnTo>
                <a:lnTo>
                  <a:pt x="8054" y="3723"/>
                </a:lnTo>
                <a:lnTo>
                  <a:pt x="8006" y="3772"/>
                </a:lnTo>
                <a:lnTo>
                  <a:pt x="7957" y="3845"/>
                </a:lnTo>
                <a:lnTo>
                  <a:pt x="7933" y="3918"/>
                </a:lnTo>
                <a:lnTo>
                  <a:pt x="7908" y="4575"/>
                </a:lnTo>
                <a:lnTo>
                  <a:pt x="7908" y="5232"/>
                </a:lnTo>
                <a:lnTo>
                  <a:pt x="7981" y="6570"/>
                </a:lnTo>
                <a:lnTo>
                  <a:pt x="7981" y="7032"/>
                </a:lnTo>
                <a:lnTo>
                  <a:pt x="7981" y="7470"/>
                </a:lnTo>
                <a:lnTo>
                  <a:pt x="7957" y="7933"/>
                </a:lnTo>
                <a:lnTo>
                  <a:pt x="7957" y="8395"/>
                </a:lnTo>
                <a:lnTo>
                  <a:pt x="7981" y="8468"/>
                </a:lnTo>
                <a:lnTo>
                  <a:pt x="8006" y="8541"/>
                </a:lnTo>
                <a:lnTo>
                  <a:pt x="8030" y="8590"/>
                </a:lnTo>
                <a:lnTo>
                  <a:pt x="8079" y="8614"/>
                </a:lnTo>
                <a:lnTo>
                  <a:pt x="8103" y="8736"/>
                </a:lnTo>
                <a:lnTo>
                  <a:pt x="8152" y="8857"/>
                </a:lnTo>
                <a:lnTo>
                  <a:pt x="8200" y="8979"/>
                </a:lnTo>
                <a:lnTo>
                  <a:pt x="8273" y="9076"/>
                </a:lnTo>
                <a:lnTo>
                  <a:pt x="8444" y="9271"/>
                </a:lnTo>
                <a:lnTo>
                  <a:pt x="8614" y="9441"/>
                </a:lnTo>
                <a:lnTo>
                  <a:pt x="9174" y="9952"/>
                </a:lnTo>
                <a:lnTo>
                  <a:pt x="9733" y="10463"/>
                </a:lnTo>
                <a:lnTo>
                  <a:pt x="9806" y="10512"/>
                </a:lnTo>
                <a:lnTo>
                  <a:pt x="9855" y="10536"/>
                </a:lnTo>
                <a:lnTo>
                  <a:pt x="10001" y="10536"/>
                </a:lnTo>
                <a:lnTo>
                  <a:pt x="10147" y="10512"/>
                </a:lnTo>
                <a:lnTo>
                  <a:pt x="10244" y="10439"/>
                </a:lnTo>
                <a:lnTo>
                  <a:pt x="10317" y="10317"/>
                </a:lnTo>
                <a:lnTo>
                  <a:pt x="10342" y="10195"/>
                </a:lnTo>
                <a:lnTo>
                  <a:pt x="10342" y="10147"/>
                </a:lnTo>
                <a:lnTo>
                  <a:pt x="10317" y="10074"/>
                </a:lnTo>
                <a:lnTo>
                  <a:pt x="10293" y="10025"/>
                </a:lnTo>
                <a:lnTo>
                  <a:pt x="10220" y="9952"/>
                </a:lnTo>
                <a:lnTo>
                  <a:pt x="9758" y="9539"/>
                </a:lnTo>
                <a:lnTo>
                  <a:pt x="9295" y="9125"/>
                </a:lnTo>
                <a:lnTo>
                  <a:pt x="8906" y="8784"/>
                </a:lnTo>
                <a:lnTo>
                  <a:pt x="8736" y="8590"/>
                </a:lnTo>
                <a:lnTo>
                  <a:pt x="8590" y="8395"/>
                </a:lnTo>
                <a:lnTo>
                  <a:pt x="8517" y="8298"/>
                </a:lnTo>
                <a:lnTo>
                  <a:pt x="8541" y="7762"/>
                </a:lnTo>
                <a:lnTo>
                  <a:pt x="8541" y="7203"/>
                </a:lnTo>
                <a:lnTo>
                  <a:pt x="8541" y="6667"/>
                </a:lnTo>
                <a:lnTo>
                  <a:pt x="8517" y="6108"/>
                </a:lnTo>
                <a:lnTo>
                  <a:pt x="8444" y="5013"/>
                </a:lnTo>
                <a:lnTo>
                  <a:pt x="8419" y="4477"/>
                </a:lnTo>
                <a:lnTo>
                  <a:pt x="8419" y="3918"/>
                </a:lnTo>
                <a:lnTo>
                  <a:pt x="8419" y="3845"/>
                </a:lnTo>
                <a:lnTo>
                  <a:pt x="8395" y="3796"/>
                </a:lnTo>
                <a:lnTo>
                  <a:pt x="8371" y="3747"/>
                </a:lnTo>
                <a:lnTo>
                  <a:pt x="8298" y="3699"/>
                </a:lnTo>
                <a:lnTo>
                  <a:pt x="8249" y="3674"/>
                </a:lnTo>
                <a:lnTo>
                  <a:pt x="8200" y="3650"/>
                </a:lnTo>
                <a:close/>
                <a:moveTo>
                  <a:pt x="633" y="10074"/>
                </a:moveTo>
                <a:lnTo>
                  <a:pt x="730" y="10122"/>
                </a:lnTo>
                <a:lnTo>
                  <a:pt x="876" y="10147"/>
                </a:lnTo>
                <a:lnTo>
                  <a:pt x="998" y="10147"/>
                </a:lnTo>
                <a:lnTo>
                  <a:pt x="1144" y="10122"/>
                </a:lnTo>
                <a:lnTo>
                  <a:pt x="1266" y="10487"/>
                </a:lnTo>
                <a:lnTo>
                  <a:pt x="1047" y="10585"/>
                </a:lnTo>
                <a:lnTo>
                  <a:pt x="925" y="10609"/>
                </a:lnTo>
                <a:lnTo>
                  <a:pt x="779" y="10682"/>
                </a:lnTo>
                <a:lnTo>
                  <a:pt x="706" y="10366"/>
                </a:lnTo>
                <a:lnTo>
                  <a:pt x="633" y="10074"/>
                </a:lnTo>
                <a:close/>
                <a:moveTo>
                  <a:pt x="14867" y="10244"/>
                </a:moveTo>
                <a:lnTo>
                  <a:pt x="14989" y="10366"/>
                </a:lnTo>
                <a:lnTo>
                  <a:pt x="15111" y="10463"/>
                </a:lnTo>
                <a:lnTo>
                  <a:pt x="15232" y="10560"/>
                </a:lnTo>
                <a:lnTo>
                  <a:pt x="15378" y="10658"/>
                </a:lnTo>
                <a:lnTo>
                  <a:pt x="15549" y="10706"/>
                </a:lnTo>
                <a:lnTo>
                  <a:pt x="15403" y="11071"/>
                </a:lnTo>
                <a:lnTo>
                  <a:pt x="15111" y="10852"/>
                </a:lnTo>
                <a:lnTo>
                  <a:pt x="15013" y="10779"/>
                </a:lnTo>
                <a:lnTo>
                  <a:pt x="14892" y="10706"/>
                </a:lnTo>
                <a:lnTo>
                  <a:pt x="14843" y="10682"/>
                </a:lnTo>
                <a:lnTo>
                  <a:pt x="14794" y="10658"/>
                </a:lnTo>
                <a:lnTo>
                  <a:pt x="14770" y="10658"/>
                </a:lnTo>
                <a:lnTo>
                  <a:pt x="14867" y="10244"/>
                </a:lnTo>
                <a:close/>
                <a:moveTo>
                  <a:pt x="1412" y="10852"/>
                </a:moveTo>
                <a:lnTo>
                  <a:pt x="1558" y="11169"/>
                </a:lnTo>
                <a:lnTo>
                  <a:pt x="1363" y="11266"/>
                </a:lnTo>
                <a:lnTo>
                  <a:pt x="1241" y="11339"/>
                </a:lnTo>
                <a:lnTo>
                  <a:pt x="1168" y="11363"/>
                </a:lnTo>
                <a:lnTo>
                  <a:pt x="1095" y="11436"/>
                </a:lnTo>
                <a:lnTo>
                  <a:pt x="901" y="10950"/>
                </a:lnTo>
                <a:lnTo>
                  <a:pt x="1095" y="10925"/>
                </a:lnTo>
                <a:lnTo>
                  <a:pt x="1241" y="10901"/>
                </a:lnTo>
                <a:lnTo>
                  <a:pt x="1412" y="10852"/>
                </a:lnTo>
                <a:close/>
                <a:moveTo>
                  <a:pt x="14697" y="10877"/>
                </a:moveTo>
                <a:lnTo>
                  <a:pt x="14721" y="10901"/>
                </a:lnTo>
                <a:lnTo>
                  <a:pt x="14794" y="11023"/>
                </a:lnTo>
                <a:lnTo>
                  <a:pt x="14892" y="11144"/>
                </a:lnTo>
                <a:lnTo>
                  <a:pt x="15062" y="11290"/>
                </a:lnTo>
                <a:lnTo>
                  <a:pt x="15159" y="11363"/>
                </a:lnTo>
                <a:lnTo>
                  <a:pt x="15257" y="11412"/>
                </a:lnTo>
                <a:lnTo>
                  <a:pt x="15062" y="11874"/>
                </a:lnTo>
                <a:lnTo>
                  <a:pt x="15062" y="11850"/>
                </a:lnTo>
                <a:lnTo>
                  <a:pt x="14940" y="11753"/>
                </a:lnTo>
                <a:lnTo>
                  <a:pt x="14819" y="11607"/>
                </a:lnTo>
                <a:lnTo>
                  <a:pt x="14648" y="11509"/>
                </a:lnTo>
                <a:lnTo>
                  <a:pt x="14575" y="11461"/>
                </a:lnTo>
                <a:lnTo>
                  <a:pt x="14502" y="11461"/>
                </a:lnTo>
                <a:lnTo>
                  <a:pt x="14673" y="10998"/>
                </a:lnTo>
                <a:lnTo>
                  <a:pt x="14697" y="10877"/>
                </a:lnTo>
                <a:close/>
                <a:moveTo>
                  <a:pt x="1752" y="11509"/>
                </a:moveTo>
                <a:lnTo>
                  <a:pt x="1874" y="11704"/>
                </a:lnTo>
                <a:lnTo>
                  <a:pt x="1752" y="11826"/>
                </a:lnTo>
                <a:lnTo>
                  <a:pt x="1606" y="11972"/>
                </a:lnTo>
                <a:lnTo>
                  <a:pt x="1485" y="12142"/>
                </a:lnTo>
                <a:lnTo>
                  <a:pt x="1241" y="11680"/>
                </a:lnTo>
                <a:lnTo>
                  <a:pt x="1363" y="11655"/>
                </a:lnTo>
                <a:lnTo>
                  <a:pt x="1485" y="11607"/>
                </a:lnTo>
                <a:lnTo>
                  <a:pt x="1752" y="11509"/>
                </a:lnTo>
                <a:close/>
                <a:moveTo>
                  <a:pt x="14405" y="11607"/>
                </a:moveTo>
                <a:lnTo>
                  <a:pt x="14575" y="11801"/>
                </a:lnTo>
                <a:lnTo>
                  <a:pt x="14721" y="11947"/>
                </a:lnTo>
                <a:lnTo>
                  <a:pt x="14892" y="12093"/>
                </a:lnTo>
                <a:lnTo>
                  <a:pt x="14940" y="12118"/>
                </a:lnTo>
                <a:lnTo>
                  <a:pt x="14794" y="12361"/>
                </a:lnTo>
                <a:lnTo>
                  <a:pt x="14721" y="12288"/>
                </a:lnTo>
                <a:lnTo>
                  <a:pt x="14648" y="12215"/>
                </a:lnTo>
                <a:lnTo>
                  <a:pt x="14478" y="12118"/>
                </a:lnTo>
                <a:lnTo>
                  <a:pt x="14235" y="11947"/>
                </a:lnTo>
                <a:lnTo>
                  <a:pt x="14405" y="11607"/>
                </a:lnTo>
                <a:close/>
                <a:moveTo>
                  <a:pt x="2069" y="11996"/>
                </a:moveTo>
                <a:lnTo>
                  <a:pt x="2263" y="12288"/>
                </a:lnTo>
                <a:lnTo>
                  <a:pt x="2117" y="12410"/>
                </a:lnTo>
                <a:lnTo>
                  <a:pt x="1996" y="12556"/>
                </a:lnTo>
                <a:lnTo>
                  <a:pt x="1947" y="12653"/>
                </a:lnTo>
                <a:lnTo>
                  <a:pt x="1898" y="12750"/>
                </a:lnTo>
                <a:lnTo>
                  <a:pt x="1631" y="12361"/>
                </a:lnTo>
                <a:lnTo>
                  <a:pt x="1825" y="12215"/>
                </a:lnTo>
                <a:lnTo>
                  <a:pt x="1996" y="12069"/>
                </a:lnTo>
                <a:lnTo>
                  <a:pt x="2069" y="11996"/>
                </a:lnTo>
                <a:close/>
                <a:moveTo>
                  <a:pt x="14065" y="12239"/>
                </a:moveTo>
                <a:lnTo>
                  <a:pt x="14186" y="12361"/>
                </a:lnTo>
                <a:lnTo>
                  <a:pt x="14405" y="12507"/>
                </a:lnTo>
                <a:lnTo>
                  <a:pt x="14502" y="12580"/>
                </a:lnTo>
                <a:lnTo>
                  <a:pt x="14624" y="12629"/>
                </a:lnTo>
                <a:lnTo>
                  <a:pt x="14381" y="12969"/>
                </a:lnTo>
                <a:lnTo>
                  <a:pt x="14332" y="12872"/>
                </a:lnTo>
                <a:lnTo>
                  <a:pt x="14259" y="12799"/>
                </a:lnTo>
                <a:lnTo>
                  <a:pt x="14113" y="12677"/>
                </a:lnTo>
                <a:lnTo>
                  <a:pt x="13919" y="12483"/>
                </a:lnTo>
                <a:lnTo>
                  <a:pt x="14065" y="12239"/>
                </a:lnTo>
                <a:close/>
                <a:moveTo>
                  <a:pt x="2531" y="12604"/>
                </a:moveTo>
                <a:lnTo>
                  <a:pt x="2726" y="12848"/>
                </a:lnTo>
                <a:lnTo>
                  <a:pt x="2458" y="13237"/>
                </a:lnTo>
                <a:lnTo>
                  <a:pt x="2361" y="13359"/>
                </a:lnTo>
                <a:lnTo>
                  <a:pt x="2044" y="12921"/>
                </a:lnTo>
                <a:lnTo>
                  <a:pt x="2142" y="12896"/>
                </a:lnTo>
                <a:lnTo>
                  <a:pt x="2239" y="12848"/>
                </a:lnTo>
                <a:lnTo>
                  <a:pt x="2385" y="12726"/>
                </a:lnTo>
                <a:lnTo>
                  <a:pt x="2531" y="12604"/>
                </a:lnTo>
                <a:close/>
                <a:moveTo>
                  <a:pt x="13773" y="12702"/>
                </a:moveTo>
                <a:lnTo>
                  <a:pt x="13797" y="12726"/>
                </a:lnTo>
                <a:lnTo>
                  <a:pt x="13992" y="12945"/>
                </a:lnTo>
                <a:lnTo>
                  <a:pt x="14089" y="13042"/>
                </a:lnTo>
                <a:lnTo>
                  <a:pt x="14162" y="13164"/>
                </a:lnTo>
                <a:lnTo>
                  <a:pt x="14211" y="13213"/>
                </a:lnTo>
                <a:lnTo>
                  <a:pt x="13967" y="13505"/>
                </a:lnTo>
                <a:lnTo>
                  <a:pt x="13821" y="13310"/>
                </a:lnTo>
                <a:lnTo>
                  <a:pt x="13675" y="13115"/>
                </a:lnTo>
                <a:lnTo>
                  <a:pt x="13529" y="13018"/>
                </a:lnTo>
                <a:lnTo>
                  <a:pt x="13773" y="12702"/>
                </a:lnTo>
                <a:close/>
                <a:moveTo>
                  <a:pt x="2993" y="13164"/>
                </a:moveTo>
                <a:lnTo>
                  <a:pt x="3188" y="13383"/>
                </a:lnTo>
                <a:lnTo>
                  <a:pt x="3164" y="13456"/>
                </a:lnTo>
                <a:lnTo>
                  <a:pt x="2969" y="13651"/>
                </a:lnTo>
                <a:lnTo>
                  <a:pt x="2896" y="13748"/>
                </a:lnTo>
                <a:lnTo>
                  <a:pt x="2823" y="13845"/>
                </a:lnTo>
                <a:lnTo>
                  <a:pt x="2726" y="13772"/>
                </a:lnTo>
                <a:lnTo>
                  <a:pt x="2580" y="13578"/>
                </a:lnTo>
                <a:lnTo>
                  <a:pt x="2653" y="13529"/>
                </a:lnTo>
                <a:lnTo>
                  <a:pt x="2726" y="13456"/>
                </a:lnTo>
                <a:lnTo>
                  <a:pt x="2993" y="13164"/>
                </a:lnTo>
                <a:close/>
                <a:moveTo>
                  <a:pt x="13383" y="13188"/>
                </a:moveTo>
                <a:lnTo>
                  <a:pt x="13456" y="13334"/>
                </a:lnTo>
                <a:lnTo>
                  <a:pt x="13724" y="13748"/>
                </a:lnTo>
                <a:lnTo>
                  <a:pt x="13578" y="13918"/>
                </a:lnTo>
                <a:lnTo>
                  <a:pt x="13456" y="14040"/>
                </a:lnTo>
                <a:lnTo>
                  <a:pt x="13335" y="13821"/>
                </a:lnTo>
                <a:lnTo>
                  <a:pt x="13213" y="13602"/>
                </a:lnTo>
                <a:lnTo>
                  <a:pt x="13116" y="13480"/>
                </a:lnTo>
                <a:lnTo>
                  <a:pt x="13237" y="13334"/>
                </a:lnTo>
                <a:lnTo>
                  <a:pt x="13383" y="13188"/>
                </a:lnTo>
                <a:close/>
                <a:moveTo>
                  <a:pt x="3456" y="13651"/>
                </a:moveTo>
                <a:lnTo>
                  <a:pt x="3796" y="13991"/>
                </a:lnTo>
                <a:lnTo>
                  <a:pt x="3650" y="14089"/>
                </a:lnTo>
                <a:lnTo>
                  <a:pt x="3504" y="14186"/>
                </a:lnTo>
                <a:lnTo>
                  <a:pt x="3407" y="14259"/>
                </a:lnTo>
                <a:lnTo>
                  <a:pt x="3334" y="14332"/>
                </a:lnTo>
                <a:lnTo>
                  <a:pt x="3042" y="14089"/>
                </a:lnTo>
                <a:lnTo>
                  <a:pt x="3164" y="13967"/>
                </a:lnTo>
                <a:lnTo>
                  <a:pt x="3237" y="13894"/>
                </a:lnTo>
                <a:lnTo>
                  <a:pt x="3334" y="13797"/>
                </a:lnTo>
                <a:lnTo>
                  <a:pt x="3456" y="13651"/>
                </a:lnTo>
                <a:close/>
                <a:moveTo>
                  <a:pt x="12945" y="13651"/>
                </a:moveTo>
                <a:lnTo>
                  <a:pt x="12994" y="13748"/>
                </a:lnTo>
                <a:lnTo>
                  <a:pt x="13213" y="14210"/>
                </a:lnTo>
                <a:lnTo>
                  <a:pt x="13213" y="14235"/>
                </a:lnTo>
                <a:lnTo>
                  <a:pt x="13043" y="14381"/>
                </a:lnTo>
                <a:lnTo>
                  <a:pt x="12970" y="14210"/>
                </a:lnTo>
                <a:lnTo>
                  <a:pt x="12897" y="14040"/>
                </a:lnTo>
                <a:lnTo>
                  <a:pt x="12824" y="13918"/>
                </a:lnTo>
                <a:lnTo>
                  <a:pt x="12751" y="13821"/>
                </a:lnTo>
                <a:lnTo>
                  <a:pt x="12945" y="13651"/>
                </a:lnTo>
                <a:close/>
                <a:moveTo>
                  <a:pt x="3967" y="14162"/>
                </a:moveTo>
                <a:lnTo>
                  <a:pt x="4332" y="14454"/>
                </a:lnTo>
                <a:lnTo>
                  <a:pt x="4283" y="14502"/>
                </a:lnTo>
                <a:lnTo>
                  <a:pt x="4113" y="14648"/>
                </a:lnTo>
                <a:lnTo>
                  <a:pt x="4040" y="14721"/>
                </a:lnTo>
                <a:lnTo>
                  <a:pt x="3991" y="14794"/>
                </a:lnTo>
                <a:lnTo>
                  <a:pt x="3602" y="14551"/>
                </a:lnTo>
                <a:lnTo>
                  <a:pt x="3748" y="14429"/>
                </a:lnTo>
                <a:lnTo>
                  <a:pt x="3845" y="14308"/>
                </a:lnTo>
                <a:lnTo>
                  <a:pt x="3967" y="14162"/>
                </a:lnTo>
                <a:close/>
                <a:moveTo>
                  <a:pt x="12556" y="13991"/>
                </a:moveTo>
                <a:lnTo>
                  <a:pt x="12605" y="14113"/>
                </a:lnTo>
                <a:lnTo>
                  <a:pt x="12678" y="14332"/>
                </a:lnTo>
                <a:lnTo>
                  <a:pt x="12775" y="14551"/>
                </a:lnTo>
                <a:lnTo>
                  <a:pt x="12775" y="14600"/>
                </a:lnTo>
                <a:lnTo>
                  <a:pt x="12459" y="14819"/>
                </a:lnTo>
                <a:lnTo>
                  <a:pt x="12434" y="14673"/>
                </a:lnTo>
                <a:lnTo>
                  <a:pt x="12361" y="14527"/>
                </a:lnTo>
                <a:lnTo>
                  <a:pt x="12313" y="14381"/>
                </a:lnTo>
                <a:lnTo>
                  <a:pt x="12215" y="14235"/>
                </a:lnTo>
                <a:lnTo>
                  <a:pt x="12556" y="13991"/>
                </a:lnTo>
                <a:close/>
                <a:moveTo>
                  <a:pt x="8760" y="1509"/>
                </a:moveTo>
                <a:lnTo>
                  <a:pt x="9174" y="1557"/>
                </a:lnTo>
                <a:lnTo>
                  <a:pt x="9222" y="1582"/>
                </a:lnTo>
                <a:lnTo>
                  <a:pt x="9271" y="1606"/>
                </a:lnTo>
                <a:lnTo>
                  <a:pt x="9368" y="1582"/>
                </a:lnTo>
                <a:lnTo>
                  <a:pt x="10123" y="1728"/>
                </a:lnTo>
                <a:lnTo>
                  <a:pt x="10488" y="1825"/>
                </a:lnTo>
                <a:lnTo>
                  <a:pt x="10877" y="1947"/>
                </a:lnTo>
                <a:lnTo>
                  <a:pt x="11291" y="2117"/>
                </a:lnTo>
                <a:lnTo>
                  <a:pt x="11656" y="2287"/>
                </a:lnTo>
                <a:lnTo>
                  <a:pt x="11510" y="2385"/>
                </a:lnTo>
                <a:lnTo>
                  <a:pt x="11388" y="2531"/>
                </a:lnTo>
                <a:lnTo>
                  <a:pt x="11193" y="2823"/>
                </a:lnTo>
                <a:lnTo>
                  <a:pt x="10950" y="3066"/>
                </a:lnTo>
                <a:lnTo>
                  <a:pt x="10853" y="3212"/>
                </a:lnTo>
                <a:lnTo>
                  <a:pt x="10828" y="3285"/>
                </a:lnTo>
                <a:lnTo>
                  <a:pt x="10804" y="3358"/>
                </a:lnTo>
                <a:lnTo>
                  <a:pt x="10804" y="3407"/>
                </a:lnTo>
                <a:lnTo>
                  <a:pt x="10828" y="3431"/>
                </a:lnTo>
                <a:lnTo>
                  <a:pt x="10853" y="3480"/>
                </a:lnTo>
                <a:lnTo>
                  <a:pt x="10974" y="3480"/>
                </a:lnTo>
                <a:lnTo>
                  <a:pt x="11047" y="3455"/>
                </a:lnTo>
                <a:lnTo>
                  <a:pt x="11193" y="3358"/>
                </a:lnTo>
                <a:lnTo>
                  <a:pt x="11315" y="3261"/>
                </a:lnTo>
                <a:lnTo>
                  <a:pt x="11412" y="3139"/>
                </a:lnTo>
                <a:lnTo>
                  <a:pt x="11680" y="2871"/>
                </a:lnTo>
                <a:lnTo>
                  <a:pt x="11826" y="2725"/>
                </a:lnTo>
                <a:lnTo>
                  <a:pt x="11875" y="2628"/>
                </a:lnTo>
                <a:lnTo>
                  <a:pt x="11948" y="2555"/>
                </a:lnTo>
                <a:lnTo>
                  <a:pt x="11948" y="2458"/>
                </a:lnTo>
                <a:lnTo>
                  <a:pt x="12313" y="2701"/>
                </a:lnTo>
                <a:lnTo>
                  <a:pt x="12629" y="2969"/>
                </a:lnTo>
                <a:lnTo>
                  <a:pt x="12945" y="3261"/>
                </a:lnTo>
                <a:lnTo>
                  <a:pt x="13237" y="3601"/>
                </a:lnTo>
                <a:lnTo>
                  <a:pt x="13456" y="3869"/>
                </a:lnTo>
                <a:lnTo>
                  <a:pt x="13651" y="4137"/>
                </a:lnTo>
                <a:lnTo>
                  <a:pt x="13821" y="4429"/>
                </a:lnTo>
                <a:lnTo>
                  <a:pt x="13992" y="4745"/>
                </a:lnTo>
                <a:lnTo>
                  <a:pt x="13870" y="4745"/>
                </a:lnTo>
                <a:lnTo>
                  <a:pt x="13748" y="4794"/>
                </a:lnTo>
                <a:lnTo>
                  <a:pt x="13505" y="4940"/>
                </a:lnTo>
                <a:lnTo>
                  <a:pt x="13237" y="5134"/>
                </a:lnTo>
                <a:lnTo>
                  <a:pt x="13067" y="5207"/>
                </a:lnTo>
                <a:lnTo>
                  <a:pt x="12921" y="5305"/>
                </a:lnTo>
                <a:lnTo>
                  <a:pt x="12872" y="5378"/>
                </a:lnTo>
                <a:lnTo>
                  <a:pt x="12872" y="5451"/>
                </a:lnTo>
                <a:lnTo>
                  <a:pt x="12897" y="5524"/>
                </a:lnTo>
                <a:lnTo>
                  <a:pt x="12970" y="5597"/>
                </a:lnTo>
                <a:lnTo>
                  <a:pt x="13043" y="5621"/>
                </a:lnTo>
                <a:lnTo>
                  <a:pt x="13116" y="5645"/>
                </a:lnTo>
                <a:lnTo>
                  <a:pt x="13286" y="5645"/>
                </a:lnTo>
                <a:lnTo>
                  <a:pt x="13432" y="5572"/>
                </a:lnTo>
                <a:lnTo>
                  <a:pt x="13578" y="5499"/>
                </a:lnTo>
                <a:lnTo>
                  <a:pt x="13870" y="5329"/>
                </a:lnTo>
                <a:lnTo>
                  <a:pt x="14016" y="5256"/>
                </a:lnTo>
                <a:lnTo>
                  <a:pt x="14162" y="5207"/>
                </a:lnTo>
                <a:lnTo>
                  <a:pt x="14211" y="5159"/>
                </a:lnTo>
                <a:lnTo>
                  <a:pt x="14381" y="5621"/>
                </a:lnTo>
                <a:lnTo>
                  <a:pt x="14502" y="6059"/>
                </a:lnTo>
                <a:lnTo>
                  <a:pt x="14600" y="6448"/>
                </a:lnTo>
                <a:lnTo>
                  <a:pt x="14648" y="6862"/>
                </a:lnTo>
                <a:lnTo>
                  <a:pt x="14746" y="7665"/>
                </a:lnTo>
                <a:lnTo>
                  <a:pt x="14746" y="7860"/>
                </a:lnTo>
                <a:lnTo>
                  <a:pt x="14746" y="8054"/>
                </a:lnTo>
                <a:lnTo>
                  <a:pt x="14575" y="8030"/>
                </a:lnTo>
                <a:lnTo>
                  <a:pt x="14138" y="8030"/>
                </a:lnTo>
                <a:lnTo>
                  <a:pt x="14016" y="8054"/>
                </a:lnTo>
                <a:lnTo>
                  <a:pt x="13919" y="8079"/>
                </a:lnTo>
                <a:lnTo>
                  <a:pt x="13821" y="8127"/>
                </a:lnTo>
                <a:lnTo>
                  <a:pt x="13748" y="8200"/>
                </a:lnTo>
                <a:lnTo>
                  <a:pt x="13724" y="8273"/>
                </a:lnTo>
                <a:lnTo>
                  <a:pt x="13700" y="8322"/>
                </a:lnTo>
                <a:lnTo>
                  <a:pt x="13724" y="8346"/>
                </a:lnTo>
                <a:lnTo>
                  <a:pt x="13773" y="8419"/>
                </a:lnTo>
                <a:lnTo>
                  <a:pt x="13846" y="8444"/>
                </a:lnTo>
                <a:lnTo>
                  <a:pt x="13992" y="8492"/>
                </a:lnTo>
                <a:lnTo>
                  <a:pt x="14138" y="8517"/>
                </a:lnTo>
                <a:lnTo>
                  <a:pt x="14284" y="8517"/>
                </a:lnTo>
                <a:lnTo>
                  <a:pt x="14527" y="8565"/>
                </a:lnTo>
                <a:lnTo>
                  <a:pt x="14746" y="8614"/>
                </a:lnTo>
                <a:lnTo>
                  <a:pt x="14794" y="8809"/>
                </a:lnTo>
                <a:lnTo>
                  <a:pt x="14770" y="9052"/>
                </a:lnTo>
                <a:lnTo>
                  <a:pt x="14697" y="9441"/>
                </a:lnTo>
                <a:lnTo>
                  <a:pt x="14600" y="9806"/>
                </a:lnTo>
                <a:lnTo>
                  <a:pt x="14356" y="10560"/>
                </a:lnTo>
                <a:lnTo>
                  <a:pt x="14186" y="11023"/>
                </a:lnTo>
                <a:lnTo>
                  <a:pt x="13992" y="11461"/>
                </a:lnTo>
                <a:lnTo>
                  <a:pt x="13821" y="11363"/>
                </a:lnTo>
                <a:lnTo>
                  <a:pt x="13651" y="11290"/>
                </a:lnTo>
                <a:lnTo>
                  <a:pt x="13456" y="11169"/>
                </a:lnTo>
                <a:lnTo>
                  <a:pt x="13335" y="11096"/>
                </a:lnTo>
                <a:lnTo>
                  <a:pt x="13237" y="11047"/>
                </a:lnTo>
                <a:lnTo>
                  <a:pt x="13164" y="11047"/>
                </a:lnTo>
                <a:lnTo>
                  <a:pt x="13091" y="11071"/>
                </a:lnTo>
                <a:lnTo>
                  <a:pt x="13043" y="11096"/>
                </a:lnTo>
                <a:lnTo>
                  <a:pt x="13018" y="11120"/>
                </a:lnTo>
                <a:lnTo>
                  <a:pt x="12994" y="11193"/>
                </a:lnTo>
                <a:lnTo>
                  <a:pt x="12970" y="11242"/>
                </a:lnTo>
                <a:lnTo>
                  <a:pt x="12970" y="11315"/>
                </a:lnTo>
                <a:lnTo>
                  <a:pt x="12994" y="11363"/>
                </a:lnTo>
                <a:lnTo>
                  <a:pt x="13067" y="11461"/>
                </a:lnTo>
                <a:lnTo>
                  <a:pt x="13164" y="11558"/>
                </a:lnTo>
                <a:lnTo>
                  <a:pt x="13383" y="11680"/>
                </a:lnTo>
                <a:lnTo>
                  <a:pt x="13554" y="11801"/>
                </a:lnTo>
                <a:lnTo>
                  <a:pt x="13651" y="11850"/>
                </a:lnTo>
                <a:lnTo>
                  <a:pt x="13748" y="11899"/>
                </a:lnTo>
                <a:lnTo>
                  <a:pt x="13578" y="12191"/>
                </a:lnTo>
                <a:lnTo>
                  <a:pt x="13359" y="12483"/>
                </a:lnTo>
                <a:lnTo>
                  <a:pt x="13164" y="12750"/>
                </a:lnTo>
                <a:lnTo>
                  <a:pt x="12921" y="13018"/>
                </a:lnTo>
                <a:lnTo>
                  <a:pt x="12629" y="13334"/>
                </a:lnTo>
                <a:lnTo>
                  <a:pt x="12337" y="13602"/>
                </a:lnTo>
                <a:lnTo>
                  <a:pt x="11996" y="13845"/>
                </a:lnTo>
                <a:lnTo>
                  <a:pt x="11656" y="14064"/>
                </a:lnTo>
                <a:lnTo>
                  <a:pt x="11558" y="13845"/>
                </a:lnTo>
                <a:lnTo>
                  <a:pt x="11437" y="13626"/>
                </a:lnTo>
                <a:lnTo>
                  <a:pt x="11266" y="13383"/>
                </a:lnTo>
                <a:lnTo>
                  <a:pt x="11169" y="13261"/>
                </a:lnTo>
                <a:lnTo>
                  <a:pt x="11047" y="13188"/>
                </a:lnTo>
                <a:lnTo>
                  <a:pt x="10974" y="13188"/>
                </a:lnTo>
                <a:lnTo>
                  <a:pt x="10926" y="13261"/>
                </a:lnTo>
                <a:lnTo>
                  <a:pt x="10901" y="13334"/>
                </a:lnTo>
                <a:lnTo>
                  <a:pt x="10901" y="13383"/>
                </a:lnTo>
                <a:lnTo>
                  <a:pt x="10926" y="13529"/>
                </a:lnTo>
                <a:lnTo>
                  <a:pt x="11047" y="13772"/>
                </a:lnTo>
                <a:lnTo>
                  <a:pt x="11266" y="14259"/>
                </a:lnTo>
                <a:lnTo>
                  <a:pt x="10926" y="14405"/>
                </a:lnTo>
                <a:lnTo>
                  <a:pt x="10561" y="14502"/>
                </a:lnTo>
                <a:lnTo>
                  <a:pt x="10220" y="14575"/>
                </a:lnTo>
                <a:lnTo>
                  <a:pt x="9879" y="14624"/>
                </a:lnTo>
                <a:lnTo>
                  <a:pt x="9198" y="14721"/>
                </a:lnTo>
                <a:lnTo>
                  <a:pt x="8857" y="14794"/>
                </a:lnTo>
                <a:lnTo>
                  <a:pt x="8663" y="14819"/>
                </a:lnTo>
                <a:lnTo>
                  <a:pt x="8517" y="14892"/>
                </a:lnTo>
                <a:lnTo>
                  <a:pt x="8249" y="14892"/>
                </a:lnTo>
                <a:lnTo>
                  <a:pt x="8249" y="14673"/>
                </a:lnTo>
                <a:lnTo>
                  <a:pt x="8273" y="14429"/>
                </a:lnTo>
                <a:lnTo>
                  <a:pt x="8273" y="14308"/>
                </a:lnTo>
                <a:lnTo>
                  <a:pt x="8249" y="14186"/>
                </a:lnTo>
                <a:lnTo>
                  <a:pt x="8225" y="14089"/>
                </a:lnTo>
                <a:lnTo>
                  <a:pt x="8152" y="13991"/>
                </a:lnTo>
                <a:lnTo>
                  <a:pt x="8127" y="13967"/>
                </a:lnTo>
                <a:lnTo>
                  <a:pt x="8030" y="13967"/>
                </a:lnTo>
                <a:lnTo>
                  <a:pt x="8006" y="13991"/>
                </a:lnTo>
                <a:lnTo>
                  <a:pt x="7933" y="14113"/>
                </a:lnTo>
                <a:lnTo>
                  <a:pt x="7884" y="14235"/>
                </a:lnTo>
                <a:lnTo>
                  <a:pt x="7860" y="14478"/>
                </a:lnTo>
                <a:lnTo>
                  <a:pt x="7835" y="14697"/>
                </a:lnTo>
                <a:lnTo>
                  <a:pt x="7860" y="14916"/>
                </a:lnTo>
                <a:lnTo>
                  <a:pt x="7373" y="14916"/>
                </a:lnTo>
                <a:lnTo>
                  <a:pt x="6911" y="14892"/>
                </a:lnTo>
                <a:lnTo>
                  <a:pt x="6448" y="14819"/>
                </a:lnTo>
                <a:lnTo>
                  <a:pt x="5986" y="14746"/>
                </a:lnTo>
                <a:lnTo>
                  <a:pt x="5694" y="14673"/>
                </a:lnTo>
                <a:lnTo>
                  <a:pt x="5402" y="14551"/>
                </a:lnTo>
                <a:lnTo>
                  <a:pt x="5135" y="14429"/>
                </a:lnTo>
                <a:lnTo>
                  <a:pt x="4891" y="14283"/>
                </a:lnTo>
                <a:lnTo>
                  <a:pt x="4940" y="14210"/>
                </a:lnTo>
                <a:lnTo>
                  <a:pt x="5208" y="13748"/>
                </a:lnTo>
                <a:lnTo>
                  <a:pt x="5329" y="13480"/>
                </a:lnTo>
                <a:lnTo>
                  <a:pt x="5378" y="13359"/>
                </a:lnTo>
                <a:lnTo>
                  <a:pt x="5402" y="13213"/>
                </a:lnTo>
                <a:lnTo>
                  <a:pt x="5402" y="13164"/>
                </a:lnTo>
                <a:lnTo>
                  <a:pt x="5378" y="13140"/>
                </a:lnTo>
                <a:lnTo>
                  <a:pt x="5305" y="13091"/>
                </a:lnTo>
                <a:lnTo>
                  <a:pt x="5232" y="13067"/>
                </a:lnTo>
                <a:lnTo>
                  <a:pt x="5135" y="13115"/>
                </a:lnTo>
                <a:lnTo>
                  <a:pt x="5062" y="13188"/>
                </a:lnTo>
                <a:lnTo>
                  <a:pt x="4989" y="13286"/>
                </a:lnTo>
                <a:lnTo>
                  <a:pt x="4867" y="13505"/>
                </a:lnTo>
                <a:lnTo>
                  <a:pt x="4575" y="13991"/>
                </a:lnTo>
                <a:lnTo>
                  <a:pt x="4551" y="14040"/>
                </a:lnTo>
                <a:lnTo>
                  <a:pt x="4137" y="13675"/>
                </a:lnTo>
                <a:lnTo>
                  <a:pt x="3748" y="13286"/>
                </a:lnTo>
                <a:lnTo>
                  <a:pt x="3407" y="12921"/>
                </a:lnTo>
                <a:lnTo>
                  <a:pt x="3091" y="12556"/>
                </a:lnTo>
                <a:lnTo>
                  <a:pt x="2799" y="12191"/>
                </a:lnTo>
                <a:lnTo>
                  <a:pt x="2531" y="11801"/>
                </a:lnTo>
                <a:lnTo>
                  <a:pt x="2774" y="11704"/>
                </a:lnTo>
                <a:lnTo>
                  <a:pt x="3042" y="11582"/>
                </a:lnTo>
                <a:lnTo>
                  <a:pt x="3285" y="11436"/>
                </a:lnTo>
                <a:lnTo>
                  <a:pt x="3358" y="11363"/>
                </a:lnTo>
                <a:lnTo>
                  <a:pt x="3358" y="11290"/>
                </a:lnTo>
                <a:lnTo>
                  <a:pt x="3334" y="11217"/>
                </a:lnTo>
                <a:lnTo>
                  <a:pt x="3310" y="11144"/>
                </a:lnTo>
                <a:lnTo>
                  <a:pt x="3237" y="11096"/>
                </a:lnTo>
                <a:lnTo>
                  <a:pt x="3164" y="11071"/>
                </a:lnTo>
                <a:lnTo>
                  <a:pt x="3066" y="11071"/>
                </a:lnTo>
                <a:lnTo>
                  <a:pt x="2993" y="11120"/>
                </a:lnTo>
                <a:lnTo>
                  <a:pt x="2799" y="11266"/>
                </a:lnTo>
                <a:lnTo>
                  <a:pt x="2580" y="11363"/>
                </a:lnTo>
                <a:lnTo>
                  <a:pt x="2312" y="11461"/>
                </a:lnTo>
                <a:lnTo>
                  <a:pt x="2117" y="11144"/>
                </a:lnTo>
                <a:lnTo>
                  <a:pt x="1947" y="10828"/>
                </a:lnTo>
                <a:lnTo>
                  <a:pt x="1777" y="10487"/>
                </a:lnTo>
                <a:lnTo>
                  <a:pt x="1631" y="10122"/>
                </a:lnTo>
                <a:lnTo>
                  <a:pt x="1509" y="9782"/>
                </a:lnTo>
                <a:lnTo>
                  <a:pt x="1412" y="9393"/>
                </a:lnTo>
                <a:lnTo>
                  <a:pt x="1363" y="9198"/>
                </a:lnTo>
                <a:lnTo>
                  <a:pt x="1363" y="8979"/>
                </a:lnTo>
                <a:lnTo>
                  <a:pt x="1387" y="8565"/>
                </a:lnTo>
                <a:lnTo>
                  <a:pt x="1412" y="8492"/>
                </a:lnTo>
                <a:lnTo>
                  <a:pt x="1558" y="8517"/>
                </a:lnTo>
                <a:lnTo>
                  <a:pt x="2190" y="8517"/>
                </a:lnTo>
                <a:lnTo>
                  <a:pt x="2288" y="8492"/>
                </a:lnTo>
                <a:lnTo>
                  <a:pt x="2361" y="8444"/>
                </a:lnTo>
                <a:lnTo>
                  <a:pt x="2409" y="8371"/>
                </a:lnTo>
                <a:lnTo>
                  <a:pt x="2409" y="8298"/>
                </a:lnTo>
                <a:lnTo>
                  <a:pt x="2409" y="8200"/>
                </a:lnTo>
                <a:lnTo>
                  <a:pt x="2361" y="8127"/>
                </a:lnTo>
                <a:lnTo>
                  <a:pt x="2288" y="8079"/>
                </a:lnTo>
                <a:lnTo>
                  <a:pt x="2190" y="8054"/>
                </a:lnTo>
                <a:lnTo>
                  <a:pt x="1971" y="8054"/>
                </a:lnTo>
                <a:lnTo>
                  <a:pt x="1752" y="8079"/>
                </a:lnTo>
                <a:lnTo>
                  <a:pt x="1509" y="8103"/>
                </a:lnTo>
                <a:lnTo>
                  <a:pt x="1606" y="7446"/>
                </a:lnTo>
                <a:lnTo>
                  <a:pt x="1704" y="6789"/>
                </a:lnTo>
                <a:lnTo>
                  <a:pt x="1801" y="6132"/>
                </a:lnTo>
                <a:lnTo>
                  <a:pt x="1898" y="5816"/>
                </a:lnTo>
                <a:lnTo>
                  <a:pt x="1996" y="5499"/>
                </a:lnTo>
                <a:lnTo>
                  <a:pt x="2117" y="5159"/>
                </a:lnTo>
                <a:lnTo>
                  <a:pt x="2288" y="5305"/>
                </a:lnTo>
                <a:lnTo>
                  <a:pt x="2458" y="5426"/>
                </a:lnTo>
                <a:lnTo>
                  <a:pt x="2701" y="5597"/>
                </a:lnTo>
                <a:lnTo>
                  <a:pt x="2823" y="5645"/>
                </a:lnTo>
                <a:lnTo>
                  <a:pt x="2945" y="5694"/>
                </a:lnTo>
                <a:lnTo>
                  <a:pt x="3066" y="5694"/>
                </a:lnTo>
                <a:lnTo>
                  <a:pt x="3139" y="5670"/>
                </a:lnTo>
                <a:lnTo>
                  <a:pt x="3212" y="5597"/>
                </a:lnTo>
                <a:lnTo>
                  <a:pt x="3237" y="5524"/>
                </a:lnTo>
                <a:lnTo>
                  <a:pt x="3237" y="5451"/>
                </a:lnTo>
                <a:lnTo>
                  <a:pt x="3237" y="5353"/>
                </a:lnTo>
                <a:lnTo>
                  <a:pt x="3164" y="5280"/>
                </a:lnTo>
                <a:lnTo>
                  <a:pt x="3091" y="5232"/>
                </a:lnTo>
                <a:lnTo>
                  <a:pt x="2872" y="5134"/>
                </a:lnTo>
                <a:lnTo>
                  <a:pt x="2677" y="5037"/>
                </a:lnTo>
                <a:lnTo>
                  <a:pt x="2482" y="4915"/>
                </a:lnTo>
                <a:lnTo>
                  <a:pt x="2288" y="4842"/>
                </a:lnTo>
                <a:lnTo>
                  <a:pt x="2555" y="4429"/>
                </a:lnTo>
                <a:lnTo>
                  <a:pt x="2847" y="4039"/>
                </a:lnTo>
                <a:lnTo>
                  <a:pt x="3188" y="3674"/>
                </a:lnTo>
                <a:lnTo>
                  <a:pt x="3529" y="3334"/>
                </a:lnTo>
                <a:lnTo>
                  <a:pt x="3796" y="3090"/>
                </a:lnTo>
                <a:lnTo>
                  <a:pt x="4088" y="2896"/>
                </a:lnTo>
                <a:lnTo>
                  <a:pt x="4380" y="2701"/>
                </a:lnTo>
                <a:lnTo>
                  <a:pt x="4697" y="2506"/>
                </a:lnTo>
                <a:lnTo>
                  <a:pt x="4770" y="2677"/>
                </a:lnTo>
                <a:lnTo>
                  <a:pt x="4867" y="2847"/>
                </a:lnTo>
                <a:lnTo>
                  <a:pt x="4989" y="3090"/>
                </a:lnTo>
                <a:lnTo>
                  <a:pt x="5062" y="3188"/>
                </a:lnTo>
                <a:lnTo>
                  <a:pt x="5159" y="3285"/>
                </a:lnTo>
                <a:lnTo>
                  <a:pt x="5232" y="3334"/>
                </a:lnTo>
                <a:lnTo>
                  <a:pt x="5329" y="3334"/>
                </a:lnTo>
                <a:lnTo>
                  <a:pt x="5402" y="3309"/>
                </a:lnTo>
                <a:lnTo>
                  <a:pt x="5475" y="3261"/>
                </a:lnTo>
                <a:lnTo>
                  <a:pt x="5524" y="3188"/>
                </a:lnTo>
                <a:lnTo>
                  <a:pt x="5548" y="3115"/>
                </a:lnTo>
                <a:lnTo>
                  <a:pt x="5524" y="3042"/>
                </a:lnTo>
                <a:lnTo>
                  <a:pt x="5475" y="2969"/>
                </a:lnTo>
                <a:lnTo>
                  <a:pt x="5402" y="2920"/>
                </a:lnTo>
                <a:lnTo>
                  <a:pt x="5354" y="2847"/>
                </a:lnTo>
                <a:lnTo>
                  <a:pt x="5232" y="2677"/>
                </a:lnTo>
                <a:lnTo>
                  <a:pt x="5135" y="2506"/>
                </a:lnTo>
                <a:lnTo>
                  <a:pt x="5013" y="2360"/>
                </a:lnTo>
                <a:lnTo>
                  <a:pt x="5402" y="2166"/>
                </a:lnTo>
                <a:lnTo>
                  <a:pt x="5792" y="2020"/>
                </a:lnTo>
                <a:lnTo>
                  <a:pt x="6084" y="1922"/>
                </a:lnTo>
                <a:lnTo>
                  <a:pt x="6375" y="1849"/>
                </a:lnTo>
                <a:lnTo>
                  <a:pt x="6984" y="1728"/>
                </a:lnTo>
                <a:lnTo>
                  <a:pt x="7178" y="1703"/>
                </a:lnTo>
                <a:lnTo>
                  <a:pt x="7397" y="1679"/>
                </a:lnTo>
                <a:lnTo>
                  <a:pt x="7616" y="1679"/>
                </a:lnTo>
                <a:lnTo>
                  <a:pt x="7835" y="1655"/>
                </a:lnTo>
                <a:lnTo>
                  <a:pt x="7835" y="1825"/>
                </a:lnTo>
                <a:lnTo>
                  <a:pt x="7835" y="1995"/>
                </a:lnTo>
                <a:lnTo>
                  <a:pt x="7835" y="2287"/>
                </a:lnTo>
                <a:lnTo>
                  <a:pt x="7884" y="2579"/>
                </a:lnTo>
                <a:lnTo>
                  <a:pt x="7908" y="2652"/>
                </a:lnTo>
                <a:lnTo>
                  <a:pt x="7957" y="2701"/>
                </a:lnTo>
                <a:lnTo>
                  <a:pt x="8030" y="2725"/>
                </a:lnTo>
                <a:lnTo>
                  <a:pt x="8127" y="2750"/>
                </a:lnTo>
                <a:lnTo>
                  <a:pt x="8200" y="2725"/>
                </a:lnTo>
                <a:lnTo>
                  <a:pt x="8273" y="2677"/>
                </a:lnTo>
                <a:lnTo>
                  <a:pt x="8322" y="2604"/>
                </a:lnTo>
                <a:lnTo>
                  <a:pt x="8322" y="2506"/>
                </a:lnTo>
                <a:lnTo>
                  <a:pt x="8273" y="1995"/>
                </a:lnTo>
                <a:lnTo>
                  <a:pt x="8273" y="1776"/>
                </a:lnTo>
                <a:lnTo>
                  <a:pt x="8249" y="1655"/>
                </a:lnTo>
                <a:lnTo>
                  <a:pt x="8225" y="1533"/>
                </a:lnTo>
                <a:lnTo>
                  <a:pt x="8444" y="1509"/>
                </a:lnTo>
                <a:close/>
                <a:moveTo>
                  <a:pt x="4575" y="14624"/>
                </a:moveTo>
                <a:lnTo>
                  <a:pt x="4794" y="14746"/>
                </a:lnTo>
                <a:lnTo>
                  <a:pt x="4672" y="14892"/>
                </a:lnTo>
                <a:lnTo>
                  <a:pt x="4526" y="15086"/>
                </a:lnTo>
                <a:lnTo>
                  <a:pt x="4502" y="15135"/>
                </a:lnTo>
                <a:lnTo>
                  <a:pt x="4283" y="14989"/>
                </a:lnTo>
                <a:lnTo>
                  <a:pt x="4380" y="14867"/>
                </a:lnTo>
                <a:lnTo>
                  <a:pt x="4478" y="14746"/>
                </a:lnTo>
                <a:lnTo>
                  <a:pt x="4575" y="14624"/>
                </a:lnTo>
                <a:close/>
                <a:moveTo>
                  <a:pt x="11996" y="14405"/>
                </a:moveTo>
                <a:lnTo>
                  <a:pt x="12045" y="14575"/>
                </a:lnTo>
                <a:lnTo>
                  <a:pt x="12118" y="14770"/>
                </a:lnTo>
                <a:lnTo>
                  <a:pt x="12167" y="14940"/>
                </a:lnTo>
                <a:lnTo>
                  <a:pt x="12191" y="14989"/>
                </a:lnTo>
                <a:lnTo>
                  <a:pt x="11850" y="15184"/>
                </a:lnTo>
                <a:lnTo>
                  <a:pt x="11826" y="15086"/>
                </a:lnTo>
                <a:lnTo>
                  <a:pt x="11777" y="14989"/>
                </a:lnTo>
                <a:lnTo>
                  <a:pt x="11656" y="14819"/>
                </a:lnTo>
                <a:lnTo>
                  <a:pt x="11534" y="14648"/>
                </a:lnTo>
                <a:lnTo>
                  <a:pt x="11777" y="14527"/>
                </a:lnTo>
                <a:lnTo>
                  <a:pt x="11996" y="14405"/>
                </a:lnTo>
                <a:close/>
                <a:moveTo>
                  <a:pt x="11339" y="14746"/>
                </a:moveTo>
                <a:lnTo>
                  <a:pt x="11364" y="14892"/>
                </a:lnTo>
                <a:lnTo>
                  <a:pt x="11437" y="15111"/>
                </a:lnTo>
                <a:lnTo>
                  <a:pt x="11558" y="15330"/>
                </a:lnTo>
                <a:lnTo>
                  <a:pt x="11169" y="15500"/>
                </a:lnTo>
                <a:lnTo>
                  <a:pt x="11193" y="15451"/>
                </a:lnTo>
                <a:lnTo>
                  <a:pt x="11169" y="15378"/>
                </a:lnTo>
                <a:lnTo>
                  <a:pt x="10901" y="15086"/>
                </a:lnTo>
                <a:lnTo>
                  <a:pt x="10804" y="14916"/>
                </a:lnTo>
                <a:lnTo>
                  <a:pt x="11023" y="14843"/>
                </a:lnTo>
                <a:lnTo>
                  <a:pt x="11339" y="14746"/>
                </a:lnTo>
                <a:close/>
                <a:moveTo>
                  <a:pt x="5135" y="14916"/>
                </a:moveTo>
                <a:lnTo>
                  <a:pt x="5548" y="15086"/>
                </a:lnTo>
                <a:lnTo>
                  <a:pt x="5402" y="15232"/>
                </a:lnTo>
                <a:lnTo>
                  <a:pt x="5281" y="15403"/>
                </a:lnTo>
                <a:lnTo>
                  <a:pt x="5232" y="15500"/>
                </a:lnTo>
                <a:lnTo>
                  <a:pt x="5208" y="15573"/>
                </a:lnTo>
                <a:lnTo>
                  <a:pt x="5208" y="15646"/>
                </a:lnTo>
                <a:lnTo>
                  <a:pt x="5183" y="15646"/>
                </a:lnTo>
                <a:lnTo>
                  <a:pt x="5086" y="15597"/>
                </a:lnTo>
                <a:lnTo>
                  <a:pt x="4989" y="15549"/>
                </a:lnTo>
                <a:lnTo>
                  <a:pt x="4818" y="15427"/>
                </a:lnTo>
                <a:lnTo>
                  <a:pt x="4891" y="15305"/>
                </a:lnTo>
                <a:lnTo>
                  <a:pt x="4964" y="15208"/>
                </a:lnTo>
                <a:lnTo>
                  <a:pt x="5086" y="15013"/>
                </a:lnTo>
                <a:lnTo>
                  <a:pt x="5086" y="14965"/>
                </a:lnTo>
                <a:lnTo>
                  <a:pt x="5110" y="14965"/>
                </a:lnTo>
                <a:lnTo>
                  <a:pt x="5110" y="14940"/>
                </a:lnTo>
                <a:lnTo>
                  <a:pt x="5135" y="14916"/>
                </a:lnTo>
                <a:close/>
                <a:moveTo>
                  <a:pt x="10561" y="14965"/>
                </a:moveTo>
                <a:lnTo>
                  <a:pt x="10609" y="15135"/>
                </a:lnTo>
                <a:lnTo>
                  <a:pt x="10707" y="15305"/>
                </a:lnTo>
                <a:lnTo>
                  <a:pt x="10804" y="15451"/>
                </a:lnTo>
                <a:lnTo>
                  <a:pt x="10926" y="15573"/>
                </a:lnTo>
                <a:lnTo>
                  <a:pt x="10950" y="15597"/>
                </a:lnTo>
                <a:lnTo>
                  <a:pt x="10877" y="15622"/>
                </a:lnTo>
                <a:lnTo>
                  <a:pt x="10609" y="15719"/>
                </a:lnTo>
                <a:lnTo>
                  <a:pt x="10585" y="15670"/>
                </a:lnTo>
                <a:lnTo>
                  <a:pt x="10512" y="15476"/>
                </a:lnTo>
                <a:lnTo>
                  <a:pt x="10415" y="15305"/>
                </a:lnTo>
                <a:lnTo>
                  <a:pt x="10342" y="15184"/>
                </a:lnTo>
                <a:lnTo>
                  <a:pt x="10293" y="15038"/>
                </a:lnTo>
                <a:lnTo>
                  <a:pt x="10561" y="14965"/>
                </a:lnTo>
                <a:close/>
                <a:moveTo>
                  <a:pt x="5913" y="15184"/>
                </a:moveTo>
                <a:lnTo>
                  <a:pt x="6327" y="15257"/>
                </a:lnTo>
                <a:lnTo>
                  <a:pt x="6181" y="15403"/>
                </a:lnTo>
                <a:lnTo>
                  <a:pt x="6084" y="15500"/>
                </a:lnTo>
                <a:lnTo>
                  <a:pt x="5986" y="15597"/>
                </a:lnTo>
                <a:lnTo>
                  <a:pt x="5913" y="15743"/>
                </a:lnTo>
                <a:lnTo>
                  <a:pt x="5889" y="15792"/>
                </a:lnTo>
                <a:lnTo>
                  <a:pt x="5865" y="15865"/>
                </a:lnTo>
                <a:lnTo>
                  <a:pt x="5524" y="15768"/>
                </a:lnTo>
                <a:lnTo>
                  <a:pt x="5621" y="15622"/>
                </a:lnTo>
                <a:lnTo>
                  <a:pt x="5694" y="15476"/>
                </a:lnTo>
                <a:lnTo>
                  <a:pt x="5889" y="15208"/>
                </a:lnTo>
                <a:lnTo>
                  <a:pt x="5913" y="15184"/>
                </a:lnTo>
                <a:close/>
                <a:moveTo>
                  <a:pt x="10025" y="15062"/>
                </a:moveTo>
                <a:lnTo>
                  <a:pt x="10025" y="15159"/>
                </a:lnTo>
                <a:lnTo>
                  <a:pt x="10025" y="15232"/>
                </a:lnTo>
                <a:lnTo>
                  <a:pt x="10074" y="15427"/>
                </a:lnTo>
                <a:lnTo>
                  <a:pt x="10171" y="15597"/>
                </a:lnTo>
                <a:lnTo>
                  <a:pt x="10220" y="15768"/>
                </a:lnTo>
                <a:lnTo>
                  <a:pt x="10244" y="15816"/>
                </a:lnTo>
                <a:lnTo>
                  <a:pt x="9758" y="15914"/>
                </a:lnTo>
                <a:lnTo>
                  <a:pt x="9758" y="15841"/>
                </a:lnTo>
                <a:lnTo>
                  <a:pt x="9758" y="15743"/>
                </a:lnTo>
                <a:lnTo>
                  <a:pt x="9709" y="15597"/>
                </a:lnTo>
                <a:lnTo>
                  <a:pt x="9660" y="15354"/>
                </a:lnTo>
                <a:lnTo>
                  <a:pt x="9660" y="15135"/>
                </a:lnTo>
                <a:lnTo>
                  <a:pt x="10025" y="15062"/>
                </a:lnTo>
                <a:close/>
                <a:moveTo>
                  <a:pt x="9466" y="15135"/>
                </a:moveTo>
                <a:lnTo>
                  <a:pt x="9441" y="15257"/>
                </a:lnTo>
                <a:lnTo>
                  <a:pt x="9417" y="15354"/>
                </a:lnTo>
                <a:lnTo>
                  <a:pt x="9417" y="15549"/>
                </a:lnTo>
                <a:lnTo>
                  <a:pt x="9417" y="15768"/>
                </a:lnTo>
                <a:lnTo>
                  <a:pt x="9441" y="15889"/>
                </a:lnTo>
                <a:lnTo>
                  <a:pt x="9490" y="15987"/>
                </a:lnTo>
                <a:lnTo>
                  <a:pt x="9441" y="15987"/>
                </a:lnTo>
                <a:lnTo>
                  <a:pt x="9247" y="16011"/>
                </a:lnTo>
                <a:lnTo>
                  <a:pt x="9222" y="15889"/>
                </a:lnTo>
                <a:lnTo>
                  <a:pt x="9198" y="15768"/>
                </a:lnTo>
                <a:lnTo>
                  <a:pt x="9125" y="15451"/>
                </a:lnTo>
                <a:lnTo>
                  <a:pt x="9125" y="15354"/>
                </a:lnTo>
                <a:lnTo>
                  <a:pt x="9076" y="15208"/>
                </a:lnTo>
                <a:lnTo>
                  <a:pt x="9441" y="15159"/>
                </a:lnTo>
                <a:lnTo>
                  <a:pt x="9466" y="15135"/>
                </a:lnTo>
                <a:close/>
                <a:moveTo>
                  <a:pt x="6594" y="15305"/>
                </a:moveTo>
                <a:lnTo>
                  <a:pt x="7032" y="15354"/>
                </a:lnTo>
                <a:lnTo>
                  <a:pt x="6984" y="15476"/>
                </a:lnTo>
                <a:lnTo>
                  <a:pt x="6935" y="15573"/>
                </a:lnTo>
                <a:lnTo>
                  <a:pt x="6886" y="15743"/>
                </a:lnTo>
                <a:lnTo>
                  <a:pt x="6813" y="15889"/>
                </a:lnTo>
                <a:lnTo>
                  <a:pt x="6765" y="15962"/>
                </a:lnTo>
                <a:lnTo>
                  <a:pt x="6740" y="16060"/>
                </a:lnTo>
                <a:lnTo>
                  <a:pt x="6254" y="15962"/>
                </a:lnTo>
                <a:lnTo>
                  <a:pt x="6351" y="15816"/>
                </a:lnTo>
                <a:lnTo>
                  <a:pt x="6448" y="15646"/>
                </a:lnTo>
                <a:lnTo>
                  <a:pt x="6521" y="15500"/>
                </a:lnTo>
                <a:lnTo>
                  <a:pt x="6570" y="15403"/>
                </a:lnTo>
                <a:lnTo>
                  <a:pt x="6594" y="15305"/>
                </a:lnTo>
                <a:close/>
                <a:moveTo>
                  <a:pt x="8249" y="15354"/>
                </a:moveTo>
                <a:lnTo>
                  <a:pt x="8225" y="15476"/>
                </a:lnTo>
                <a:lnTo>
                  <a:pt x="8200" y="15573"/>
                </a:lnTo>
                <a:lnTo>
                  <a:pt x="8200" y="15695"/>
                </a:lnTo>
                <a:lnTo>
                  <a:pt x="8200" y="15816"/>
                </a:lnTo>
                <a:lnTo>
                  <a:pt x="8273" y="16035"/>
                </a:lnTo>
                <a:lnTo>
                  <a:pt x="8127" y="16060"/>
                </a:lnTo>
                <a:lnTo>
                  <a:pt x="8103" y="16011"/>
                </a:lnTo>
                <a:lnTo>
                  <a:pt x="8079" y="15962"/>
                </a:lnTo>
                <a:lnTo>
                  <a:pt x="8054" y="15938"/>
                </a:lnTo>
                <a:lnTo>
                  <a:pt x="8054" y="15914"/>
                </a:lnTo>
                <a:lnTo>
                  <a:pt x="8054" y="15695"/>
                </a:lnTo>
                <a:lnTo>
                  <a:pt x="8079" y="15476"/>
                </a:lnTo>
                <a:lnTo>
                  <a:pt x="8079" y="15354"/>
                </a:lnTo>
                <a:close/>
                <a:moveTo>
                  <a:pt x="8930" y="15232"/>
                </a:moveTo>
                <a:lnTo>
                  <a:pt x="8906" y="15305"/>
                </a:lnTo>
                <a:lnTo>
                  <a:pt x="8882" y="15403"/>
                </a:lnTo>
                <a:lnTo>
                  <a:pt x="8857" y="15573"/>
                </a:lnTo>
                <a:lnTo>
                  <a:pt x="8857" y="15816"/>
                </a:lnTo>
                <a:lnTo>
                  <a:pt x="8882" y="15938"/>
                </a:lnTo>
                <a:lnTo>
                  <a:pt x="8930" y="16060"/>
                </a:lnTo>
                <a:lnTo>
                  <a:pt x="8638" y="16084"/>
                </a:lnTo>
                <a:lnTo>
                  <a:pt x="8638" y="16035"/>
                </a:lnTo>
                <a:lnTo>
                  <a:pt x="8638" y="15987"/>
                </a:lnTo>
                <a:lnTo>
                  <a:pt x="8565" y="15816"/>
                </a:lnTo>
                <a:lnTo>
                  <a:pt x="8517" y="15622"/>
                </a:lnTo>
                <a:lnTo>
                  <a:pt x="8541" y="15476"/>
                </a:lnTo>
                <a:lnTo>
                  <a:pt x="8541" y="15330"/>
                </a:lnTo>
                <a:lnTo>
                  <a:pt x="8614" y="15305"/>
                </a:lnTo>
                <a:lnTo>
                  <a:pt x="8663" y="15257"/>
                </a:lnTo>
                <a:lnTo>
                  <a:pt x="8930" y="15232"/>
                </a:lnTo>
                <a:close/>
                <a:moveTo>
                  <a:pt x="7738" y="15378"/>
                </a:moveTo>
                <a:lnTo>
                  <a:pt x="7689" y="15646"/>
                </a:lnTo>
                <a:lnTo>
                  <a:pt x="7665" y="15914"/>
                </a:lnTo>
                <a:lnTo>
                  <a:pt x="7689" y="16011"/>
                </a:lnTo>
                <a:lnTo>
                  <a:pt x="7714" y="16108"/>
                </a:lnTo>
                <a:lnTo>
                  <a:pt x="7446" y="16133"/>
                </a:lnTo>
                <a:lnTo>
                  <a:pt x="7178" y="16108"/>
                </a:lnTo>
                <a:lnTo>
                  <a:pt x="7203" y="16060"/>
                </a:lnTo>
                <a:lnTo>
                  <a:pt x="7276" y="15865"/>
                </a:lnTo>
                <a:lnTo>
                  <a:pt x="7349" y="15622"/>
                </a:lnTo>
                <a:lnTo>
                  <a:pt x="7397" y="15378"/>
                </a:lnTo>
                <a:close/>
                <a:moveTo>
                  <a:pt x="8419" y="0"/>
                </a:moveTo>
                <a:lnTo>
                  <a:pt x="8006" y="25"/>
                </a:lnTo>
                <a:lnTo>
                  <a:pt x="7592" y="98"/>
                </a:lnTo>
                <a:lnTo>
                  <a:pt x="7349" y="73"/>
                </a:lnTo>
                <a:lnTo>
                  <a:pt x="7130" y="98"/>
                </a:lnTo>
                <a:lnTo>
                  <a:pt x="6886" y="122"/>
                </a:lnTo>
                <a:lnTo>
                  <a:pt x="6667" y="171"/>
                </a:lnTo>
                <a:lnTo>
                  <a:pt x="6205" y="292"/>
                </a:lnTo>
                <a:lnTo>
                  <a:pt x="5816" y="414"/>
                </a:lnTo>
                <a:lnTo>
                  <a:pt x="5451" y="536"/>
                </a:lnTo>
                <a:lnTo>
                  <a:pt x="5110" y="682"/>
                </a:lnTo>
                <a:lnTo>
                  <a:pt x="4794" y="828"/>
                </a:lnTo>
                <a:lnTo>
                  <a:pt x="4478" y="998"/>
                </a:lnTo>
                <a:lnTo>
                  <a:pt x="3845" y="1363"/>
                </a:lnTo>
                <a:lnTo>
                  <a:pt x="3237" y="1776"/>
                </a:lnTo>
                <a:lnTo>
                  <a:pt x="2872" y="2020"/>
                </a:lnTo>
                <a:lnTo>
                  <a:pt x="2531" y="2287"/>
                </a:lnTo>
                <a:lnTo>
                  <a:pt x="2215" y="2579"/>
                </a:lnTo>
                <a:lnTo>
                  <a:pt x="1923" y="2871"/>
                </a:lnTo>
                <a:lnTo>
                  <a:pt x="1631" y="3212"/>
                </a:lnTo>
                <a:lnTo>
                  <a:pt x="1387" y="3528"/>
                </a:lnTo>
                <a:lnTo>
                  <a:pt x="1144" y="3893"/>
                </a:lnTo>
                <a:lnTo>
                  <a:pt x="949" y="4283"/>
                </a:lnTo>
                <a:lnTo>
                  <a:pt x="755" y="4648"/>
                </a:lnTo>
                <a:lnTo>
                  <a:pt x="609" y="5037"/>
                </a:lnTo>
                <a:lnTo>
                  <a:pt x="463" y="5426"/>
                </a:lnTo>
                <a:lnTo>
                  <a:pt x="341" y="5840"/>
                </a:lnTo>
                <a:lnTo>
                  <a:pt x="244" y="6254"/>
                </a:lnTo>
                <a:lnTo>
                  <a:pt x="146" y="6643"/>
                </a:lnTo>
                <a:lnTo>
                  <a:pt x="98" y="7057"/>
                </a:lnTo>
                <a:lnTo>
                  <a:pt x="49" y="7470"/>
                </a:lnTo>
                <a:lnTo>
                  <a:pt x="0" y="7908"/>
                </a:lnTo>
                <a:lnTo>
                  <a:pt x="0" y="8346"/>
                </a:lnTo>
                <a:lnTo>
                  <a:pt x="0" y="8784"/>
                </a:lnTo>
                <a:lnTo>
                  <a:pt x="25" y="9198"/>
                </a:lnTo>
                <a:lnTo>
                  <a:pt x="98" y="9636"/>
                </a:lnTo>
                <a:lnTo>
                  <a:pt x="171" y="10049"/>
                </a:lnTo>
                <a:lnTo>
                  <a:pt x="268" y="10487"/>
                </a:lnTo>
                <a:lnTo>
                  <a:pt x="390" y="10901"/>
                </a:lnTo>
                <a:lnTo>
                  <a:pt x="560" y="11315"/>
                </a:lnTo>
                <a:lnTo>
                  <a:pt x="730" y="11728"/>
                </a:lnTo>
                <a:lnTo>
                  <a:pt x="949" y="12118"/>
                </a:lnTo>
                <a:lnTo>
                  <a:pt x="1193" y="12507"/>
                </a:lnTo>
                <a:lnTo>
                  <a:pt x="1436" y="12896"/>
                </a:lnTo>
                <a:lnTo>
                  <a:pt x="1704" y="13261"/>
                </a:lnTo>
                <a:lnTo>
                  <a:pt x="2263" y="13967"/>
                </a:lnTo>
                <a:lnTo>
                  <a:pt x="2580" y="14308"/>
                </a:lnTo>
                <a:lnTo>
                  <a:pt x="2896" y="14624"/>
                </a:lnTo>
                <a:lnTo>
                  <a:pt x="3261" y="14892"/>
                </a:lnTo>
                <a:lnTo>
                  <a:pt x="3626" y="15159"/>
                </a:lnTo>
                <a:lnTo>
                  <a:pt x="4015" y="15403"/>
                </a:lnTo>
                <a:lnTo>
                  <a:pt x="4210" y="15524"/>
                </a:lnTo>
                <a:lnTo>
                  <a:pt x="4405" y="15670"/>
                </a:lnTo>
                <a:lnTo>
                  <a:pt x="4648" y="15889"/>
                </a:lnTo>
                <a:lnTo>
                  <a:pt x="4770" y="15987"/>
                </a:lnTo>
                <a:lnTo>
                  <a:pt x="4916" y="16060"/>
                </a:lnTo>
                <a:lnTo>
                  <a:pt x="5329" y="16230"/>
                </a:lnTo>
                <a:lnTo>
                  <a:pt x="5767" y="16352"/>
                </a:lnTo>
                <a:lnTo>
                  <a:pt x="6205" y="16473"/>
                </a:lnTo>
                <a:lnTo>
                  <a:pt x="6643" y="16571"/>
                </a:lnTo>
                <a:lnTo>
                  <a:pt x="7081" y="16619"/>
                </a:lnTo>
                <a:lnTo>
                  <a:pt x="7543" y="16619"/>
                </a:lnTo>
                <a:lnTo>
                  <a:pt x="7981" y="16595"/>
                </a:lnTo>
                <a:lnTo>
                  <a:pt x="8419" y="16522"/>
                </a:lnTo>
                <a:lnTo>
                  <a:pt x="8492" y="16498"/>
                </a:lnTo>
                <a:lnTo>
                  <a:pt x="8541" y="16449"/>
                </a:lnTo>
                <a:lnTo>
                  <a:pt x="8760" y="16498"/>
                </a:lnTo>
                <a:lnTo>
                  <a:pt x="8979" y="16498"/>
                </a:lnTo>
                <a:lnTo>
                  <a:pt x="9417" y="16425"/>
                </a:lnTo>
                <a:lnTo>
                  <a:pt x="9855" y="16352"/>
                </a:lnTo>
                <a:lnTo>
                  <a:pt x="10293" y="16254"/>
                </a:lnTo>
                <a:lnTo>
                  <a:pt x="10707" y="16133"/>
                </a:lnTo>
                <a:lnTo>
                  <a:pt x="11120" y="15987"/>
                </a:lnTo>
                <a:lnTo>
                  <a:pt x="11510" y="15841"/>
                </a:lnTo>
                <a:lnTo>
                  <a:pt x="11875" y="15670"/>
                </a:lnTo>
                <a:lnTo>
                  <a:pt x="12240" y="15476"/>
                </a:lnTo>
                <a:lnTo>
                  <a:pt x="12605" y="15257"/>
                </a:lnTo>
                <a:lnTo>
                  <a:pt x="12945" y="15013"/>
                </a:lnTo>
                <a:lnTo>
                  <a:pt x="13262" y="14770"/>
                </a:lnTo>
                <a:lnTo>
                  <a:pt x="13578" y="14502"/>
                </a:lnTo>
                <a:lnTo>
                  <a:pt x="13870" y="14235"/>
                </a:lnTo>
                <a:lnTo>
                  <a:pt x="14186" y="13918"/>
                </a:lnTo>
                <a:lnTo>
                  <a:pt x="14454" y="13626"/>
                </a:lnTo>
                <a:lnTo>
                  <a:pt x="14697" y="13286"/>
                </a:lnTo>
                <a:lnTo>
                  <a:pt x="14940" y="12945"/>
                </a:lnTo>
                <a:lnTo>
                  <a:pt x="15159" y="12580"/>
                </a:lnTo>
                <a:lnTo>
                  <a:pt x="15354" y="12215"/>
                </a:lnTo>
                <a:lnTo>
                  <a:pt x="15549" y="11850"/>
                </a:lnTo>
                <a:lnTo>
                  <a:pt x="15719" y="11461"/>
                </a:lnTo>
                <a:lnTo>
                  <a:pt x="15865" y="11071"/>
                </a:lnTo>
                <a:lnTo>
                  <a:pt x="16011" y="10658"/>
                </a:lnTo>
                <a:lnTo>
                  <a:pt x="16108" y="10244"/>
                </a:lnTo>
                <a:lnTo>
                  <a:pt x="16206" y="9806"/>
                </a:lnTo>
                <a:lnTo>
                  <a:pt x="16254" y="9514"/>
                </a:lnTo>
                <a:lnTo>
                  <a:pt x="16279" y="9198"/>
                </a:lnTo>
                <a:lnTo>
                  <a:pt x="16279" y="9028"/>
                </a:lnTo>
                <a:lnTo>
                  <a:pt x="16279" y="8882"/>
                </a:lnTo>
                <a:lnTo>
                  <a:pt x="16230" y="8736"/>
                </a:lnTo>
                <a:lnTo>
                  <a:pt x="16157" y="8614"/>
                </a:lnTo>
                <a:lnTo>
                  <a:pt x="16157" y="8298"/>
                </a:lnTo>
                <a:lnTo>
                  <a:pt x="16157" y="8079"/>
                </a:lnTo>
                <a:lnTo>
                  <a:pt x="16157" y="7860"/>
                </a:lnTo>
                <a:lnTo>
                  <a:pt x="16157" y="7641"/>
                </a:lnTo>
                <a:lnTo>
                  <a:pt x="16157" y="7422"/>
                </a:lnTo>
                <a:lnTo>
                  <a:pt x="16084" y="6935"/>
                </a:lnTo>
                <a:lnTo>
                  <a:pt x="15962" y="6448"/>
                </a:lnTo>
                <a:lnTo>
                  <a:pt x="15841" y="5962"/>
                </a:lnTo>
                <a:lnTo>
                  <a:pt x="15743" y="5499"/>
                </a:lnTo>
                <a:lnTo>
                  <a:pt x="15622" y="5061"/>
                </a:lnTo>
                <a:lnTo>
                  <a:pt x="15500" y="4648"/>
                </a:lnTo>
                <a:lnTo>
                  <a:pt x="15330" y="4234"/>
                </a:lnTo>
                <a:lnTo>
                  <a:pt x="15135" y="3845"/>
                </a:lnTo>
                <a:lnTo>
                  <a:pt x="14892" y="3480"/>
                </a:lnTo>
                <a:lnTo>
                  <a:pt x="14648" y="3139"/>
                </a:lnTo>
                <a:lnTo>
                  <a:pt x="14356" y="2798"/>
                </a:lnTo>
                <a:lnTo>
                  <a:pt x="14065" y="2458"/>
                </a:lnTo>
                <a:lnTo>
                  <a:pt x="13724" y="2166"/>
                </a:lnTo>
                <a:lnTo>
                  <a:pt x="13359" y="1874"/>
                </a:lnTo>
                <a:lnTo>
                  <a:pt x="12970" y="1606"/>
                </a:lnTo>
                <a:lnTo>
                  <a:pt x="12556" y="1363"/>
                </a:lnTo>
                <a:lnTo>
                  <a:pt x="12142" y="1144"/>
                </a:lnTo>
                <a:lnTo>
                  <a:pt x="11729" y="925"/>
                </a:lnTo>
                <a:lnTo>
                  <a:pt x="10877" y="560"/>
                </a:lnTo>
                <a:lnTo>
                  <a:pt x="10488" y="414"/>
                </a:lnTo>
                <a:lnTo>
                  <a:pt x="10098" y="292"/>
                </a:lnTo>
                <a:lnTo>
                  <a:pt x="9685" y="171"/>
                </a:lnTo>
                <a:lnTo>
                  <a:pt x="9271" y="73"/>
                </a:lnTo>
                <a:lnTo>
                  <a:pt x="8833" y="25"/>
                </a:lnTo>
                <a:lnTo>
                  <a:pt x="84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f10796980_0_33"/>
          <p:cNvSpPr/>
          <p:nvPr/>
        </p:nvSpPr>
        <p:spPr>
          <a:xfrm>
            <a:off x="4141750" y="13773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df10796980_0_33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f10796980_0_33"/>
          <p:cNvSpPr/>
          <p:nvPr/>
        </p:nvSpPr>
        <p:spPr>
          <a:xfrm>
            <a:off x="6826885" y="725805"/>
            <a:ext cx="1626900" cy="1346100"/>
          </a:xfrm>
          <a:prstGeom prst="rect">
            <a:avLst/>
          </a:prstGeom>
          <a:solidFill>
            <a:schemeClr val="dk1">
              <a:alpha val="8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f10796980_0_33"/>
          <p:cNvSpPr txBox="1"/>
          <p:nvPr>
            <p:ph idx="1" type="body"/>
          </p:nvPr>
        </p:nvSpPr>
        <p:spPr>
          <a:xfrm>
            <a:off x="381025" y="916350"/>
            <a:ext cx="86958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13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Rewrite the following if/else statement as a ternary operator: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let message;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if (isLoggedIn) {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message = "Welcome back!";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} else {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message = "Please log in.";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}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13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user = { points: 90 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If points ≥ 100 → set status = "Gold"</a:t>
            </a:r>
            <a:b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</a:b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 Else → status = "Silver"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16" name="Google Shape;116;g3df10796980_0_33"/>
          <p:cNvSpPr/>
          <p:nvPr/>
        </p:nvSpPr>
        <p:spPr>
          <a:xfrm>
            <a:off x="4357700" y="358590"/>
            <a:ext cx="355778" cy="363230"/>
          </a:xfrm>
          <a:custGeom>
            <a:rect b="b" l="l" r="r" t="t"/>
            <a:pathLst>
              <a:path extrusionOk="0" h="16620" w="16279">
                <a:moveTo>
                  <a:pt x="8882" y="438"/>
                </a:moveTo>
                <a:lnTo>
                  <a:pt x="9368" y="536"/>
                </a:lnTo>
                <a:lnTo>
                  <a:pt x="9295" y="657"/>
                </a:lnTo>
                <a:lnTo>
                  <a:pt x="9222" y="803"/>
                </a:lnTo>
                <a:lnTo>
                  <a:pt x="9174" y="974"/>
                </a:lnTo>
                <a:lnTo>
                  <a:pt x="9149" y="1120"/>
                </a:lnTo>
                <a:lnTo>
                  <a:pt x="8882" y="1095"/>
                </a:lnTo>
                <a:lnTo>
                  <a:pt x="8906" y="803"/>
                </a:lnTo>
                <a:lnTo>
                  <a:pt x="8906" y="633"/>
                </a:lnTo>
                <a:lnTo>
                  <a:pt x="8882" y="438"/>
                </a:lnTo>
                <a:close/>
                <a:moveTo>
                  <a:pt x="8590" y="414"/>
                </a:moveTo>
                <a:lnTo>
                  <a:pt x="8541" y="803"/>
                </a:lnTo>
                <a:lnTo>
                  <a:pt x="8517" y="1095"/>
                </a:lnTo>
                <a:lnTo>
                  <a:pt x="8322" y="1120"/>
                </a:lnTo>
                <a:lnTo>
                  <a:pt x="8127" y="1193"/>
                </a:lnTo>
                <a:lnTo>
                  <a:pt x="8127" y="925"/>
                </a:lnTo>
                <a:lnTo>
                  <a:pt x="8127" y="682"/>
                </a:lnTo>
                <a:lnTo>
                  <a:pt x="8152" y="560"/>
                </a:lnTo>
                <a:lnTo>
                  <a:pt x="8152" y="414"/>
                </a:lnTo>
                <a:close/>
                <a:moveTo>
                  <a:pt x="9636" y="609"/>
                </a:moveTo>
                <a:lnTo>
                  <a:pt x="10147" y="755"/>
                </a:lnTo>
                <a:lnTo>
                  <a:pt x="10074" y="876"/>
                </a:lnTo>
                <a:lnTo>
                  <a:pt x="9977" y="1047"/>
                </a:lnTo>
                <a:lnTo>
                  <a:pt x="9879" y="1241"/>
                </a:lnTo>
                <a:lnTo>
                  <a:pt x="9490" y="1168"/>
                </a:lnTo>
                <a:lnTo>
                  <a:pt x="9636" y="609"/>
                </a:lnTo>
                <a:close/>
                <a:moveTo>
                  <a:pt x="7592" y="487"/>
                </a:moveTo>
                <a:lnTo>
                  <a:pt x="7714" y="511"/>
                </a:lnTo>
                <a:lnTo>
                  <a:pt x="7860" y="560"/>
                </a:lnTo>
                <a:lnTo>
                  <a:pt x="7884" y="560"/>
                </a:lnTo>
                <a:lnTo>
                  <a:pt x="7860" y="706"/>
                </a:lnTo>
                <a:lnTo>
                  <a:pt x="7811" y="974"/>
                </a:lnTo>
                <a:lnTo>
                  <a:pt x="7811" y="1120"/>
                </a:lnTo>
                <a:lnTo>
                  <a:pt x="7860" y="1266"/>
                </a:lnTo>
                <a:lnTo>
                  <a:pt x="7884" y="1290"/>
                </a:lnTo>
                <a:lnTo>
                  <a:pt x="7543" y="1290"/>
                </a:lnTo>
                <a:lnTo>
                  <a:pt x="7519" y="1193"/>
                </a:lnTo>
                <a:lnTo>
                  <a:pt x="7519" y="1120"/>
                </a:lnTo>
                <a:lnTo>
                  <a:pt x="7470" y="925"/>
                </a:lnTo>
                <a:lnTo>
                  <a:pt x="7446" y="706"/>
                </a:lnTo>
                <a:lnTo>
                  <a:pt x="7446" y="487"/>
                </a:lnTo>
                <a:close/>
                <a:moveTo>
                  <a:pt x="7251" y="511"/>
                </a:moveTo>
                <a:lnTo>
                  <a:pt x="7203" y="657"/>
                </a:lnTo>
                <a:lnTo>
                  <a:pt x="7203" y="828"/>
                </a:lnTo>
                <a:lnTo>
                  <a:pt x="7227" y="1071"/>
                </a:lnTo>
                <a:lnTo>
                  <a:pt x="7227" y="1193"/>
                </a:lnTo>
                <a:lnTo>
                  <a:pt x="7276" y="1314"/>
                </a:lnTo>
                <a:lnTo>
                  <a:pt x="7057" y="1339"/>
                </a:lnTo>
                <a:lnTo>
                  <a:pt x="6886" y="1363"/>
                </a:lnTo>
                <a:lnTo>
                  <a:pt x="6862" y="1314"/>
                </a:lnTo>
                <a:lnTo>
                  <a:pt x="6740" y="1071"/>
                </a:lnTo>
                <a:lnTo>
                  <a:pt x="6643" y="828"/>
                </a:lnTo>
                <a:lnTo>
                  <a:pt x="6570" y="657"/>
                </a:lnTo>
                <a:lnTo>
                  <a:pt x="6740" y="609"/>
                </a:lnTo>
                <a:lnTo>
                  <a:pt x="6959" y="560"/>
                </a:lnTo>
                <a:lnTo>
                  <a:pt x="7251" y="511"/>
                </a:lnTo>
                <a:close/>
                <a:moveTo>
                  <a:pt x="10536" y="901"/>
                </a:moveTo>
                <a:lnTo>
                  <a:pt x="10634" y="925"/>
                </a:lnTo>
                <a:lnTo>
                  <a:pt x="10877" y="1022"/>
                </a:lnTo>
                <a:lnTo>
                  <a:pt x="10755" y="1217"/>
                </a:lnTo>
                <a:lnTo>
                  <a:pt x="10585" y="1387"/>
                </a:lnTo>
                <a:lnTo>
                  <a:pt x="10269" y="1314"/>
                </a:lnTo>
                <a:lnTo>
                  <a:pt x="10415" y="1120"/>
                </a:lnTo>
                <a:lnTo>
                  <a:pt x="10536" y="901"/>
                </a:lnTo>
                <a:close/>
                <a:moveTo>
                  <a:pt x="6351" y="706"/>
                </a:moveTo>
                <a:lnTo>
                  <a:pt x="6375" y="974"/>
                </a:lnTo>
                <a:lnTo>
                  <a:pt x="6448" y="1193"/>
                </a:lnTo>
                <a:lnTo>
                  <a:pt x="6546" y="1412"/>
                </a:lnTo>
                <a:lnTo>
                  <a:pt x="5962" y="1557"/>
                </a:lnTo>
                <a:lnTo>
                  <a:pt x="5962" y="1533"/>
                </a:lnTo>
                <a:lnTo>
                  <a:pt x="5889" y="1314"/>
                </a:lnTo>
                <a:lnTo>
                  <a:pt x="5840" y="1095"/>
                </a:lnTo>
                <a:lnTo>
                  <a:pt x="5792" y="876"/>
                </a:lnTo>
                <a:lnTo>
                  <a:pt x="6351" y="706"/>
                </a:lnTo>
                <a:close/>
                <a:moveTo>
                  <a:pt x="11266" y="1168"/>
                </a:moveTo>
                <a:lnTo>
                  <a:pt x="11631" y="1339"/>
                </a:lnTo>
                <a:lnTo>
                  <a:pt x="11510" y="1485"/>
                </a:lnTo>
                <a:lnTo>
                  <a:pt x="11437" y="1582"/>
                </a:lnTo>
                <a:lnTo>
                  <a:pt x="11388" y="1679"/>
                </a:lnTo>
                <a:lnTo>
                  <a:pt x="10974" y="1509"/>
                </a:lnTo>
                <a:lnTo>
                  <a:pt x="11120" y="1363"/>
                </a:lnTo>
                <a:lnTo>
                  <a:pt x="11266" y="1168"/>
                </a:lnTo>
                <a:close/>
                <a:moveTo>
                  <a:pt x="5548" y="974"/>
                </a:moveTo>
                <a:lnTo>
                  <a:pt x="5597" y="1168"/>
                </a:lnTo>
                <a:lnTo>
                  <a:pt x="5621" y="1387"/>
                </a:lnTo>
                <a:lnTo>
                  <a:pt x="5670" y="1509"/>
                </a:lnTo>
                <a:lnTo>
                  <a:pt x="5719" y="1630"/>
                </a:lnTo>
                <a:lnTo>
                  <a:pt x="5743" y="1630"/>
                </a:lnTo>
                <a:lnTo>
                  <a:pt x="5694" y="1655"/>
                </a:lnTo>
                <a:lnTo>
                  <a:pt x="5354" y="1776"/>
                </a:lnTo>
                <a:lnTo>
                  <a:pt x="5013" y="1922"/>
                </a:lnTo>
                <a:lnTo>
                  <a:pt x="4964" y="1874"/>
                </a:lnTo>
                <a:lnTo>
                  <a:pt x="4818" y="1606"/>
                </a:lnTo>
                <a:lnTo>
                  <a:pt x="4745" y="1509"/>
                </a:lnTo>
                <a:lnTo>
                  <a:pt x="4672" y="1387"/>
                </a:lnTo>
                <a:lnTo>
                  <a:pt x="4964" y="1217"/>
                </a:lnTo>
                <a:lnTo>
                  <a:pt x="4989" y="1363"/>
                </a:lnTo>
                <a:lnTo>
                  <a:pt x="5037" y="1509"/>
                </a:lnTo>
                <a:lnTo>
                  <a:pt x="5135" y="1752"/>
                </a:lnTo>
                <a:lnTo>
                  <a:pt x="5159" y="1801"/>
                </a:lnTo>
                <a:lnTo>
                  <a:pt x="5281" y="1801"/>
                </a:lnTo>
                <a:lnTo>
                  <a:pt x="5305" y="1776"/>
                </a:lnTo>
                <a:lnTo>
                  <a:pt x="5329" y="1728"/>
                </a:lnTo>
                <a:lnTo>
                  <a:pt x="5329" y="1679"/>
                </a:lnTo>
                <a:lnTo>
                  <a:pt x="5329" y="1655"/>
                </a:lnTo>
                <a:lnTo>
                  <a:pt x="5281" y="1533"/>
                </a:lnTo>
                <a:lnTo>
                  <a:pt x="5232" y="1387"/>
                </a:lnTo>
                <a:lnTo>
                  <a:pt x="5183" y="1266"/>
                </a:lnTo>
                <a:lnTo>
                  <a:pt x="5135" y="1144"/>
                </a:lnTo>
                <a:lnTo>
                  <a:pt x="5548" y="974"/>
                </a:lnTo>
                <a:close/>
                <a:moveTo>
                  <a:pt x="11899" y="1485"/>
                </a:moveTo>
                <a:lnTo>
                  <a:pt x="12313" y="1703"/>
                </a:lnTo>
                <a:lnTo>
                  <a:pt x="12191" y="1801"/>
                </a:lnTo>
                <a:lnTo>
                  <a:pt x="12094" y="1898"/>
                </a:lnTo>
                <a:lnTo>
                  <a:pt x="12021" y="1995"/>
                </a:lnTo>
                <a:lnTo>
                  <a:pt x="11583" y="1776"/>
                </a:lnTo>
                <a:lnTo>
                  <a:pt x="11680" y="1679"/>
                </a:lnTo>
                <a:lnTo>
                  <a:pt x="11826" y="1533"/>
                </a:lnTo>
                <a:lnTo>
                  <a:pt x="11899" y="1485"/>
                </a:lnTo>
                <a:close/>
                <a:moveTo>
                  <a:pt x="4453" y="1509"/>
                </a:moveTo>
                <a:lnTo>
                  <a:pt x="4526" y="1679"/>
                </a:lnTo>
                <a:lnTo>
                  <a:pt x="4599" y="1849"/>
                </a:lnTo>
                <a:lnTo>
                  <a:pt x="4648" y="1947"/>
                </a:lnTo>
                <a:lnTo>
                  <a:pt x="4721" y="2068"/>
                </a:lnTo>
                <a:lnTo>
                  <a:pt x="4453" y="2214"/>
                </a:lnTo>
                <a:lnTo>
                  <a:pt x="4356" y="2068"/>
                </a:lnTo>
                <a:lnTo>
                  <a:pt x="4259" y="1947"/>
                </a:lnTo>
                <a:lnTo>
                  <a:pt x="4186" y="1825"/>
                </a:lnTo>
                <a:lnTo>
                  <a:pt x="4088" y="1728"/>
                </a:lnTo>
                <a:lnTo>
                  <a:pt x="4453" y="1509"/>
                </a:lnTo>
                <a:close/>
                <a:moveTo>
                  <a:pt x="12580" y="1874"/>
                </a:moveTo>
                <a:lnTo>
                  <a:pt x="12945" y="2117"/>
                </a:lnTo>
                <a:lnTo>
                  <a:pt x="12775" y="2239"/>
                </a:lnTo>
                <a:lnTo>
                  <a:pt x="12702" y="2312"/>
                </a:lnTo>
                <a:lnTo>
                  <a:pt x="12653" y="2385"/>
                </a:lnTo>
                <a:lnTo>
                  <a:pt x="12240" y="2117"/>
                </a:lnTo>
                <a:lnTo>
                  <a:pt x="12337" y="2044"/>
                </a:lnTo>
                <a:lnTo>
                  <a:pt x="12459" y="1971"/>
                </a:lnTo>
                <a:lnTo>
                  <a:pt x="12580" y="1874"/>
                </a:lnTo>
                <a:close/>
                <a:moveTo>
                  <a:pt x="3894" y="1849"/>
                </a:moveTo>
                <a:lnTo>
                  <a:pt x="3942" y="1971"/>
                </a:lnTo>
                <a:lnTo>
                  <a:pt x="4015" y="2093"/>
                </a:lnTo>
                <a:lnTo>
                  <a:pt x="4088" y="2239"/>
                </a:lnTo>
                <a:lnTo>
                  <a:pt x="4186" y="2385"/>
                </a:lnTo>
                <a:lnTo>
                  <a:pt x="3869" y="2579"/>
                </a:lnTo>
                <a:lnTo>
                  <a:pt x="3748" y="2458"/>
                </a:lnTo>
                <a:lnTo>
                  <a:pt x="3626" y="2312"/>
                </a:lnTo>
                <a:lnTo>
                  <a:pt x="3553" y="2239"/>
                </a:lnTo>
                <a:lnTo>
                  <a:pt x="3480" y="2190"/>
                </a:lnTo>
                <a:lnTo>
                  <a:pt x="3407" y="2190"/>
                </a:lnTo>
                <a:lnTo>
                  <a:pt x="3894" y="1849"/>
                </a:lnTo>
                <a:close/>
                <a:moveTo>
                  <a:pt x="3334" y="2239"/>
                </a:moveTo>
                <a:lnTo>
                  <a:pt x="3310" y="2287"/>
                </a:lnTo>
                <a:lnTo>
                  <a:pt x="3310" y="2385"/>
                </a:lnTo>
                <a:lnTo>
                  <a:pt x="3358" y="2482"/>
                </a:lnTo>
                <a:lnTo>
                  <a:pt x="3480" y="2652"/>
                </a:lnTo>
                <a:lnTo>
                  <a:pt x="3577" y="2798"/>
                </a:lnTo>
                <a:lnTo>
                  <a:pt x="3383" y="2944"/>
                </a:lnTo>
                <a:lnTo>
                  <a:pt x="3139" y="2725"/>
                </a:lnTo>
                <a:lnTo>
                  <a:pt x="3018" y="2652"/>
                </a:lnTo>
                <a:lnTo>
                  <a:pt x="2896" y="2579"/>
                </a:lnTo>
                <a:lnTo>
                  <a:pt x="3334" y="2239"/>
                </a:lnTo>
                <a:close/>
                <a:moveTo>
                  <a:pt x="13213" y="2312"/>
                </a:moveTo>
                <a:lnTo>
                  <a:pt x="13602" y="2628"/>
                </a:lnTo>
                <a:lnTo>
                  <a:pt x="13505" y="2725"/>
                </a:lnTo>
                <a:lnTo>
                  <a:pt x="13408" y="2847"/>
                </a:lnTo>
                <a:lnTo>
                  <a:pt x="13310" y="2993"/>
                </a:lnTo>
                <a:lnTo>
                  <a:pt x="13091" y="2774"/>
                </a:lnTo>
                <a:lnTo>
                  <a:pt x="12872" y="2555"/>
                </a:lnTo>
                <a:lnTo>
                  <a:pt x="13164" y="2360"/>
                </a:lnTo>
                <a:lnTo>
                  <a:pt x="13189" y="2336"/>
                </a:lnTo>
                <a:lnTo>
                  <a:pt x="13213" y="2312"/>
                </a:lnTo>
                <a:close/>
                <a:moveTo>
                  <a:pt x="2799" y="2652"/>
                </a:moveTo>
                <a:lnTo>
                  <a:pt x="2896" y="2798"/>
                </a:lnTo>
                <a:lnTo>
                  <a:pt x="2993" y="2944"/>
                </a:lnTo>
                <a:lnTo>
                  <a:pt x="3066" y="3042"/>
                </a:lnTo>
                <a:lnTo>
                  <a:pt x="3164" y="3115"/>
                </a:lnTo>
                <a:lnTo>
                  <a:pt x="2969" y="3309"/>
                </a:lnTo>
                <a:lnTo>
                  <a:pt x="2920" y="3285"/>
                </a:lnTo>
                <a:lnTo>
                  <a:pt x="2726" y="3188"/>
                </a:lnTo>
                <a:lnTo>
                  <a:pt x="2555" y="3090"/>
                </a:lnTo>
                <a:lnTo>
                  <a:pt x="2409" y="3017"/>
                </a:lnTo>
                <a:lnTo>
                  <a:pt x="2799" y="2652"/>
                </a:lnTo>
                <a:close/>
                <a:moveTo>
                  <a:pt x="13773" y="2774"/>
                </a:moveTo>
                <a:lnTo>
                  <a:pt x="14089" y="3115"/>
                </a:lnTo>
                <a:lnTo>
                  <a:pt x="13846" y="3236"/>
                </a:lnTo>
                <a:lnTo>
                  <a:pt x="13724" y="3334"/>
                </a:lnTo>
                <a:lnTo>
                  <a:pt x="13651" y="3407"/>
                </a:lnTo>
                <a:lnTo>
                  <a:pt x="13456" y="3163"/>
                </a:lnTo>
                <a:lnTo>
                  <a:pt x="13432" y="3139"/>
                </a:lnTo>
                <a:lnTo>
                  <a:pt x="13505" y="3090"/>
                </a:lnTo>
                <a:lnTo>
                  <a:pt x="13554" y="3017"/>
                </a:lnTo>
                <a:lnTo>
                  <a:pt x="13675" y="2896"/>
                </a:lnTo>
                <a:lnTo>
                  <a:pt x="13773" y="2774"/>
                </a:lnTo>
                <a:close/>
                <a:moveTo>
                  <a:pt x="2263" y="3188"/>
                </a:moveTo>
                <a:lnTo>
                  <a:pt x="2312" y="3285"/>
                </a:lnTo>
                <a:lnTo>
                  <a:pt x="2409" y="3358"/>
                </a:lnTo>
                <a:lnTo>
                  <a:pt x="2555" y="3480"/>
                </a:lnTo>
                <a:lnTo>
                  <a:pt x="2726" y="3577"/>
                </a:lnTo>
                <a:lnTo>
                  <a:pt x="2531" y="3796"/>
                </a:lnTo>
                <a:lnTo>
                  <a:pt x="2117" y="3553"/>
                </a:lnTo>
                <a:lnTo>
                  <a:pt x="1971" y="3504"/>
                </a:lnTo>
                <a:lnTo>
                  <a:pt x="2263" y="3188"/>
                </a:lnTo>
                <a:close/>
                <a:moveTo>
                  <a:pt x="14284" y="3334"/>
                </a:moveTo>
                <a:lnTo>
                  <a:pt x="14478" y="3577"/>
                </a:lnTo>
                <a:lnTo>
                  <a:pt x="14624" y="3820"/>
                </a:lnTo>
                <a:lnTo>
                  <a:pt x="14478" y="3869"/>
                </a:lnTo>
                <a:lnTo>
                  <a:pt x="14356" y="3918"/>
                </a:lnTo>
                <a:lnTo>
                  <a:pt x="14235" y="3966"/>
                </a:lnTo>
                <a:lnTo>
                  <a:pt x="14113" y="4039"/>
                </a:lnTo>
                <a:lnTo>
                  <a:pt x="13773" y="3577"/>
                </a:lnTo>
                <a:lnTo>
                  <a:pt x="13894" y="3528"/>
                </a:lnTo>
                <a:lnTo>
                  <a:pt x="13992" y="3480"/>
                </a:lnTo>
                <a:lnTo>
                  <a:pt x="14186" y="3382"/>
                </a:lnTo>
                <a:lnTo>
                  <a:pt x="14284" y="3334"/>
                </a:lnTo>
                <a:close/>
                <a:moveTo>
                  <a:pt x="1825" y="3699"/>
                </a:moveTo>
                <a:lnTo>
                  <a:pt x="2020" y="3845"/>
                </a:lnTo>
                <a:lnTo>
                  <a:pt x="2312" y="4064"/>
                </a:lnTo>
                <a:lnTo>
                  <a:pt x="2069" y="4453"/>
                </a:lnTo>
                <a:lnTo>
                  <a:pt x="1850" y="4307"/>
                </a:lnTo>
                <a:lnTo>
                  <a:pt x="1533" y="4112"/>
                </a:lnTo>
                <a:lnTo>
                  <a:pt x="1825" y="3699"/>
                </a:lnTo>
                <a:close/>
                <a:moveTo>
                  <a:pt x="14794" y="4112"/>
                </a:moveTo>
                <a:lnTo>
                  <a:pt x="14965" y="4453"/>
                </a:lnTo>
                <a:lnTo>
                  <a:pt x="14794" y="4526"/>
                </a:lnTo>
                <a:lnTo>
                  <a:pt x="14648" y="4599"/>
                </a:lnTo>
                <a:lnTo>
                  <a:pt x="14478" y="4696"/>
                </a:lnTo>
                <a:lnTo>
                  <a:pt x="14308" y="4356"/>
                </a:lnTo>
                <a:lnTo>
                  <a:pt x="14551" y="4258"/>
                </a:lnTo>
                <a:lnTo>
                  <a:pt x="14673" y="4210"/>
                </a:lnTo>
                <a:lnTo>
                  <a:pt x="14794" y="4112"/>
                </a:lnTo>
                <a:close/>
                <a:moveTo>
                  <a:pt x="1412" y="4331"/>
                </a:moveTo>
                <a:lnTo>
                  <a:pt x="1485" y="4429"/>
                </a:lnTo>
                <a:lnTo>
                  <a:pt x="1606" y="4526"/>
                </a:lnTo>
                <a:lnTo>
                  <a:pt x="1752" y="4648"/>
                </a:lnTo>
                <a:lnTo>
                  <a:pt x="1898" y="4745"/>
                </a:lnTo>
                <a:lnTo>
                  <a:pt x="1825" y="4867"/>
                </a:lnTo>
                <a:lnTo>
                  <a:pt x="1533" y="4745"/>
                </a:lnTo>
                <a:lnTo>
                  <a:pt x="1387" y="4696"/>
                </a:lnTo>
                <a:lnTo>
                  <a:pt x="1241" y="4696"/>
                </a:lnTo>
                <a:lnTo>
                  <a:pt x="1412" y="4331"/>
                </a:lnTo>
                <a:close/>
                <a:moveTo>
                  <a:pt x="15062" y="4745"/>
                </a:moveTo>
                <a:lnTo>
                  <a:pt x="15208" y="5183"/>
                </a:lnTo>
                <a:lnTo>
                  <a:pt x="15135" y="5183"/>
                </a:lnTo>
                <a:lnTo>
                  <a:pt x="15038" y="5207"/>
                </a:lnTo>
                <a:lnTo>
                  <a:pt x="14843" y="5256"/>
                </a:lnTo>
                <a:lnTo>
                  <a:pt x="14746" y="5305"/>
                </a:lnTo>
                <a:lnTo>
                  <a:pt x="14600" y="4891"/>
                </a:lnTo>
                <a:lnTo>
                  <a:pt x="14770" y="4842"/>
                </a:lnTo>
                <a:lnTo>
                  <a:pt x="14916" y="4794"/>
                </a:lnTo>
                <a:lnTo>
                  <a:pt x="15062" y="4745"/>
                </a:lnTo>
                <a:close/>
                <a:moveTo>
                  <a:pt x="1168" y="4794"/>
                </a:moveTo>
                <a:lnTo>
                  <a:pt x="1412" y="5013"/>
                </a:lnTo>
                <a:lnTo>
                  <a:pt x="1558" y="5086"/>
                </a:lnTo>
                <a:lnTo>
                  <a:pt x="1704" y="5159"/>
                </a:lnTo>
                <a:lnTo>
                  <a:pt x="1558" y="5524"/>
                </a:lnTo>
                <a:lnTo>
                  <a:pt x="1509" y="5475"/>
                </a:lnTo>
                <a:lnTo>
                  <a:pt x="1314" y="5402"/>
                </a:lnTo>
                <a:lnTo>
                  <a:pt x="1144" y="5353"/>
                </a:lnTo>
                <a:lnTo>
                  <a:pt x="974" y="5329"/>
                </a:lnTo>
                <a:lnTo>
                  <a:pt x="1168" y="4794"/>
                </a:lnTo>
                <a:close/>
                <a:moveTo>
                  <a:pt x="15305" y="5499"/>
                </a:moveTo>
                <a:lnTo>
                  <a:pt x="15403" y="5986"/>
                </a:lnTo>
                <a:lnTo>
                  <a:pt x="15184" y="6035"/>
                </a:lnTo>
                <a:lnTo>
                  <a:pt x="14965" y="6083"/>
                </a:lnTo>
                <a:lnTo>
                  <a:pt x="14916" y="5791"/>
                </a:lnTo>
                <a:lnTo>
                  <a:pt x="14867" y="5621"/>
                </a:lnTo>
                <a:lnTo>
                  <a:pt x="14940" y="5597"/>
                </a:lnTo>
                <a:lnTo>
                  <a:pt x="15111" y="5548"/>
                </a:lnTo>
                <a:lnTo>
                  <a:pt x="15305" y="5499"/>
                </a:lnTo>
                <a:close/>
                <a:moveTo>
                  <a:pt x="876" y="5572"/>
                </a:moveTo>
                <a:lnTo>
                  <a:pt x="1022" y="5645"/>
                </a:lnTo>
                <a:lnTo>
                  <a:pt x="1193" y="5718"/>
                </a:lnTo>
                <a:lnTo>
                  <a:pt x="1387" y="5767"/>
                </a:lnTo>
                <a:lnTo>
                  <a:pt x="1436" y="5791"/>
                </a:lnTo>
                <a:lnTo>
                  <a:pt x="1485" y="5767"/>
                </a:lnTo>
                <a:lnTo>
                  <a:pt x="1387" y="6229"/>
                </a:lnTo>
                <a:lnTo>
                  <a:pt x="1314" y="6156"/>
                </a:lnTo>
                <a:lnTo>
                  <a:pt x="1217" y="6108"/>
                </a:lnTo>
                <a:lnTo>
                  <a:pt x="1022" y="6059"/>
                </a:lnTo>
                <a:lnTo>
                  <a:pt x="876" y="6035"/>
                </a:lnTo>
                <a:lnTo>
                  <a:pt x="730" y="6059"/>
                </a:lnTo>
                <a:lnTo>
                  <a:pt x="876" y="5572"/>
                </a:lnTo>
                <a:close/>
                <a:moveTo>
                  <a:pt x="15476" y="6327"/>
                </a:moveTo>
                <a:lnTo>
                  <a:pt x="15549" y="6643"/>
                </a:lnTo>
                <a:lnTo>
                  <a:pt x="15354" y="6643"/>
                </a:lnTo>
                <a:lnTo>
                  <a:pt x="15086" y="6692"/>
                </a:lnTo>
                <a:lnTo>
                  <a:pt x="15038" y="6375"/>
                </a:lnTo>
                <a:lnTo>
                  <a:pt x="15086" y="6375"/>
                </a:lnTo>
                <a:lnTo>
                  <a:pt x="15476" y="6327"/>
                </a:lnTo>
                <a:close/>
                <a:moveTo>
                  <a:pt x="682" y="6278"/>
                </a:moveTo>
                <a:lnTo>
                  <a:pt x="779" y="6351"/>
                </a:lnTo>
                <a:lnTo>
                  <a:pt x="901" y="6375"/>
                </a:lnTo>
                <a:lnTo>
                  <a:pt x="1071" y="6448"/>
                </a:lnTo>
                <a:lnTo>
                  <a:pt x="1168" y="6497"/>
                </a:lnTo>
                <a:lnTo>
                  <a:pt x="1290" y="6497"/>
                </a:lnTo>
                <a:lnTo>
                  <a:pt x="1339" y="6473"/>
                </a:lnTo>
                <a:lnTo>
                  <a:pt x="1290" y="6716"/>
                </a:lnTo>
                <a:lnTo>
                  <a:pt x="1217" y="6667"/>
                </a:lnTo>
                <a:lnTo>
                  <a:pt x="925" y="6619"/>
                </a:lnTo>
                <a:lnTo>
                  <a:pt x="755" y="6594"/>
                </a:lnTo>
                <a:lnTo>
                  <a:pt x="609" y="6619"/>
                </a:lnTo>
                <a:lnTo>
                  <a:pt x="609" y="6619"/>
                </a:lnTo>
                <a:lnTo>
                  <a:pt x="682" y="6278"/>
                </a:lnTo>
                <a:close/>
                <a:moveTo>
                  <a:pt x="15622" y="6959"/>
                </a:moveTo>
                <a:lnTo>
                  <a:pt x="15670" y="7178"/>
                </a:lnTo>
                <a:lnTo>
                  <a:pt x="15695" y="7349"/>
                </a:lnTo>
                <a:lnTo>
                  <a:pt x="15184" y="7349"/>
                </a:lnTo>
                <a:lnTo>
                  <a:pt x="15135" y="6959"/>
                </a:lnTo>
                <a:close/>
                <a:moveTo>
                  <a:pt x="560" y="6813"/>
                </a:moveTo>
                <a:lnTo>
                  <a:pt x="706" y="6886"/>
                </a:lnTo>
                <a:lnTo>
                  <a:pt x="828" y="6935"/>
                </a:lnTo>
                <a:lnTo>
                  <a:pt x="1120" y="7032"/>
                </a:lnTo>
                <a:lnTo>
                  <a:pt x="1193" y="7032"/>
                </a:lnTo>
                <a:lnTo>
                  <a:pt x="1266" y="7008"/>
                </a:lnTo>
                <a:lnTo>
                  <a:pt x="1193" y="7495"/>
                </a:lnTo>
                <a:lnTo>
                  <a:pt x="1095" y="7446"/>
                </a:lnTo>
                <a:lnTo>
                  <a:pt x="998" y="7422"/>
                </a:lnTo>
                <a:lnTo>
                  <a:pt x="657" y="7349"/>
                </a:lnTo>
                <a:lnTo>
                  <a:pt x="511" y="7300"/>
                </a:lnTo>
                <a:lnTo>
                  <a:pt x="560" y="6813"/>
                </a:lnTo>
                <a:close/>
                <a:moveTo>
                  <a:pt x="15208" y="7665"/>
                </a:moveTo>
                <a:lnTo>
                  <a:pt x="15403" y="7689"/>
                </a:lnTo>
                <a:lnTo>
                  <a:pt x="15695" y="7714"/>
                </a:lnTo>
                <a:lnTo>
                  <a:pt x="15695" y="7981"/>
                </a:lnTo>
                <a:lnTo>
                  <a:pt x="15573" y="7957"/>
                </a:lnTo>
                <a:lnTo>
                  <a:pt x="15451" y="7957"/>
                </a:lnTo>
                <a:lnTo>
                  <a:pt x="15330" y="7981"/>
                </a:lnTo>
                <a:lnTo>
                  <a:pt x="15232" y="8030"/>
                </a:lnTo>
                <a:lnTo>
                  <a:pt x="15208" y="7665"/>
                </a:lnTo>
                <a:close/>
                <a:moveTo>
                  <a:pt x="463" y="7641"/>
                </a:moveTo>
                <a:lnTo>
                  <a:pt x="633" y="7714"/>
                </a:lnTo>
                <a:lnTo>
                  <a:pt x="828" y="7762"/>
                </a:lnTo>
                <a:lnTo>
                  <a:pt x="998" y="7787"/>
                </a:lnTo>
                <a:lnTo>
                  <a:pt x="1071" y="7787"/>
                </a:lnTo>
                <a:lnTo>
                  <a:pt x="1144" y="7762"/>
                </a:lnTo>
                <a:lnTo>
                  <a:pt x="1071" y="8127"/>
                </a:lnTo>
                <a:lnTo>
                  <a:pt x="1022" y="8103"/>
                </a:lnTo>
                <a:lnTo>
                  <a:pt x="706" y="8103"/>
                </a:lnTo>
                <a:lnTo>
                  <a:pt x="584" y="8127"/>
                </a:lnTo>
                <a:lnTo>
                  <a:pt x="438" y="8176"/>
                </a:lnTo>
                <a:lnTo>
                  <a:pt x="463" y="7787"/>
                </a:lnTo>
                <a:lnTo>
                  <a:pt x="463" y="7641"/>
                </a:lnTo>
                <a:close/>
                <a:moveTo>
                  <a:pt x="15232" y="8176"/>
                </a:moveTo>
                <a:lnTo>
                  <a:pt x="15403" y="8249"/>
                </a:lnTo>
                <a:lnTo>
                  <a:pt x="15719" y="8346"/>
                </a:lnTo>
                <a:lnTo>
                  <a:pt x="15719" y="8517"/>
                </a:lnTo>
                <a:lnTo>
                  <a:pt x="15719" y="8687"/>
                </a:lnTo>
                <a:lnTo>
                  <a:pt x="15524" y="8638"/>
                </a:lnTo>
                <a:lnTo>
                  <a:pt x="15378" y="8590"/>
                </a:lnTo>
                <a:lnTo>
                  <a:pt x="15208" y="8565"/>
                </a:lnTo>
                <a:lnTo>
                  <a:pt x="15232" y="8371"/>
                </a:lnTo>
                <a:lnTo>
                  <a:pt x="15232" y="8176"/>
                </a:lnTo>
                <a:close/>
                <a:moveTo>
                  <a:pt x="438" y="8395"/>
                </a:moveTo>
                <a:lnTo>
                  <a:pt x="584" y="8444"/>
                </a:lnTo>
                <a:lnTo>
                  <a:pt x="706" y="8444"/>
                </a:lnTo>
                <a:lnTo>
                  <a:pt x="974" y="8419"/>
                </a:lnTo>
                <a:lnTo>
                  <a:pt x="1022" y="8419"/>
                </a:lnTo>
                <a:lnTo>
                  <a:pt x="1022" y="8468"/>
                </a:lnTo>
                <a:lnTo>
                  <a:pt x="998" y="8736"/>
                </a:lnTo>
                <a:lnTo>
                  <a:pt x="974" y="8979"/>
                </a:lnTo>
                <a:lnTo>
                  <a:pt x="925" y="9003"/>
                </a:lnTo>
                <a:lnTo>
                  <a:pt x="706" y="9028"/>
                </a:lnTo>
                <a:lnTo>
                  <a:pt x="584" y="9028"/>
                </a:lnTo>
                <a:lnTo>
                  <a:pt x="463" y="9076"/>
                </a:lnTo>
                <a:lnTo>
                  <a:pt x="438" y="8395"/>
                </a:lnTo>
                <a:close/>
                <a:moveTo>
                  <a:pt x="15111" y="8882"/>
                </a:moveTo>
                <a:lnTo>
                  <a:pt x="15305" y="8955"/>
                </a:lnTo>
                <a:lnTo>
                  <a:pt x="15476" y="9028"/>
                </a:lnTo>
                <a:lnTo>
                  <a:pt x="15597" y="9076"/>
                </a:lnTo>
                <a:lnTo>
                  <a:pt x="15719" y="9101"/>
                </a:lnTo>
                <a:lnTo>
                  <a:pt x="15816" y="9149"/>
                </a:lnTo>
                <a:lnTo>
                  <a:pt x="15792" y="9587"/>
                </a:lnTo>
                <a:lnTo>
                  <a:pt x="15670" y="9490"/>
                </a:lnTo>
                <a:lnTo>
                  <a:pt x="15500" y="9417"/>
                </a:lnTo>
                <a:lnTo>
                  <a:pt x="15378" y="9368"/>
                </a:lnTo>
                <a:lnTo>
                  <a:pt x="15232" y="9320"/>
                </a:lnTo>
                <a:lnTo>
                  <a:pt x="15111" y="9320"/>
                </a:lnTo>
                <a:lnTo>
                  <a:pt x="15062" y="9344"/>
                </a:lnTo>
                <a:lnTo>
                  <a:pt x="15086" y="8930"/>
                </a:lnTo>
                <a:lnTo>
                  <a:pt x="15111" y="8882"/>
                </a:lnTo>
                <a:close/>
                <a:moveTo>
                  <a:pt x="998" y="9368"/>
                </a:moveTo>
                <a:lnTo>
                  <a:pt x="1047" y="9757"/>
                </a:lnTo>
                <a:lnTo>
                  <a:pt x="803" y="9806"/>
                </a:lnTo>
                <a:lnTo>
                  <a:pt x="706" y="9830"/>
                </a:lnTo>
                <a:lnTo>
                  <a:pt x="609" y="9903"/>
                </a:lnTo>
                <a:lnTo>
                  <a:pt x="584" y="9903"/>
                </a:lnTo>
                <a:lnTo>
                  <a:pt x="511" y="9368"/>
                </a:lnTo>
                <a:close/>
                <a:moveTo>
                  <a:pt x="15013" y="9563"/>
                </a:moveTo>
                <a:lnTo>
                  <a:pt x="15111" y="9636"/>
                </a:lnTo>
                <a:lnTo>
                  <a:pt x="15232" y="9709"/>
                </a:lnTo>
                <a:lnTo>
                  <a:pt x="15451" y="9855"/>
                </a:lnTo>
                <a:lnTo>
                  <a:pt x="15670" y="10025"/>
                </a:lnTo>
                <a:lnTo>
                  <a:pt x="15719" y="10049"/>
                </a:lnTo>
                <a:lnTo>
                  <a:pt x="15646" y="10366"/>
                </a:lnTo>
                <a:lnTo>
                  <a:pt x="15524" y="10317"/>
                </a:lnTo>
                <a:lnTo>
                  <a:pt x="15281" y="10147"/>
                </a:lnTo>
                <a:lnTo>
                  <a:pt x="15111" y="10025"/>
                </a:lnTo>
                <a:lnTo>
                  <a:pt x="14940" y="9928"/>
                </a:lnTo>
                <a:lnTo>
                  <a:pt x="15013" y="9563"/>
                </a:lnTo>
                <a:close/>
                <a:moveTo>
                  <a:pt x="8176" y="3650"/>
                </a:moveTo>
                <a:lnTo>
                  <a:pt x="8127" y="3674"/>
                </a:lnTo>
                <a:lnTo>
                  <a:pt x="8054" y="3723"/>
                </a:lnTo>
                <a:lnTo>
                  <a:pt x="8006" y="3772"/>
                </a:lnTo>
                <a:lnTo>
                  <a:pt x="7957" y="3845"/>
                </a:lnTo>
                <a:lnTo>
                  <a:pt x="7933" y="3918"/>
                </a:lnTo>
                <a:lnTo>
                  <a:pt x="7908" y="4575"/>
                </a:lnTo>
                <a:lnTo>
                  <a:pt x="7908" y="5232"/>
                </a:lnTo>
                <a:lnTo>
                  <a:pt x="7981" y="6570"/>
                </a:lnTo>
                <a:lnTo>
                  <a:pt x="7981" y="7032"/>
                </a:lnTo>
                <a:lnTo>
                  <a:pt x="7981" y="7470"/>
                </a:lnTo>
                <a:lnTo>
                  <a:pt x="7957" y="7933"/>
                </a:lnTo>
                <a:lnTo>
                  <a:pt x="7957" y="8395"/>
                </a:lnTo>
                <a:lnTo>
                  <a:pt x="7981" y="8468"/>
                </a:lnTo>
                <a:lnTo>
                  <a:pt x="8006" y="8541"/>
                </a:lnTo>
                <a:lnTo>
                  <a:pt x="8030" y="8590"/>
                </a:lnTo>
                <a:lnTo>
                  <a:pt x="8079" y="8614"/>
                </a:lnTo>
                <a:lnTo>
                  <a:pt x="8103" y="8736"/>
                </a:lnTo>
                <a:lnTo>
                  <a:pt x="8152" y="8857"/>
                </a:lnTo>
                <a:lnTo>
                  <a:pt x="8200" y="8979"/>
                </a:lnTo>
                <a:lnTo>
                  <a:pt x="8273" y="9076"/>
                </a:lnTo>
                <a:lnTo>
                  <a:pt x="8444" y="9271"/>
                </a:lnTo>
                <a:lnTo>
                  <a:pt x="8614" y="9441"/>
                </a:lnTo>
                <a:lnTo>
                  <a:pt x="9174" y="9952"/>
                </a:lnTo>
                <a:lnTo>
                  <a:pt x="9733" y="10463"/>
                </a:lnTo>
                <a:lnTo>
                  <a:pt x="9806" y="10512"/>
                </a:lnTo>
                <a:lnTo>
                  <a:pt x="9855" y="10536"/>
                </a:lnTo>
                <a:lnTo>
                  <a:pt x="10001" y="10536"/>
                </a:lnTo>
                <a:lnTo>
                  <a:pt x="10147" y="10512"/>
                </a:lnTo>
                <a:lnTo>
                  <a:pt x="10244" y="10439"/>
                </a:lnTo>
                <a:lnTo>
                  <a:pt x="10317" y="10317"/>
                </a:lnTo>
                <a:lnTo>
                  <a:pt x="10342" y="10195"/>
                </a:lnTo>
                <a:lnTo>
                  <a:pt x="10342" y="10147"/>
                </a:lnTo>
                <a:lnTo>
                  <a:pt x="10317" y="10074"/>
                </a:lnTo>
                <a:lnTo>
                  <a:pt x="10293" y="10025"/>
                </a:lnTo>
                <a:lnTo>
                  <a:pt x="10220" y="9952"/>
                </a:lnTo>
                <a:lnTo>
                  <a:pt x="9758" y="9539"/>
                </a:lnTo>
                <a:lnTo>
                  <a:pt x="9295" y="9125"/>
                </a:lnTo>
                <a:lnTo>
                  <a:pt x="8906" y="8784"/>
                </a:lnTo>
                <a:lnTo>
                  <a:pt x="8736" y="8590"/>
                </a:lnTo>
                <a:lnTo>
                  <a:pt x="8590" y="8395"/>
                </a:lnTo>
                <a:lnTo>
                  <a:pt x="8517" y="8298"/>
                </a:lnTo>
                <a:lnTo>
                  <a:pt x="8541" y="7762"/>
                </a:lnTo>
                <a:lnTo>
                  <a:pt x="8541" y="7203"/>
                </a:lnTo>
                <a:lnTo>
                  <a:pt x="8541" y="6667"/>
                </a:lnTo>
                <a:lnTo>
                  <a:pt x="8517" y="6108"/>
                </a:lnTo>
                <a:lnTo>
                  <a:pt x="8444" y="5013"/>
                </a:lnTo>
                <a:lnTo>
                  <a:pt x="8419" y="4477"/>
                </a:lnTo>
                <a:lnTo>
                  <a:pt x="8419" y="3918"/>
                </a:lnTo>
                <a:lnTo>
                  <a:pt x="8419" y="3845"/>
                </a:lnTo>
                <a:lnTo>
                  <a:pt x="8395" y="3796"/>
                </a:lnTo>
                <a:lnTo>
                  <a:pt x="8371" y="3747"/>
                </a:lnTo>
                <a:lnTo>
                  <a:pt x="8298" y="3699"/>
                </a:lnTo>
                <a:lnTo>
                  <a:pt x="8249" y="3674"/>
                </a:lnTo>
                <a:lnTo>
                  <a:pt x="8200" y="3650"/>
                </a:lnTo>
                <a:close/>
                <a:moveTo>
                  <a:pt x="633" y="10074"/>
                </a:moveTo>
                <a:lnTo>
                  <a:pt x="730" y="10122"/>
                </a:lnTo>
                <a:lnTo>
                  <a:pt x="876" y="10147"/>
                </a:lnTo>
                <a:lnTo>
                  <a:pt x="998" y="10147"/>
                </a:lnTo>
                <a:lnTo>
                  <a:pt x="1144" y="10122"/>
                </a:lnTo>
                <a:lnTo>
                  <a:pt x="1266" y="10487"/>
                </a:lnTo>
                <a:lnTo>
                  <a:pt x="1047" y="10585"/>
                </a:lnTo>
                <a:lnTo>
                  <a:pt x="925" y="10609"/>
                </a:lnTo>
                <a:lnTo>
                  <a:pt x="779" y="10682"/>
                </a:lnTo>
                <a:lnTo>
                  <a:pt x="706" y="10366"/>
                </a:lnTo>
                <a:lnTo>
                  <a:pt x="633" y="10074"/>
                </a:lnTo>
                <a:close/>
                <a:moveTo>
                  <a:pt x="14867" y="10244"/>
                </a:moveTo>
                <a:lnTo>
                  <a:pt x="14989" y="10366"/>
                </a:lnTo>
                <a:lnTo>
                  <a:pt x="15111" y="10463"/>
                </a:lnTo>
                <a:lnTo>
                  <a:pt x="15232" y="10560"/>
                </a:lnTo>
                <a:lnTo>
                  <a:pt x="15378" y="10658"/>
                </a:lnTo>
                <a:lnTo>
                  <a:pt x="15549" y="10706"/>
                </a:lnTo>
                <a:lnTo>
                  <a:pt x="15403" y="11071"/>
                </a:lnTo>
                <a:lnTo>
                  <a:pt x="15111" y="10852"/>
                </a:lnTo>
                <a:lnTo>
                  <a:pt x="15013" y="10779"/>
                </a:lnTo>
                <a:lnTo>
                  <a:pt x="14892" y="10706"/>
                </a:lnTo>
                <a:lnTo>
                  <a:pt x="14843" y="10682"/>
                </a:lnTo>
                <a:lnTo>
                  <a:pt x="14794" y="10658"/>
                </a:lnTo>
                <a:lnTo>
                  <a:pt x="14770" y="10658"/>
                </a:lnTo>
                <a:lnTo>
                  <a:pt x="14867" y="10244"/>
                </a:lnTo>
                <a:close/>
                <a:moveTo>
                  <a:pt x="1412" y="10852"/>
                </a:moveTo>
                <a:lnTo>
                  <a:pt x="1558" y="11169"/>
                </a:lnTo>
                <a:lnTo>
                  <a:pt x="1363" y="11266"/>
                </a:lnTo>
                <a:lnTo>
                  <a:pt x="1241" y="11339"/>
                </a:lnTo>
                <a:lnTo>
                  <a:pt x="1168" y="11363"/>
                </a:lnTo>
                <a:lnTo>
                  <a:pt x="1095" y="11436"/>
                </a:lnTo>
                <a:lnTo>
                  <a:pt x="901" y="10950"/>
                </a:lnTo>
                <a:lnTo>
                  <a:pt x="1095" y="10925"/>
                </a:lnTo>
                <a:lnTo>
                  <a:pt x="1241" y="10901"/>
                </a:lnTo>
                <a:lnTo>
                  <a:pt x="1412" y="10852"/>
                </a:lnTo>
                <a:close/>
                <a:moveTo>
                  <a:pt x="14697" y="10877"/>
                </a:moveTo>
                <a:lnTo>
                  <a:pt x="14721" y="10901"/>
                </a:lnTo>
                <a:lnTo>
                  <a:pt x="14794" y="11023"/>
                </a:lnTo>
                <a:lnTo>
                  <a:pt x="14892" y="11144"/>
                </a:lnTo>
                <a:lnTo>
                  <a:pt x="15062" y="11290"/>
                </a:lnTo>
                <a:lnTo>
                  <a:pt x="15159" y="11363"/>
                </a:lnTo>
                <a:lnTo>
                  <a:pt x="15257" y="11412"/>
                </a:lnTo>
                <a:lnTo>
                  <a:pt x="15062" y="11874"/>
                </a:lnTo>
                <a:lnTo>
                  <a:pt x="15062" y="11850"/>
                </a:lnTo>
                <a:lnTo>
                  <a:pt x="14940" y="11753"/>
                </a:lnTo>
                <a:lnTo>
                  <a:pt x="14819" y="11607"/>
                </a:lnTo>
                <a:lnTo>
                  <a:pt x="14648" y="11509"/>
                </a:lnTo>
                <a:lnTo>
                  <a:pt x="14575" y="11461"/>
                </a:lnTo>
                <a:lnTo>
                  <a:pt x="14502" y="11461"/>
                </a:lnTo>
                <a:lnTo>
                  <a:pt x="14673" y="10998"/>
                </a:lnTo>
                <a:lnTo>
                  <a:pt x="14697" y="10877"/>
                </a:lnTo>
                <a:close/>
                <a:moveTo>
                  <a:pt x="1752" y="11509"/>
                </a:moveTo>
                <a:lnTo>
                  <a:pt x="1874" y="11704"/>
                </a:lnTo>
                <a:lnTo>
                  <a:pt x="1752" y="11826"/>
                </a:lnTo>
                <a:lnTo>
                  <a:pt x="1606" y="11972"/>
                </a:lnTo>
                <a:lnTo>
                  <a:pt x="1485" y="12142"/>
                </a:lnTo>
                <a:lnTo>
                  <a:pt x="1241" y="11680"/>
                </a:lnTo>
                <a:lnTo>
                  <a:pt x="1363" y="11655"/>
                </a:lnTo>
                <a:lnTo>
                  <a:pt x="1485" y="11607"/>
                </a:lnTo>
                <a:lnTo>
                  <a:pt x="1752" y="11509"/>
                </a:lnTo>
                <a:close/>
                <a:moveTo>
                  <a:pt x="14405" y="11607"/>
                </a:moveTo>
                <a:lnTo>
                  <a:pt x="14575" y="11801"/>
                </a:lnTo>
                <a:lnTo>
                  <a:pt x="14721" y="11947"/>
                </a:lnTo>
                <a:lnTo>
                  <a:pt x="14892" y="12093"/>
                </a:lnTo>
                <a:lnTo>
                  <a:pt x="14940" y="12118"/>
                </a:lnTo>
                <a:lnTo>
                  <a:pt x="14794" y="12361"/>
                </a:lnTo>
                <a:lnTo>
                  <a:pt x="14721" y="12288"/>
                </a:lnTo>
                <a:lnTo>
                  <a:pt x="14648" y="12215"/>
                </a:lnTo>
                <a:lnTo>
                  <a:pt x="14478" y="12118"/>
                </a:lnTo>
                <a:lnTo>
                  <a:pt x="14235" y="11947"/>
                </a:lnTo>
                <a:lnTo>
                  <a:pt x="14405" y="11607"/>
                </a:lnTo>
                <a:close/>
                <a:moveTo>
                  <a:pt x="2069" y="11996"/>
                </a:moveTo>
                <a:lnTo>
                  <a:pt x="2263" y="12288"/>
                </a:lnTo>
                <a:lnTo>
                  <a:pt x="2117" y="12410"/>
                </a:lnTo>
                <a:lnTo>
                  <a:pt x="1996" y="12556"/>
                </a:lnTo>
                <a:lnTo>
                  <a:pt x="1947" y="12653"/>
                </a:lnTo>
                <a:lnTo>
                  <a:pt x="1898" y="12750"/>
                </a:lnTo>
                <a:lnTo>
                  <a:pt x="1631" y="12361"/>
                </a:lnTo>
                <a:lnTo>
                  <a:pt x="1825" y="12215"/>
                </a:lnTo>
                <a:lnTo>
                  <a:pt x="1996" y="12069"/>
                </a:lnTo>
                <a:lnTo>
                  <a:pt x="2069" y="11996"/>
                </a:lnTo>
                <a:close/>
                <a:moveTo>
                  <a:pt x="14065" y="12239"/>
                </a:moveTo>
                <a:lnTo>
                  <a:pt x="14186" y="12361"/>
                </a:lnTo>
                <a:lnTo>
                  <a:pt x="14405" y="12507"/>
                </a:lnTo>
                <a:lnTo>
                  <a:pt x="14502" y="12580"/>
                </a:lnTo>
                <a:lnTo>
                  <a:pt x="14624" y="12629"/>
                </a:lnTo>
                <a:lnTo>
                  <a:pt x="14381" y="12969"/>
                </a:lnTo>
                <a:lnTo>
                  <a:pt x="14332" y="12872"/>
                </a:lnTo>
                <a:lnTo>
                  <a:pt x="14259" y="12799"/>
                </a:lnTo>
                <a:lnTo>
                  <a:pt x="14113" y="12677"/>
                </a:lnTo>
                <a:lnTo>
                  <a:pt x="13919" y="12483"/>
                </a:lnTo>
                <a:lnTo>
                  <a:pt x="14065" y="12239"/>
                </a:lnTo>
                <a:close/>
                <a:moveTo>
                  <a:pt x="2531" y="12604"/>
                </a:moveTo>
                <a:lnTo>
                  <a:pt x="2726" y="12848"/>
                </a:lnTo>
                <a:lnTo>
                  <a:pt x="2458" y="13237"/>
                </a:lnTo>
                <a:lnTo>
                  <a:pt x="2361" y="13359"/>
                </a:lnTo>
                <a:lnTo>
                  <a:pt x="2044" y="12921"/>
                </a:lnTo>
                <a:lnTo>
                  <a:pt x="2142" y="12896"/>
                </a:lnTo>
                <a:lnTo>
                  <a:pt x="2239" y="12848"/>
                </a:lnTo>
                <a:lnTo>
                  <a:pt x="2385" y="12726"/>
                </a:lnTo>
                <a:lnTo>
                  <a:pt x="2531" y="12604"/>
                </a:lnTo>
                <a:close/>
                <a:moveTo>
                  <a:pt x="13773" y="12702"/>
                </a:moveTo>
                <a:lnTo>
                  <a:pt x="13797" y="12726"/>
                </a:lnTo>
                <a:lnTo>
                  <a:pt x="13992" y="12945"/>
                </a:lnTo>
                <a:lnTo>
                  <a:pt x="14089" y="13042"/>
                </a:lnTo>
                <a:lnTo>
                  <a:pt x="14162" y="13164"/>
                </a:lnTo>
                <a:lnTo>
                  <a:pt x="14211" y="13213"/>
                </a:lnTo>
                <a:lnTo>
                  <a:pt x="13967" y="13505"/>
                </a:lnTo>
                <a:lnTo>
                  <a:pt x="13821" y="13310"/>
                </a:lnTo>
                <a:lnTo>
                  <a:pt x="13675" y="13115"/>
                </a:lnTo>
                <a:lnTo>
                  <a:pt x="13529" y="13018"/>
                </a:lnTo>
                <a:lnTo>
                  <a:pt x="13773" y="12702"/>
                </a:lnTo>
                <a:close/>
                <a:moveTo>
                  <a:pt x="2993" y="13164"/>
                </a:moveTo>
                <a:lnTo>
                  <a:pt x="3188" y="13383"/>
                </a:lnTo>
                <a:lnTo>
                  <a:pt x="3164" y="13456"/>
                </a:lnTo>
                <a:lnTo>
                  <a:pt x="2969" y="13651"/>
                </a:lnTo>
                <a:lnTo>
                  <a:pt x="2896" y="13748"/>
                </a:lnTo>
                <a:lnTo>
                  <a:pt x="2823" y="13845"/>
                </a:lnTo>
                <a:lnTo>
                  <a:pt x="2726" y="13772"/>
                </a:lnTo>
                <a:lnTo>
                  <a:pt x="2580" y="13578"/>
                </a:lnTo>
                <a:lnTo>
                  <a:pt x="2653" y="13529"/>
                </a:lnTo>
                <a:lnTo>
                  <a:pt x="2726" y="13456"/>
                </a:lnTo>
                <a:lnTo>
                  <a:pt x="2993" y="13164"/>
                </a:lnTo>
                <a:close/>
                <a:moveTo>
                  <a:pt x="13383" y="13188"/>
                </a:moveTo>
                <a:lnTo>
                  <a:pt x="13456" y="13334"/>
                </a:lnTo>
                <a:lnTo>
                  <a:pt x="13724" y="13748"/>
                </a:lnTo>
                <a:lnTo>
                  <a:pt x="13578" y="13918"/>
                </a:lnTo>
                <a:lnTo>
                  <a:pt x="13456" y="14040"/>
                </a:lnTo>
                <a:lnTo>
                  <a:pt x="13335" y="13821"/>
                </a:lnTo>
                <a:lnTo>
                  <a:pt x="13213" y="13602"/>
                </a:lnTo>
                <a:lnTo>
                  <a:pt x="13116" y="13480"/>
                </a:lnTo>
                <a:lnTo>
                  <a:pt x="13237" y="13334"/>
                </a:lnTo>
                <a:lnTo>
                  <a:pt x="13383" y="13188"/>
                </a:lnTo>
                <a:close/>
                <a:moveTo>
                  <a:pt x="3456" y="13651"/>
                </a:moveTo>
                <a:lnTo>
                  <a:pt x="3796" y="13991"/>
                </a:lnTo>
                <a:lnTo>
                  <a:pt x="3650" y="14089"/>
                </a:lnTo>
                <a:lnTo>
                  <a:pt x="3504" y="14186"/>
                </a:lnTo>
                <a:lnTo>
                  <a:pt x="3407" y="14259"/>
                </a:lnTo>
                <a:lnTo>
                  <a:pt x="3334" y="14332"/>
                </a:lnTo>
                <a:lnTo>
                  <a:pt x="3042" y="14089"/>
                </a:lnTo>
                <a:lnTo>
                  <a:pt x="3164" y="13967"/>
                </a:lnTo>
                <a:lnTo>
                  <a:pt x="3237" y="13894"/>
                </a:lnTo>
                <a:lnTo>
                  <a:pt x="3334" y="13797"/>
                </a:lnTo>
                <a:lnTo>
                  <a:pt x="3456" y="13651"/>
                </a:lnTo>
                <a:close/>
                <a:moveTo>
                  <a:pt x="12945" y="13651"/>
                </a:moveTo>
                <a:lnTo>
                  <a:pt x="12994" y="13748"/>
                </a:lnTo>
                <a:lnTo>
                  <a:pt x="13213" y="14210"/>
                </a:lnTo>
                <a:lnTo>
                  <a:pt x="13213" y="14235"/>
                </a:lnTo>
                <a:lnTo>
                  <a:pt x="13043" y="14381"/>
                </a:lnTo>
                <a:lnTo>
                  <a:pt x="12970" y="14210"/>
                </a:lnTo>
                <a:lnTo>
                  <a:pt x="12897" y="14040"/>
                </a:lnTo>
                <a:lnTo>
                  <a:pt x="12824" y="13918"/>
                </a:lnTo>
                <a:lnTo>
                  <a:pt x="12751" y="13821"/>
                </a:lnTo>
                <a:lnTo>
                  <a:pt x="12945" y="13651"/>
                </a:lnTo>
                <a:close/>
                <a:moveTo>
                  <a:pt x="3967" y="14162"/>
                </a:moveTo>
                <a:lnTo>
                  <a:pt x="4332" y="14454"/>
                </a:lnTo>
                <a:lnTo>
                  <a:pt x="4283" y="14502"/>
                </a:lnTo>
                <a:lnTo>
                  <a:pt x="4113" y="14648"/>
                </a:lnTo>
                <a:lnTo>
                  <a:pt x="4040" y="14721"/>
                </a:lnTo>
                <a:lnTo>
                  <a:pt x="3991" y="14794"/>
                </a:lnTo>
                <a:lnTo>
                  <a:pt x="3602" y="14551"/>
                </a:lnTo>
                <a:lnTo>
                  <a:pt x="3748" y="14429"/>
                </a:lnTo>
                <a:lnTo>
                  <a:pt x="3845" y="14308"/>
                </a:lnTo>
                <a:lnTo>
                  <a:pt x="3967" y="14162"/>
                </a:lnTo>
                <a:close/>
                <a:moveTo>
                  <a:pt x="12556" y="13991"/>
                </a:moveTo>
                <a:lnTo>
                  <a:pt x="12605" y="14113"/>
                </a:lnTo>
                <a:lnTo>
                  <a:pt x="12678" y="14332"/>
                </a:lnTo>
                <a:lnTo>
                  <a:pt x="12775" y="14551"/>
                </a:lnTo>
                <a:lnTo>
                  <a:pt x="12775" y="14600"/>
                </a:lnTo>
                <a:lnTo>
                  <a:pt x="12459" y="14819"/>
                </a:lnTo>
                <a:lnTo>
                  <a:pt x="12434" y="14673"/>
                </a:lnTo>
                <a:lnTo>
                  <a:pt x="12361" y="14527"/>
                </a:lnTo>
                <a:lnTo>
                  <a:pt x="12313" y="14381"/>
                </a:lnTo>
                <a:lnTo>
                  <a:pt x="12215" y="14235"/>
                </a:lnTo>
                <a:lnTo>
                  <a:pt x="12556" y="13991"/>
                </a:lnTo>
                <a:close/>
                <a:moveTo>
                  <a:pt x="8760" y="1509"/>
                </a:moveTo>
                <a:lnTo>
                  <a:pt x="9174" y="1557"/>
                </a:lnTo>
                <a:lnTo>
                  <a:pt x="9222" y="1582"/>
                </a:lnTo>
                <a:lnTo>
                  <a:pt x="9271" y="1606"/>
                </a:lnTo>
                <a:lnTo>
                  <a:pt x="9368" y="1582"/>
                </a:lnTo>
                <a:lnTo>
                  <a:pt x="10123" y="1728"/>
                </a:lnTo>
                <a:lnTo>
                  <a:pt x="10488" y="1825"/>
                </a:lnTo>
                <a:lnTo>
                  <a:pt x="10877" y="1947"/>
                </a:lnTo>
                <a:lnTo>
                  <a:pt x="11291" y="2117"/>
                </a:lnTo>
                <a:lnTo>
                  <a:pt x="11656" y="2287"/>
                </a:lnTo>
                <a:lnTo>
                  <a:pt x="11510" y="2385"/>
                </a:lnTo>
                <a:lnTo>
                  <a:pt x="11388" y="2531"/>
                </a:lnTo>
                <a:lnTo>
                  <a:pt x="11193" y="2823"/>
                </a:lnTo>
                <a:lnTo>
                  <a:pt x="10950" y="3066"/>
                </a:lnTo>
                <a:lnTo>
                  <a:pt x="10853" y="3212"/>
                </a:lnTo>
                <a:lnTo>
                  <a:pt x="10828" y="3285"/>
                </a:lnTo>
                <a:lnTo>
                  <a:pt x="10804" y="3358"/>
                </a:lnTo>
                <a:lnTo>
                  <a:pt x="10804" y="3407"/>
                </a:lnTo>
                <a:lnTo>
                  <a:pt x="10828" y="3431"/>
                </a:lnTo>
                <a:lnTo>
                  <a:pt x="10853" y="3480"/>
                </a:lnTo>
                <a:lnTo>
                  <a:pt x="10974" y="3480"/>
                </a:lnTo>
                <a:lnTo>
                  <a:pt x="11047" y="3455"/>
                </a:lnTo>
                <a:lnTo>
                  <a:pt x="11193" y="3358"/>
                </a:lnTo>
                <a:lnTo>
                  <a:pt x="11315" y="3261"/>
                </a:lnTo>
                <a:lnTo>
                  <a:pt x="11412" y="3139"/>
                </a:lnTo>
                <a:lnTo>
                  <a:pt x="11680" y="2871"/>
                </a:lnTo>
                <a:lnTo>
                  <a:pt x="11826" y="2725"/>
                </a:lnTo>
                <a:lnTo>
                  <a:pt x="11875" y="2628"/>
                </a:lnTo>
                <a:lnTo>
                  <a:pt x="11948" y="2555"/>
                </a:lnTo>
                <a:lnTo>
                  <a:pt x="11948" y="2458"/>
                </a:lnTo>
                <a:lnTo>
                  <a:pt x="12313" y="2701"/>
                </a:lnTo>
                <a:lnTo>
                  <a:pt x="12629" y="2969"/>
                </a:lnTo>
                <a:lnTo>
                  <a:pt x="12945" y="3261"/>
                </a:lnTo>
                <a:lnTo>
                  <a:pt x="13237" y="3601"/>
                </a:lnTo>
                <a:lnTo>
                  <a:pt x="13456" y="3869"/>
                </a:lnTo>
                <a:lnTo>
                  <a:pt x="13651" y="4137"/>
                </a:lnTo>
                <a:lnTo>
                  <a:pt x="13821" y="4429"/>
                </a:lnTo>
                <a:lnTo>
                  <a:pt x="13992" y="4745"/>
                </a:lnTo>
                <a:lnTo>
                  <a:pt x="13870" y="4745"/>
                </a:lnTo>
                <a:lnTo>
                  <a:pt x="13748" y="4794"/>
                </a:lnTo>
                <a:lnTo>
                  <a:pt x="13505" y="4940"/>
                </a:lnTo>
                <a:lnTo>
                  <a:pt x="13237" y="5134"/>
                </a:lnTo>
                <a:lnTo>
                  <a:pt x="13067" y="5207"/>
                </a:lnTo>
                <a:lnTo>
                  <a:pt x="12921" y="5305"/>
                </a:lnTo>
                <a:lnTo>
                  <a:pt x="12872" y="5378"/>
                </a:lnTo>
                <a:lnTo>
                  <a:pt x="12872" y="5451"/>
                </a:lnTo>
                <a:lnTo>
                  <a:pt x="12897" y="5524"/>
                </a:lnTo>
                <a:lnTo>
                  <a:pt x="12970" y="5597"/>
                </a:lnTo>
                <a:lnTo>
                  <a:pt x="13043" y="5621"/>
                </a:lnTo>
                <a:lnTo>
                  <a:pt x="13116" y="5645"/>
                </a:lnTo>
                <a:lnTo>
                  <a:pt x="13286" y="5645"/>
                </a:lnTo>
                <a:lnTo>
                  <a:pt x="13432" y="5572"/>
                </a:lnTo>
                <a:lnTo>
                  <a:pt x="13578" y="5499"/>
                </a:lnTo>
                <a:lnTo>
                  <a:pt x="13870" y="5329"/>
                </a:lnTo>
                <a:lnTo>
                  <a:pt x="14016" y="5256"/>
                </a:lnTo>
                <a:lnTo>
                  <a:pt x="14162" y="5207"/>
                </a:lnTo>
                <a:lnTo>
                  <a:pt x="14211" y="5159"/>
                </a:lnTo>
                <a:lnTo>
                  <a:pt x="14381" y="5621"/>
                </a:lnTo>
                <a:lnTo>
                  <a:pt x="14502" y="6059"/>
                </a:lnTo>
                <a:lnTo>
                  <a:pt x="14600" y="6448"/>
                </a:lnTo>
                <a:lnTo>
                  <a:pt x="14648" y="6862"/>
                </a:lnTo>
                <a:lnTo>
                  <a:pt x="14746" y="7665"/>
                </a:lnTo>
                <a:lnTo>
                  <a:pt x="14746" y="7860"/>
                </a:lnTo>
                <a:lnTo>
                  <a:pt x="14746" y="8054"/>
                </a:lnTo>
                <a:lnTo>
                  <a:pt x="14575" y="8030"/>
                </a:lnTo>
                <a:lnTo>
                  <a:pt x="14138" y="8030"/>
                </a:lnTo>
                <a:lnTo>
                  <a:pt x="14016" y="8054"/>
                </a:lnTo>
                <a:lnTo>
                  <a:pt x="13919" y="8079"/>
                </a:lnTo>
                <a:lnTo>
                  <a:pt x="13821" y="8127"/>
                </a:lnTo>
                <a:lnTo>
                  <a:pt x="13748" y="8200"/>
                </a:lnTo>
                <a:lnTo>
                  <a:pt x="13724" y="8273"/>
                </a:lnTo>
                <a:lnTo>
                  <a:pt x="13700" y="8322"/>
                </a:lnTo>
                <a:lnTo>
                  <a:pt x="13724" y="8346"/>
                </a:lnTo>
                <a:lnTo>
                  <a:pt x="13773" y="8419"/>
                </a:lnTo>
                <a:lnTo>
                  <a:pt x="13846" y="8444"/>
                </a:lnTo>
                <a:lnTo>
                  <a:pt x="13992" y="8492"/>
                </a:lnTo>
                <a:lnTo>
                  <a:pt x="14138" y="8517"/>
                </a:lnTo>
                <a:lnTo>
                  <a:pt x="14284" y="8517"/>
                </a:lnTo>
                <a:lnTo>
                  <a:pt x="14527" y="8565"/>
                </a:lnTo>
                <a:lnTo>
                  <a:pt x="14746" y="8614"/>
                </a:lnTo>
                <a:lnTo>
                  <a:pt x="14794" y="8809"/>
                </a:lnTo>
                <a:lnTo>
                  <a:pt x="14770" y="9052"/>
                </a:lnTo>
                <a:lnTo>
                  <a:pt x="14697" y="9441"/>
                </a:lnTo>
                <a:lnTo>
                  <a:pt x="14600" y="9806"/>
                </a:lnTo>
                <a:lnTo>
                  <a:pt x="14356" y="10560"/>
                </a:lnTo>
                <a:lnTo>
                  <a:pt x="14186" y="11023"/>
                </a:lnTo>
                <a:lnTo>
                  <a:pt x="13992" y="11461"/>
                </a:lnTo>
                <a:lnTo>
                  <a:pt x="13821" y="11363"/>
                </a:lnTo>
                <a:lnTo>
                  <a:pt x="13651" y="11290"/>
                </a:lnTo>
                <a:lnTo>
                  <a:pt x="13456" y="11169"/>
                </a:lnTo>
                <a:lnTo>
                  <a:pt x="13335" y="11096"/>
                </a:lnTo>
                <a:lnTo>
                  <a:pt x="13237" y="11047"/>
                </a:lnTo>
                <a:lnTo>
                  <a:pt x="13164" y="11047"/>
                </a:lnTo>
                <a:lnTo>
                  <a:pt x="13091" y="11071"/>
                </a:lnTo>
                <a:lnTo>
                  <a:pt x="13043" y="11096"/>
                </a:lnTo>
                <a:lnTo>
                  <a:pt x="13018" y="11120"/>
                </a:lnTo>
                <a:lnTo>
                  <a:pt x="12994" y="11193"/>
                </a:lnTo>
                <a:lnTo>
                  <a:pt x="12970" y="11242"/>
                </a:lnTo>
                <a:lnTo>
                  <a:pt x="12970" y="11315"/>
                </a:lnTo>
                <a:lnTo>
                  <a:pt x="12994" y="11363"/>
                </a:lnTo>
                <a:lnTo>
                  <a:pt x="13067" y="11461"/>
                </a:lnTo>
                <a:lnTo>
                  <a:pt x="13164" y="11558"/>
                </a:lnTo>
                <a:lnTo>
                  <a:pt x="13383" y="11680"/>
                </a:lnTo>
                <a:lnTo>
                  <a:pt x="13554" y="11801"/>
                </a:lnTo>
                <a:lnTo>
                  <a:pt x="13651" y="11850"/>
                </a:lnTo>
                <a:lnTo>
                  <a:pt x="13748" y="11899"/>
                </a:lnTo>
                <a:lnTo>
                  <a:pt x="13578" y="12191"/>
                </a:lnTo>
                <a:lnTo>
                  <a:pt x="13359" y="12483"/>
                </a:lnTo>
                <a:lnTo>
                  <a:pt x="13164" y="12750"/>
                </a:lnTo>
                <a:lnTo>
                  <a:pt x="12921" y="13018"/>
                </a:lnTo>
                <a:lnTo>
                  <a:pt x="12629" y="13334"/>
                </a:lnTo>
                <a:lnTo>
                  <a:pt x="12337" y="13602"/>
                </a:lnTo>
                <a:lnTo>
                  <a:pt x="11996" y="13845"/>
                </a:lnTo>
                <a:lnTo>
                  <a:pt x="11656" y="14064"/>
                </a:lnTo>
                <a:lnTo>
                  <a:pt x="11558" y="13845"/>
                </a:lnTo>
                <a:lnTo>
                  <a:pt x="11437" y="13626"/>
                </a:lnTo>
                <a:lnTo>
                  <a:pt x="11266" y="13383"/>
                </a:lnTo>
                <a:lnTo>
                  <a:pt x="11169" y="13261"/>
                </a:lnTo>
                <a:lnTo>
                  <a:pt x="11047" y="13188"/>
                </a:lnTo>
                <a:lnTo>
                  <a:pt x="10974" y="13188"/>
                </a:lnTo>
                <a:lnTo>
                  <a:pt x="10926" y="13261"/>
                </a:lnTo>
                <a:lnTo>
                  <a:pt x="10901" y="13334"/>
                </a:lnTo>
                <a:lnTo>
                  <a:pt x="10901" y="13383"/>
                </a:lnTo>
                <a:lnTo>
                  <a:pt x="10926" y="13529"/>
                </a:lnTo>
                <a:lnTo>
                  <a:pt x="11047" y="13772"/>
                </a:lnTo>
                <a:lnTo>
                  <a:pt x="11266" y="14259"/>
                </a:lnTo>
                <a:lnTo>
                  <a:pt x="10926" y="14405"/>
                </a:lnTo>
                <a:lnTo>
                  <a:pt x="10561" y="14502"/>
                </a:lnTo>
                <a:lnTo>
                  <a:pt x="10220" y="14575"/>
                </a:lnTo>
                <a:lnTo>
                  <a:pt x="9879" y="14624"/>
                </a:lnTo>
                <a:lnTo>
                  <a:pt x="9198" y="14721"/>
                </a:lnTo>
                <a:lnTo>
                  <a:pt x="8857" y="14794"/>
                </a:lnTo>
                <a:lnTo>
                  <a:pt x="8663" y="14819"/>
                </a:lnTo>
                <a:lnTo>
                  <a:pt x="8517" y="14892"/>
                </a:lnTo>
                <a:lnTo>
                  <a:pt x="8249" y="14892"/>
                </a:lnTo>
                <a:lnTo>
                  <a:pt x="8249" y="14673"/>
                </a:lnTo>
                <a:lnTo>
                  <a:pt x="8273" y="14429"/>
                </a:lnTo>
                <a:lnTo>
                  <a:pt x="8273" y="14308"/>
                </a:lnTo>
                <a:lnTo>
                  <a:pt x="8249" y="14186"/>
                </a:lnTo>
                <a:lnTo>
                  <a:pt x="8225" y="14089"/>
                </a:lnTo>
                <a:lnTo>
                  <a:pt x="8152" y="13991"/>
                </a:lnTo>
                <a:lnTo>
                  <a:pt x="8127" y="13967"/>
                </a:lnTo>
                <a:lnTo>
                  <a:pt x="8030" y="13967"/>
                </a:lnTo>
                <a:lnTo>
                  <a:pt x="8006" y="13991"/>
                </a:lnTo>
                <a:lnTo>
                  <a:pt x="7933" y="14113"/>
                </a:lnTo>
                <a:lnTo>
                  <a:pt x="7884" y="14235"/>
                </a:lnTo>
                <a:lnTo>
                  <a:pt x="7860" y="14478"/>
                </a:lnTo>
                <a:lnTo>
                  <a:pt x="7835" y="14697"/>
                </a:lnTo>
                <a:lnTo>
                  <a:pt x="7860" y="14916"/>
                </a:lnTo>
                <a:lnTo>
                  <a:pt x="7373" y="14916"/>
                </a:lnTo>
                <a:lnTo>
                  <a:pt x="6911" y="14892"/>
                </a:lnTo>
                <a:lnTo>
                  <a:pt x="6448" y="14819"/>
                </a:lnTo>
                <a:lnTo>
                  <a:pt x="5986" y="14746"/>
                </a:lnTo>
                <a:lnTo>
                  <a:pt x="5694" y="14673"/>
                </a:lnTo>
                <a:lnTo>
                  <a:pt x="5402" y="14551"/>
                </a:lnTo>
                <a:lnTo>
                  <a:pt x="5135" y="14429"/>
                </a:lnTo>
                <a:lnTo>
                  <a:pt x="4891" y="14283"/>
                </a:lnTo>
                <a:lnTo>
                  <a:pt x="4940" y="14210"/>
                </a:lnTo>
                <a:lnTo>
                  <a:pt x="5208" y="13748"/>
                </a:lnTo>
                <a:lnTo>
                  <a:pt x="5329" y="13480"/>
                </a:lnTo>
                <a:lnTo>
                  <a:pt x="5378" y="13359"/>
                </a:lnTo>
                <a:lnTo>
                  <a:pt x="5402" y="13213"/>
                </a:lnTo>
                <a:lnTo>
                  <a:pt x="5402" y="13164"/>
                </a:lnTo>
                <a:lnTo>
                  <a:pt x="5378" y="13140"/>
                </a:lnTo>
                <a:lnTo>
                  <a:pt x="5305" y="13091"/>
                </a:lnTo>
                <a:lnTo>
                  <a:pt x="5232" y="13067"/>
                </a:lnTo>
                <a:lnTo>
                  <a:pt x="5135" y="13115"/>
                </a:lnTo>
                <a:lnTo>
                  <a:pt x="5062" y="13188"/>
                </a:lnTo>
                <a:lnTo>
                  <a:pt x="4989" y="13286"/>
                </a:lnTo>
                <a:lnTo>
                  <a:pt x="4867" y="13505"/>
                </a:lnTo>
                <a:lnTo>
                  <a:pt x="4575" y="13991"/>
                </a:lnTo>
                <a:lnTo>
                  <a:pt x="4551" y="14040"/>
                </a:lnTo>
                <a:lnTo>
                  <a:pt x="4137" y="13675"/>
                </a:lnTo>
                <a:lnTo>
                  <a:pt x="3748" y="13286"/>
                </a:lnTo>
                <a:lnTo>
                  <a:pt x="3407" y="12921"/>
                </a:lnTo>
                <a:lnTo>
                  <a:pt x="3091" y="12556"/>
                </a:lnTo>
                <a:lnTo>
                  <a:pt x="2799" y="12191"/>
                </a:lnTo>
                <a:lnTo>
                  <a:pt x="2531" y="11801"/>
                </a:lnTo>
                <a:lnTo>
                  <a:pt x="2774" y="11704"/>
                </a:lnTo>
                <a:lnTo>
                  <a:pt x="3042" y="11582"/>
                </a:lnTo>
                <a:lnTo>
                  <a:pt x="3285" y="11436"/>
                </a:lnTo>
                <a:lnTo>
                  <a:pt x="3358" y="11363"/>
                </a:lnTo>
                <a:lnTo>
                  <a:pt x="3358" y="11290"/>
                </a:lnTo>
                <a:lnTo>
                  <a:pt x="3334" y="11217"/>
                </a:lnTo>
                <a:lnTo>
                  <a:pt x="3310" y="11144"/>
                </a:lnTo>
                <a:lnTo>
                  <a:pt x="3237" y="11096"/>
                </a:lnTo>
                <a:lnTo>
                  <a:pt x="3164" y="11071"/>
                </a:lnTo>
                <a:lnTo>
                  <a:pt x="3066" y="11071"/>
                </a:lnTo>
                <a:lnTo>
                  <a:pt x="2993" y="11120"/>
                </a:lnTo>
                <a:lnTo>
                  <a:pt x="2799" y="11266"/>
                </a:lnTo>
                <a:lnTo>
                  <a:pt x="2580" y="11363"/>
                </a:lnTo>
                <a:lnTo>
                  <a:pt x="2312" y="11461"/>
                </a:lnTo>
                <a:lnTo>
                  <a:pt x="2117" y="11144"/>
                </a:lnTo>
                <a:lnTo>
                  <a:pt x="1947" y="10828"/>
                </a:lnTo>
                <a:lnTo>
                  <a:pt x="1777" y="10487"/>
                </a:lnTo>
                <a:lnTo>
                  <a:pt x="1631" y="10122"/>
                </a:lnTo>
                <a:lnTo>
                  <a:pt x="1509" y="9782"/>
                </a:lnTo>
                <a:lnTo>
                  <a:pt x="1412" y="9393"/>
                </a:lnTo>
                <a:lnTo>
                  <a:pt x="1363" y="9198"/>
                </a:lnTo>
                <a:lnTo>
                  <a:pt x="1363" y="8979"/>
                </a:lnTo>
                <a:lnTo>
                  <a:pt x="1387" y="8565"/>
                </a:lnTo>
                <a:lnTo>
                  <a:pt x="1412" y="8492"/>
                </a:lnTo>
                <a:lnTo>
                  <a:pt x="1558" y="8517"/>
                </a:lnTo>
                <a:lnTo>
                  <a:pt x="2190" y="8517"/>
                </a:lnTo>
                <a:lnTo>
                  <a:pt x="2288" y="8492"/>
                </a:lnTo>
                <a:lnTo>
                  <a:pt x="2361" y="8444"/>
                </a:lnTo>
                <a:lnTo>
                  <a:pt x="2409" y="8371"/>
                </a:lnTo>
                <a:lnTo>
                  <a:pt x="2409" y="8298"/>
                </a:lnTo>
                <a:lnTo>
                  <a:pt x="2409" y="8200"/>
                </a:lnTo>
                <a:lnTo>
                  <a:pt x="2361" y="8127"/>
                </a:lnTo>
                <a:lnTo>
                  <a:pt x="2288" y="8079"/>
                </a:lnTo>
                <a:lnTo>
                  <a:pt x="2190" y="8054"/>
                </a:lnTo>
                <a:lnTo>
                  <a:pt x="1971" y="8054"/>
                </a:lnTo>
                <a:lnTo>
                  <a:pt x="1752" y="8079"/>
                </a:lnTo>
                <a:lnTo>
                  <a:pt x="1509" y="8103"/>
                </a:lnTo>
                <a:lnTo>
                  <a:pt x="1606" y="7446"/>
                </a:lnTo>
                <a:lnTo>
                  <a:pt x="1704" y="6789"/>
                </a:lnTo>
                <a:lnTo>
                  <a:pt x="1801" y="6132"/>
                </a:lnTo>
                <a:lnTo>
                  <a:pt x="1898" y="5816"/>
                </a:lnTo>
                <a:lnTo>
                  <a:pt x="1996" y="5499"/>
                </a:lnTo>
                <a:lnTo>
                  <a:pt x="2117" y="5159"/>
                </a:lnTo>
                <a:lnTo>
                  <a:pt x="2288" y="5305"/>
                </a:lnTo>
                <a:lnTo>
                  <a:pt x="2458" y="5426"/>
                </a:lnTo>
                <a:lnTo>
                  <a:pt x="2701" y="5597"/>
                </a:lnTo>
                <a:lnTo>
                  <a:pt x="2823" y="5645"/>
                </a:lnTo>
                <a:lnTo>
                  <a:pt x="2945" y="5694"/>
                </a:lnTo>
                <a:lnTo>
                  <a:pt x="3066" y="5694"/>
                </a:lnTo>
                <a:lnTo>
                  <a:pt x="3139" y="5670"/>
                </a:lnTo>
                <a:lnTo>
                  <a:pt x="3212" y="5597"/>
                </a:lnTo>
                <a:lnTo>
                  <a:pt x="3237" y="5524"/>
                </a:lnTo>
                <a:lnTo>
                  <a:pt x="3237" y="5451"/>
                </a:lnTo>
                <a:lnTo>
                  <a:pt x="3237" y="5353"/>
                </a:lnTo>
                <a:lnTo>
                  <a:pt x="3164" y="5280"/>
                </a:lnTo>
                <a:lnTo>
                  <a:pt x="3091" y="5232"/>
                </a:lnTo>
                <a:lnTo>
                  <a:pt x="2872" y="5134"/>
                </a:lnTo>
                <a:lnTo>
                  <a:pt x="2677" y="5037"/>
                </a:lnTo>
                <a:lnTo>
                  <a:pt x="2482" y="4915"/>
                </a:lnTo>
                <a:lnTo>
                  <a:pt x="2288" y="4842"/>
                </a:lnTo>
                <a:lnTo>
                  <a:pt x="2555" y="4429"/>
                </a:lnTo>
                <a:lnTo>
                  <a:pt x="2847" y="4039"/>
                </a:lnTo>
                <a:lnTo>
                  <a:pt x="3188" y="3674"/>
                </a:lnTo>
                <a:lnTo>
                  <a:pt x="3529" y="3334"/>
                </a:lnTo>
                <a:lnTo>
                  <a:pt x="3796" y="3090"/>
                </a:lnTo>
                <a:lnTo>
                  <a:pt x="4088" y="2896"/>
                </a:lnTo>
                <a:lnTo>
                  <a:pt x="4380" y="2701"/>
                </a:lnTo>
                <a:lnTo>
                  <a:pt x="4697" y="2506"/>
                </a:lnTo>
                <a:lnTo>
                  <a:pt x="4770" y="2677"/>
                </a:lnTo>
                <a:lnTo>
                  <a:pt x="4867" y="2847"/>
                </a:lnTo>
                <a:lnTo>
                  <a:pt x="4989" y="3090"/>
                </a:lnTo>
                <a:lnTo>
                  <a:pt x="5062" y="3188"/>
                </a:lnTo>
                <a:lnTo>
                  <a:pt x="5159" y="3285"/>
                </a:lnTo>
                <a:lnTo>
                  <a:pt x="5232" y="3334"/>
                </a:lnTo>
                <a:lnTo>
                  <a:pt x="5329" y="3334"/>
                </a:lnTo>
                <a:lnTo>
                  <a:pt x="5402" y="3309"/>
                </a:lnTo>
                <a:lnTo>
                  <a:pt x="5475" y="3261"/>
                </a:lnTo>
                <a:lnTo>
                  <a:pt x="5524" y="3188"/>
                </a:lnTo>
                <a:lnTo>
                  <a:pt x="5548" y="3115"/>
                </a:lnTo>
                <a:lnTo>
                  <a:pt x="5524" y="3042"/>
                </a:lnTo>
                <a:lnTo>
                  <a:pt x="5475" y="2969"/>
                </a:lnTo>
                <a:lnTo>
                  <a:pt x="5402" y="2920"/>
                </a:lnTo>
                <a:lnTo>
                  <a:pt x="5354" y="2847"/>
                </a:lnTo>
                <a:lnTo>
                  <a:pt x="5232" y="2677"/>
                </a:lnTo>
                <a:lnTo>
                  <a:pt x="5135" y="2506"/>
                </a:lnTo>
                <a:lnTo>
                  <a:pt x="5013" y="2360"/>
                </a:lnTo>
                <a:lnTo>
                  <a:pt x="5402" y="2166"/>
                </a:lnTo>
                <a:lnTo>
                  <a:pt x="5792" y="2020"/>
                </a:lnTo>
                <a:lnTo>
                  <a:pt x="6084" y="1922"/>
                </a:lnTo>
                <a:lnTo>
                  <a:pt x="6375" y="1849"/>
                </a:lnTo>
                <a:lnTo>
                  <a:pt x="6984" y="1728"/>
                </a:lnTo>
                <a:lnTo>
                  <a:pt x="7178" y="1703"/>
                </a:lnTo>
                <a:lnTo>
                  <a:pt x="7397" y="1679"/>
                </a:lnTo>
                <a:lnTo>
                  <a:pt x="7616" y="1679"/>
                </a:lnTo>
                <a:lnTo>
                  <a:pt x="7835" y="1655"/>
                </a:lnTo>
                <a:lnTo>
                  <a:pt x="7835" y="1825"/>
                </a:lnTo>
                <a:lnTo>
                  <a:pt x="7835" y="1995"/>
                </a:lnTo>
                <a:lnTo>
                  <a:pt x="7835" y="2287"/>
                </a:lnTo>
                <a:lnTo>
                  <a:pt x="7884" y="2579"/>
                </a:lnTo>
                <a:lnTo>
                  <a:pt x="7908" y="2652"/>
                </a:lnTo>
                <a:lnTo>
                  <a:pt x="7957" y="2701"/>
                </a:lnTo>
                <a:lnTo>
                  <a:pt x="8030" y="2725"/>
                </a:lnTo>
                <a:lnTo>
                  <a:pt x="8127" y="2750"/>
                </a:lnTo>
                <a:lnTo>
                  <a:pt x="8200" y="2725"/>
                </a:lnTo>
                <a:lnTo>
                  <a:pt x="8273" y="2677"/>
                </a:lnTo>
                <a:lnTo>
                  <a:pt x="8322" y="2604"/>
                </a:lnTo>
                <a:lnTo>
                  <a:pt x="8322" y="2506"/>
                </a:lnTo>
                <a:lnTo>
                  <a:pt x="8273" y="1995"/>
                </a:lnTo>
                <a:lnTo>
                  <a:pt x="8273" y="1776"/>
                </a:lnTo>
                <a:lnTo>
                  <a:pt x="8249" y="1655"/>
                </a:lnTo>
                <a:lnTo>
                  <a:pt x="8225" y="1533"/>
                </a:lnTo>
                <a:lnTo>
                  <a:pt x="8444" y="1509"/>
                </a:lnTo>
                <a:close/>
                <a:moveTo>
                  <a:pt x="4575" y="14624"/>
                </a:moveTo>
                <a:lnTo>
                  <a:pt x="4794" y="14746"/>
                </a:lnTo>
                <a:lnTo>
                  <a:pt x="4672" y="14892"/>
                </a:lnTo>
                <a:lnTo>
                  <a:pt x="4526" y="15086"/>
                </a:lnTo>
                <a:lnTo>
                  <a:pt x="4502" y="15135"/>
                </a:lnTo>
                <a:lnTo>
                  <a:pt x="4283" y="14989"/>
                </a:lnTo>
                <a:lnTo>
                  <a:pt x="4380" y="14867"/>
                </a:lnTo>
                <a:lnTo>
                  <a:pt x="4478" y="14746"/>
                </a:lnTo>
                <a:lnTo>
                  <a:pt x="4575" y="14624"/>
                </a:lnTo>
                <a:close/>
                <a:moveTo>
                  <a:pt x="11996" y="14405"/>
                </a:moveTo>
                <a:lnTo>
                  <a:pt x="12045" y="14575"/>
                </a:lnTo>
                <a:lnTo>
                  <a:pt x="12118" y="14770"/>
                </a:lnTo>
                <a:lnTo>
                  <a:pt x="12167" y="14940"/>
                </a:lnTo>
                <a:lnTo>
                  <a:pt x="12191" y="14989"/>
                </a:lnTo>
                <a:lnTo>
                  <a:pt x="11850" y="15184"/>
                </a:lnTo>
                <a:lnTo>
                  <a:pt x="11826" y="15086"/>
                </a:lnTo>
                <a:lnTo>
                  <a:pt x="11777" y="14989"/>
                </a:lnTo>
                <a:lnTo>
                  <a:pt x="11656" y="14819"/>
                </a:lnTo>
                <a:lnTo>
                  <a:pt x="11534" y="14648"/>
                </a:lnTo>
                <a:lnTo>
                  <a:pt x="11777" y="14527"/>
                </a:lnTo>
                <a:lnTo>
                  <a:pt x="11996" y="14405"/>
                </a:lnTo>
                <a:close/>
                <a:moveTo>
                  <a:pt x="11339" y="14746"/>
                </a:moveTo>
                <a:lnTo>
                  <a:pt x="11364" y="14892"/>
                </a:lnTo>
                <a:lnTo>
                  <a:pt x="11437" y="15111"/>
                </a:lnTo>
                <a:lnTo>
                  <a:pt x="11558" y="15330"/>
                </a:lnTo>
                <a:lnTo>
                  <a:pt x="11169" y="15500"/>
                </a:lnTo>
                <a:lnTo>
                  <a:pt x="11193" y="15451"/>
                </a:lnTo>
                <a:lnTo>
                  <a:pt x="11169" y="15378"/>
                </a:lnTo>
                <a:lnTo>
                  <a:pt x="10901" y="15086"/>
                </a:lnTo>
                <a:lnTo>
                  <a:pt x="10804" y="14916"/>
                </a:lnTo>
                <a:lnTo>
                  <a:pt x="11023" y="14843"/>
                </a:lnTo>
                <a:lnTo>
                  <a:pt x="11339" y="14746"/>
                </a:lnTo>
                <a:close/>
                <a:moveTo>
                  <a:pt x="5135" y="14916"/>
                </a:moveTo>
                <a:lnTo>
                  <a:pt x="5548" y="15086"/>
                </a:lnTo>
                <a:lnTo>
                  <a:pt x="5402" y="15232"/>
                </a:lnTo>
                <a:lnTo>
                  <a:pt x="5281" y="15403"/>
                </a:lnTo>
                <a:lnTo>
                  <a:pt x="5232" y="15500"/>
                </a:lnTo>
                <a:lnTo>
                  <a:pt x="5208" y="15573"/>
                </a:lnTo>
                <a:lnTo>
                  <a:pt x="5208" y="15646"/>
                </a:lnTo>
                <a:lnTo>
                  <a:pt x="5183" y="15646"/>
                </a:lnTo>
                <a:lnTo>
                  <a:pt x="5086" y="15597"/>
                </a:lnTo>
                <a:lnTo>
                  <a:pt x="4989" y="15549"/>
                </a:lnTo>
                <a:lnTo>
                  <a:pt x="4818" y="15427"/>
                </a:lnTo>
                <a:lnTo>
                  <a:pt x="4891" y="15305"/>
                </a:lnTo>
                <a:lnTo>
                  <a:pt x="4964" y="15208"/>
                </a:lnTo>
                <a:lnTo>
                  <a:pt x="5086" y="15013"/>
                </a:lnTo>
                <a:lnTo>
                  <a:pt x="5086" y="14965"/>
                </a:lnTo>
                <a:lnTo>
                  <a:pt x="5110" y="14965"/>
                </a:lnTo>
                <a:lnTo>
                  <a:pt x="5110" y="14940"/>
                </a:lnTo>
                <a:lnTo>
                  <a:pt x="5135" y="14916"/>
                </a:lnTo>
                <a:close/>
                <a:moveTo>
                  <a:pt x="10561" y="14965"/>
                </a:moveTo>
                <a:lnTo>
                  <a:pt x="10609" y="15135"/>
                </a:lnTo>
                <a:lnTo>
                  <a:pt x="10707" y="15305"/>
                </a:lnTo>
                <a:lnTo>
                  <a:pt x="10804" y="15451"/>
                </a:lnTo>
                <a:lnTo>
                  <a:pt x="10926" y="15573"/>
                </a:lnTo>
                <a:lnTo>
                  <a:pt x="10950" y="15597"/>
                </a:lnTo>
                <a:lnTo>
                  <a:pt x="10877" y="15622"/>
                </a:lnTo>
                <a:lnTo>
                  <a:pt x="10609" y="15719"/>
                </a:lnTo>
                <a:lnTo>
                  <a:pt x="10585" y="15670"/>
                </a:lnTo>
                <a:lnTo>
                  <a:pt x="10512" y="15476"/>
                </a:lnTo>
                <a:lnTo>
                  <a:pt x="10415" y="15305"/>
                </a:lnTo>
                <a:lnTo>
                  <a:pt x="10342" y="15184"/>
                </a:lnTo>
                <a:lnTo>
                  <a:pt x="10293" y="15038"/>
                </a:lnTo>
                <a:lnTo>
                  <a:pt x="10561" y="14965"/>
                </a:lnTo>
                <a:close/>
                <a:moveTo>
                  <a:pt x="5913" y="15184"/>
                </a:moveTo>
                <a:lnTo>
                  <a:pt x="6327" y="15257"/>
                </a:lnTo>
                <a:lnTo>
                  <a:pt x="6181" y="15403"/>
                </a:lnTo>
                <a:lnTo>
                  <a:pt x="6084" y="15500"/>
                </a:lnTo>
                <a:lnTo>
                  <a:pt x="5986" y="15597"/>
                </a:lnTo>
                <a:lnTo>
                  <a:pt x="5913" y="15743"/>
                </a:lnTo>
                <a:lnTo>
                  <a:pt x="5889" y="15792"/>
                </a:lnTo>
                <a:lnTo>
                  <a:pt x="5865" y="15865"/>
                </a:lnTo>
                <a:lnTo>
                  <a:pt x="5524" y="15768"/>
                </a:lnTo>
                <a:lnTo>
                  <a:pt x="5621" y="15622"/>
                </a:lnTo>
                <a:lnTo>
                  <a:pt x="5694" y="15476"/>
                </a:lnTo>
                <a:lnTo>
                  <a:pt x="5889" y="15208"/>
                </a:lnTo>
                <a:lnTo>
                  <a:pt x="5913" y="15184"/>
                </a:lnTo>
                <a:close/>
                <a:moveTo>
                  <a:pt x="10025" y="15062"/>
                </a:moveTo>
                <a:lnTo>
                  <a:pt x="10025" y="15159"/>
                </a:lnTo>
                <a:lnTo>
                  <a:pt x="10025" y="15232"/>
                </a:lnTo>
                <a:lnTo>
                  <a:pt x="10074" y="15427"/>
                </a:lnTo>
                <a:lnTo>
                  <a:pt x="10171" y="15597"/>
                </a:lnTo>
                <a:lnTo>
                  <a:pt x="10220" y="15768"/>
                </a:lnTo>
                <a:lnTo>
                  <a:pt x="10244" y="15816"/>
                </a:lnTo>
                <a:lnTo>
                  <a:pt x="9758" y="15914"/>
                </a:lnTo>
                <a:lnTo>
                  <a:pt x="9758" y="15841"/>
                </a:lnTo>
                <a:lnTo>
                  <a:pt x="9758" y="15743"/>
                </a:lnTo>
                <a:lnTo>
                  <a:pt x="9709" y="15597"/>
                </a:lnTo>
                <a:lnTo>
                  <a:pt x="9660" y="15354"/>
                </a:lnTo>
                <a:lnTo>
                  <a:pt x="9660" y="15135"/>
                </a:lnTo>
                <a:lnTo>
                  <a:pt x="10025" y="15062"/>
                </a:lnTo>
                <a:close/>
                <a:moveTo>
                  <a:pt x="9466" y="15135"/>
                </a:moveTo>
                <a:lnTo>
                  <a:pt x="9441" y="15257"/>
                </a:lnTo>
                <a:lnTo>
                  <a:pt x="9417" y="15354"/>
                </a:lnTo>
                <a:lnTo>
                  <a:pt x="9417" y="15549"/>
                </a:lnTo>
                <a:lnTo>
                  <a:pt x="9417" y="15768"/>
                </a:lnTo>
                <a:lnTo>
                  <a:pt x="9441" y="15889"/>
                </a:lnTo>
                <a:lnTo>
                  <a:pt x="9490" y="15987"/>
                </a:lnTo>
                <a:lnTo>
                  <a:pt x="9441" y="15987"/>
                </a:lnTo>
                <a:lnTo>
                  <a:pt x="9247" y="16011"/>
                </a:lnTo>
                <a:lnTo>
                  <a:pt x="9222" y="15889"/>
                </a:lnTo>
                <a:lnTo>
                  <a:pt x="9198" y="15768"/>
                </a:lnTo>
                <a:lnTo>
                  <a:pt x="9125" y="15451"/>
                </a:lnTo>
                <a:lnTo>
                  <a:pt x="9125" y="15354"/>
                </a:lnTo>
                <a:lnTo>
                  <a:pt x="9076" y="15208"/>
                </a:lnTo>
                <a:lnTo>
                  <a:pt x="9441" y="15159"/>
                </a:lnTo>
                <a:lnTo>
                  <a:pt x="9466" y="15135"/>
                </a:lnTo>
                <a:close/>
                <a:moveTo>
                  <a:pt x="6594" y="15305"/>
                </a:moveTo>
                <a:lnTo>
                  <a:pt x="7032" y="15354"/>
                </a:lnTo>
                <a:lnTo>
                  <a:pt x="6984" y="15476"/>
                </a:lnTo>
                <a:lnTo>
                  <a:pt x="6935" y="15573"/>
                </a:lnTo>
                <a:lnTo>
                  <a:pt x="6886" y="15743"/>
                </a:lnTo>
                <a:lnTo>
                  <a:pt x="6813" y="15889"/>
                </a:lnTo>
                <a:lnTo>
                  <a:pt x="6765" y="15962"/>
                </a:lnTo>
                <a:lnTo>
                  <a:pt x="6740" y="16060"/>
                </a:lnTo>
                <a:lnTo>
                  <a:pt x="6254" y="15962"/>
                </a:lnTo>
                <a:lnTo>
                  <a:pt x="6351" y="15816"/>
                </a:lnTo>
                <a:lnTo>
                  <a:pt x="6448" y="15646"/>
                </a:lnTo>
                <a:lnTo>
                  <a:pt x="6521" y="15500"/>
                </a:lnTo>
                <a:lnTo>
                  <a:pt x="6570" y="15403"/>
                </a:lnTo>
                <a:lnTo>
                  <a:pt x="6594" y="15305"/>
                </a:lnTo>
                <a:close/>
                <a:moveTo>
                  <a:pt x="8249" y="15354"/>
                </a:moveTo>
                <a:lnTo>
                  <a:pt x="8225" y="15476"/>
                </a:lnTo>
                <a:lnTo>
                  <a:pt x="8200" y="15573"/>
                </a:lnTo>
                <a:lnTo>
                  <a:pt x="8200" y="15695"/>
                </a:lnTo>
                <a:lnTo>
                  <a:pt x="8200" y="15816"/>
                </a:lnTo>
                <a:lnTo>
                  <a:pt x="8273" y="16035"/>
                </a:lnTo>
                <a:lnTo>
                  <a:pt x="8127" y="16060"/>
                </a:lnTo>
                <a:lnTo>
                  <a:pt x="8103" y="16011"/>
                </a:lnTo>
                <a:lnTo>
                  <a:pt x="8079" y="15962"/>
                </a:lnTo>
                <a:lnTo>
                  <a:pt x="8054" y="15938"/>
                </a:lnTo>
                <a:lnTo>
                  <a:pt x="8054" y="15914"/>
                </a:lnTo>
                <a:lnTo>
                  <a:pt x="8054" y="15695"/>
                </a:lnTo>
                <a:lnTo>
                  <a:pt x="8079" y="15476"/>
                </a:lnTo>
                <a:lnTo>
                  <a:pt x="8079" y="15354"/>
                </a:lnTo>
                <a:close/>
                <a:moveTo>
                  <a:pt x="8930" y="15232"/>
                </a:moveTo>
                <a:lnTo>
                  <a:pt x="8906" y="15305"/>
                </a:lnTo>
                <a:lnTo>
                  <a:pt x="8882" y="15403"/>
                </a:lnTo>
                <a:lnTo>
                  <a:pt x="8857" y="15573"/>
                </a:lnTo>
                <a:lnTo>
                  <a:pt x="8857" y="15816"/>
                </a:lnTo>
                <a:lnTo>
                  <a:pt x="8882" y="15938"/>
                </a:lnTo>
                <a:lnTo>
                  <a:pt x="8930" y="16060"/>
                </a:lnTo>
                <a:lnTo>
                  <a:pt x="8638" y="16084"/>
                </a:lnTo>
                <a:lnTo>
                  <a:pt x="8638" y="16035"/>
                </a:lnTo>
                <a:lnTo>
                  <a:pt x="8638" y="15987"/>
                </a:lnTo>
                <a:lnTo>
                  <a:pt x="8565" y="15816"/>
                </a:lnTo>
                <a:lnTo>
                  <a:pt x="8517" y="15622"/>
                </a:lnTo>
                <a:lnTo>
                  <a:pt x="8541" y="15476"/>
                </a:lnTo>
                <a:lnTo>
                  <a:pt x="8541" y="15330"/>
                </a:lnTo>
                <a:lnTo>
                  <a:pt x="8614" y="15305"/>
                </a:lnTo>
                <a:lnTo>
                  <a:pt x="8663" y="15257"/>
                </a:lnTo>
                <a:lnTo>
                  <a:pt x="8930" y="15232"/>
                </a:lnTo>
                <a:close/>
                <a:moveTo>
                  <a:pt x="7738" y="15378"/>
                </a:moveTo>
                <a:lnTo>
                  <a:pt x="7689" y="15646"/>
                </a:lnTo>
                <a:lnTo>
                  <a:pt x="7665" y="15914"/>
                </a:lnTo>
                <a:lnTo>
                  <a:pt x="7689" y="16011"/>
                </a:lnTo>
                <a:lnTo>
                  <a:pt x="7714" y="16108"/>
                </a:lnTo>
                <a:lnTo>
                  <a:pt x="7446" y="16133"/>
                </a:lnTo>
                <a:lnTo>
                  <a:pt x="7178" y="16108"/>
                </a:lnTo>
                <a:lnTo>
                  <a:pt x="7203" y="16060"/>
                </a:lnTo>
                <a:lnTo>
                  <a:pt x="7276" y="15865"/>
                </a:lnTo>
                <a:lnTo>
                  <a:pt x="7349" y="15622"/>
                </a:lnTo>
                <a:lnTo>
                  <a:pt x="7397" y="15378"/>
                </a:lnTo>
                <a:close/>
                <a:moveTo>
                  <a:pt x="8419" y="0"/>
                </a:moveTo>
                <a:lnTo>
                  <a:pt x="8006" y="25"/>
                </a:lnTo>
                <a:lnTo>
                  <a:pt x="7592" y="98"/>
                </a:lnTo>
                <a:lnTo>
                  <a:pt x="7349" y="73"/>
                </a:lnTo>
                <a:lnTo>
                  <a:pt x="7130" y="98"/>
                </a:lnTo>
                <a:lnTo>
                  <a:pt x="6886" y="122"/>
                </a:lnTo>
                <a:lnTo>
                  <a:pt x="6667" y="171"/>
                </a:lnTo>
                <a:lnTo>
                  <a:pt x="6205" y="292"/>
                </a:lnTo>
                <a:lnTo>
                  <a:pt x="5816" y="414"/>
                </a:lnTo>
                <a:lnTo>
                  <a:pt x="5451" y="536"/>
                </a:lnTo>
                <a:lnTo>
                  <a:pt x="5110" y="682"/>
                </a:lnTo>
                <a:lnTo>
                  <a:pt x="4794" y="828"/>
                </a:lnTo>
                <a:lnTo>
                  <a:pt x="4478" y="998"/>
                </a:lnTo>
                <a:lnTo>
                  <a:pt x="3845" y="1363"/>
                </a:lnTo>
                <a:lnTo>
                  <a:pt x="3237" y="1776"/>
                </a:lnTo>
                <a:lnTo>
                  <a:pt x="2872" y="2020"/>
                </a:lnTo>
                <a:lnTo>
                  <a:pt x="2531" y="2287"/>
                </a:lnTo>
                <a:lnTo>
                  <a:pt x="2215" y="2579"/>
                </a:lnTo>
                <a:lnTo>
                  <a:pt x="1923" y="2871"/>
                </a:lnTo>
                <a:lnTo>
                  <a:pt x="1631" y="3212"/>
                </a:lnTo>
                <a:lnTo>
                  <a:pt x="1387" y="3528"/>
                </a:lnTo>
                <a:lnTo>
                  <a:pt x="1144" y="3893"/>
                </a:lnTo>
                <a:lnTo>
                  <a:pt x="949" y="4283"/>
                </a:lnTo>
                <a:lnTo>
                  <a:pt x="755" y="4648"/>
                </a:lnTo>
                <a:lnTo>
                  <a:pt x="609" y="5037"/>
                </a:lnTo>
                <a:lnTo>
                  <a:pt x="463" y="5426"/>
                </a:lnTo>
                <a:lnTo>
                  <a:pt x="341" y="5840"/>
                </a:lnTo>
                <a:lnTo>
                  <a:pt x="244" y="6254"/>
                </a:lnTo>
                <a:lnTo>
                  <a:pt x="146" y="6643"/>
                </a:lnTo>
                <a:lnTo>
                  <a:pt x="98" y="7057"/>
                </a:lnTo>
                <a:lnTo>
                  <a:pt x="49" y="7470"/>
                </a:lnTo>
                <a:lnTo>
                  <a:pt x="0" y="7908"/>
                </a:lnTo>
                <a:lnTo>
                  <a:pt x="0" y="8346"/>
                </a:lnTo>
                <a:lnTo>
                  <a:pt x="0" y="8784"/>
                </a:lnTo>
                <a:lnTo>
                  <a:pt x="25" y="9198"/>
                </a:lnTo>
                <a:lnTo>
                  <a:pt x="98" y="9636"/>
                </a:lnTo>
                <a:lnTo>
                  <a:pt x="171" y="10049"/>
                </a:lnTo>
                <a:lnTo>
                  <a:pt x="268" y="10487"/>
                </a:lnTo>
                <a:lnTo>
                  <a:pt x="390" y="10901"/>
                </a:lnTo>
                <a:lnTo>
                  <a:pt x="560" y="11315"/>
                </a:lnTo>
                <a:lnTo>
                  <a:pt x="730" y="11728"/>
                </a:lnTo>
                <a:lnTo>
                  <a:pt x="949" y="12118"/>
                </a:lnTo>
                <a:lnTo>
                  <a:pt x="1193" y="12507"/>
                </a:lnTo>
                <a:lnTo>
                  <a:pt x="1436" y="12896"/>
                </a:lnTo>
                <a:lnTo>
                  <a:pt x="1704" y="13261"/>
                </a:lnTo>
                <a:lnTo>
                  <a:pt x="2263" y="13967"/>
                </a:lnTo>
                <a:lnTo>
                  <a:pt x="2580" y="14308"/>
                </a:lnTo>
                <a:lnTo>
                  <a:pt x="2896" y="14624"/>
                </a:lnTo>
                <a:lnTo>
                  <a:pt x="3261" y="14892"/>
                </a:lnTo>
                <a:lnTo>
                  <a:pt x="3626" y="15159"/>
                </a:lnTo>
                <a:lnTo>
                  <a:pt x="4015" y="15403"/>
                </a:lnTo>
                <a:lnTo>
                  <a:pt x="4210" y="15524"/>
                </a:lnTo>
                <a:lnTo>
                  <a:pt x="4405" y="15670"/>
                </a:lnTo>
                <a:lnTo>
                  <a:pt x="4648" y="15889"/>
                </a:lnTo>
                <a:lnTo>
                  <a:pt x="4770" y="15987"/>
                </a:lnTo>
                <a:lnTo>
                  <a:pt x="4916" y="16060"/>
                </a:lnTo>
                <a:lnTo>
                  <a:pt x="5329" y="16230"/>
                </a:lnTo>
                <a:lnTo>
                  <a:pt x="5767" y="16352"/>
                </a:lnTo>
                <a:lnTo>
                  <a:pt x="6205" y="16473"/>
                </a:lnTo>
                <a:lnTo>
                  <a:pt x="6643" y="16571"/>
                </a:lnTo>
                <a:lnTo>
                  <a:pt x="7081" y="16619"/>
                </a:lnTo>
                <a:lnTo>
                  <a:pt x="7543" y="16619"/>
                </a:lnTo>
                <a:lnTo>
                  <a:pt x="7981" y="16595"/>
                </a:lnTo>
                <a:lnTo>
                  <a:pt x="8419" y="16522"/>
                </a:lnTo>
                <a:lnTo>
                  <a:pt x="8492" y="16498"/>
                </a:lnTo>
                <a:lnTo>
                  <a:pt x="8541" y="16449"/>
                </a:lnTo>
                <a:lnTo>
                  <a:pt x="8760" y="16498"/>
                </a:lnTo>
                <a:lnTo>
                  <a:pt x="8979" y="16498"/>
                </a:lnTo>
                <a:lnTo>
                  <a:pt x="9417" y="16425"/>
                </a:lnTo>
                <a:lnTo>
                  <a:pt x="9855" y="16352"/>
                </a:lnTo>
                <a:lnTo>
                  <a:pt x="10293" y="16254"/>
                </a:lnTo>
                <a:lnTo>
                  <a:pt x="10707" y="16133"/>
                </a:lnTo>
                <a:lnTo>
                  <a:pt x="11120" y="15987"/>
                </a:lnTo>
                <a:lnTo>
                  <a:pt x="11510" y="15841"/>
                </a:lnTo>
                <a:lnTo>
                  <a:pt x="11875" y="15670"/>
                </a:lnTo>
                <a:lnTo>
                  <a:pt x="12240" y="15476"/>
                </a:lnTo>
                <a:lnTo>
                  <a:pt x="12605" y="15257"/>
                </a:lnTo>
                <a:lnTo>
                  <a:pt x="12945" y="15013"/>
                </a:lnTo>
                <a:lnTo>
                  <a:pt x="13262" y="14770"/>
                </a:lnTo>
                <a:lnTo>
                  <a:pt x="13578" y="14502"/>
                </a:lnTo>
                <a:lnTo>
                  <a:pt x="13870" y="14235"/>
                </a:lnTo>
                <a:lnTo>
                  <a:pt x="14186" y="13918"/>
                </a:lnTo>
                <a:lnTo>
                  <a:pt x="14454" y="13626"/>
                </a:lnTo>
                <a:lnTo>
                  <a:pt x="14697" y="13286"/>
                </a:lnTo>
                <a:lnTo>
                  <a:pt x="14940" y="12945"/>
                </a:lnTo>
                <a:lnTo>
                  <a:pt x="15159" y="12580"/>
                </a:lnTo>
                <a:lnTo>
                  <a:pt x="15354" y="12215"/>
                </a:lnTo>
                <a:lnTo>
                  <a:pt x="15549" y="11850"/>
                </a:lnTo>
                <a:lnTo>
                  <a:pt x="15719" y="11461"/>
                </a:lnTo>
                <a:lnTo>
                  <a:pt x="15865" y="11071"/>
                </a:lnTo>
                <a:lnTo>
                  <a:pt x="16011" y="10658"/>
                </a:lnTo>
                <a:lnTo>
                  <a:pt x="16108" y="10244"/>
                </a:lnTo>
                <a:lnTo>
                  <a:pt x="16206" y="9806"/>
                </a:lnTo>
                <a:lnTo>
                  <a:pt x="16254" y="9514"/>
                </a:lnTo>
                <a:lnTo>
                  <a:pt x="16279" y="9198"/>
                </a:lnTo>
                <a:lnTo>
                  <a:pt x="16279" y="9028"/>
                </a:lnTo>
                <a:lnTo>
                  <a:pt x="16279" y="8882"/>
                </a:lnTo>
                <a:lnTo>
                  <a:pt x="16230" y="8736"/>
                </a:lnTo>
                <a:lnTo>
                  <a:pt x="16157" y="8614"/>
                </a:lnTo>
                <a:lnTo>
                  <a:pt x="16157" y="8298"/>
                </a:lnTo>
                <a:lnTo>
                  <a:pt x="16157" y="8079"/>
                </a:lnTo>
                <a:lnTo>
                  <a:pt x="16157" y="7860"/>
                </a:lnTo>
                <a:lnTo>
                  <a:pt x="16157" y="7641"/>
                </a:lnTo>
                <a:lnTo>
                  <a:pt x="16157" y="7422"/>
                </a:lnTo>
                <a:lnTo>
                  <a:pt x="16084" y="6935"/>
                </a:lnTo>
                <a:lnTo>
                  <a:pt x="15962" y="6448"/>
                </a:lnTo>
                <a:lnTo>
                  <a:pt x="15841" y="5962"/>
                </a:lnTo>
                <a:lnTo>
                  <a:pt x="15743" y="5499"/>
                </a:lnTo>
                <a:lnTo>
                  <a:pt x="15622" y="5061"/>
                </a:lnTo>
                <a:lnTo>
                  <a:pt x="15500" y="4648"/>
                </a:lnTo>
                <a:lnTo>
                  <a:pt x="15330" y="4234"/>
                </a:lnTo>
                <a:lnTo>
                  <a:pt x="15135" y="3845"/>
                </a:lnTo>
                <a:lnTo>
                  <a:pt x="14892" y="3480"/>
                </a:lnTo>
                <a:lnTo>
                  <a:pt x="14648" y="3139"/>
                </a:lnTo>
                <a:lnTo>
                  <a:pt x="14356" y="2798"/>
                </a:lnTo>
                <a:lnTo>
                  <a:pt x="14065" y="2458"/>
                </a:lnTo>
                <a:lnTo>
                  <a:pt x="13724" y="2166"/>
                </a:lnTo>
                <a:lnTo>
                  <a:pt x="13359" y="1874"/>
                </a:lnTo>
                <a:lnTo>
                  <a:pt x="12970" y="1606"/>
                </a:lnTo>
                <a:lnTo>
                  <a:pt x="12556" y="1363"/>
                </a:lnTo>
                <a:lnTo>
                  <a:pt x="12142" y="1144"/>
                </a:lnTo>
                <a:lnTo>
                  <a:pt x="11729" y="925"/>
                </a:lnTo>
                <a:lnTo>
                  <a:pt x="10877" y="560"/>
                </a:lnTo>
                <a:lnTo>
                  <a:pt x="10488" y="414"/>
                </a:lnTo>
                <a:lnTo>
                  <a:pt x="10098" y="292"/>
                </a:lnTo>
                <a:lnTo>
                  <a:pt x="9685" y="171"/>
                </a:lnTo>
                <a:lnTo>
                  <a:pt x="9271" y="73"/>
                </a:lnTo>
                <a:lnTo>
                  <a:pt x="8833" y="25"/>
                </a:lnTo>
                <a:lnTo>
                  <a:pt x="84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f10796980_0_43"/>
          <p:cNvSpPr/>
          <p:nvPr/>
        </p:nvSpPr>
        <p:spPr>
          <a:xfrm>
            <a:off x="4141750" y="13773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f10796980_0_43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f10796980_0_43"/>
          <p:cNvSpPr/>
          <p:nvPr/>
        </p:nvSpPr>
        <p:spPr>
          <a:xfrm>
            <a:off x="6826885" y="725805"/>
            <a:ext cx="1626900" cy="1346100"/>
          </a:xfrm>
          <a:prstGeom prst="rect">
            <a:avLst/>
          </a:prstGeom>
          <a:solidFill>
            <a:schemeClr val="dk1">
              <a:alpha val="8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f10796980_0_43"/>
          <p:cNvSpPr txBox="1"/>
          <p:nvPr>
            <p:ph idx="1" type="body"/>
          </p:nvPr>
        </p:nvSpPr>
        <p:spPr>
          <a:xfrm>
            <a:off x="381025" y="1110875"/>
            <a:ext cx="86958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15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const login = { username: "admin",  password: "1234"};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Check: if username === "admin" AND password === "1234" →  print "Login success" if not print “Invalid credentials”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9685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niglet"/>
              <a:buAutoNum type="arabicPeriod" startAt="15"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user = { age: 25, country: "Nigeria"};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Allow access only if:  age ≥ 18 AND country === "Nigeria" . if not, print “Access denied”.</a:t>
            </a:r>
            <a:endParaRPr b="0" sz="22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5" name="Google Shape;125;g3df10796980_0_43"/>
          <p:cNvSpPr/>
          <p:nvPr/>
        </p:nvSpPr>
        <p:spPr>
          <a:xfrm>
            <a:off x="4357700" y="358590"/>
            <a:ext cx="355778" cy="363230"/>
          </a:xfrm>
          <a:custGeom>
            <a:rect b="b" l="l" r="r" t="t"/>
            <a:pathLst>
              <a:path extrusionOk="0" h="16620" w="16279">
                <a:moveTo>
                  <a:pt x="8882" y="438"/>
                </a:moveTo>
                <a:lnTo>
                  <a:pt x="9368" y="536"/>
                </a:lnTo>
                <a:lnTo>
                  <a:pt x="9295" y="657"/>
                </a:lnTo>
                <a:lnTo>
                  <a:pt x="9222" y="803"/>
                </a:lnTo>
                <a:lnTo>
                  <a:pt x="9174" y="974"/>
                </a:lnTo>
                <a:lnTo>
                  <a:pt x="9149" y="1120"/>
                </a:lnTo>
                <a:lnTo>
                  <a:pt x="8882" y="1095"/>
                </a:lnTo>
                <a:lnTo>
                  <a:pt x="8906" y="803"/>
                </a:lnTo>
                <a:lnTo>
                  <a:pt x="8906" y="633"/>
                </a:lnTo>
                <a:lnTo>
                  <a:pt x="8882" y="438"/>
                </a:lnTo>
                <a:close/>
                <a:moveTo>
                  <a:pt x="8590" y="414"/>
                </a:moveTo>
                <a:lnTo>
                  <a:pt x="8541" y="803"/>
                </a:lnTo>
                <a:lnTo>
                  <a:pt x="8517" y="1095"/>
                </a:lnTo>
                <a:lnTo>
                  <a:pt x="8322" y="1120"/>
                </a:lnTo>
                <a:lnTo>
                  <a:pt x="8127" y="1193"/>
                </a:lnTo>
                <a:lnTo>
                  <a:pt x="8127" y="925"/>
                </a:lnTo>
                <a:lnTo>
                  <a:pt x="8127" y="682"/>
                </a:lnTo>
                <a:lnTo>
                  <a:pt x="8152" y="560"/>
                </a:lnTo>
                <a:lnTo>
                  <a:pt x="8152" y="414"/>
                </a:lnTo>
                <a:close/>
                <a:moveTo>
                  <a:pt x="9636" y="609"/>
                </a:moveTo>
                <a:lnTo>
                  <a:pt x="10147" y="755"/>
                </a:lnTo>
                <a:lnTo>
                  <a:pt x="10074" y="876"/>
                </a:lnTo>
                <a:lnTo>
                  <a:pt x="9977" y="1047"/>
                </a:lnTo>
                <a:lnTo>
                  <a:pt x="9879" y="1241"/>
                </a:lnTo>
                <a:lnTo>
                  <a:pt x="9490" y="1168"/>
                </a:lnTo>
                <a:lnTo>
                  <a:pt x="9636" y="609"/>
                </a:lnTo>
                <a:close/>
                <a:moveTo>
                  <a:pt x="7592" y="487"/>
                </a:moveTo>
                <a:lnTo>
                  <a:pt x="7714" y="511"/>
                </a:lnTo>
                <a:lnTo>
                  <a:pt x="7860" y="560"/>
                </a:lnTo>
                <a:lnTo>
                  <a:pt x="7884" y="560"/>
                </a:lnTo>
                <a:lnTo>
                  <a:pt x="7860" y="706"/>
                </a:lnTo>
                <a:lnTo>
                  <a:pt x="7811" y="974"/>
                </a:lnTo>
                <a:lnTo>
                  <a:pt x="7811" y="1120"/>
                </a:lnTo>
                <a:lnTo>
                  <a:pt x="7860" y="1266"/>
                </a:lnTo>
                <a:lnTo>
                  <a:pt x="7884" y="1290"/>
                </a:lnTo>
                <a:lnTo>
                  <a:pt x="7543" y="1290"/>
                </a:lnTo>
                <a:lnTo>
                  <a:pt x="7519" y="1193"/>
                </a:lnTo>
                <a:lnTo>
                  <a:pt x="7519" y="1120"/>
                </a:lnTo>
                <a:lnTo>
                  <a:pt x="7470" y="925"/>
                </a:lnTo>
                <a:lnTo>
                  <a:pt x="7446" y="706"/>
                </a:lnTo>
                <a:lnTo>
                  <a:pt x="7446" y="487"/>
                </a:lnTo>
                <a:close/>
                <a:moveTo>
                  <a:pt x="7251" y="511"/>
                </a:moveTo>
                <a:lnTo>
                  <a:pt x="7203" y="657"/>
                </a:lnTo>
                <a:lnTo>
                  <a:pt x="7203" y="828"/>
                </a:lnTo>
                <a:lnTo>
                  <a:pt x="7227" y="1071"/>
                </a:lnTo>
                <a:lnTo>
                  <a:pt x="7227" y="1193"/>
                </a:lnTo>
                <a:lnTo>
                  <a:pt x="7276" y="1314"/>
                </a:lnTo>
                <a:lnTo>
                  <a:pt x="7057" y="1339"/>
                </a:lnTo>
                <a:lnTo>
                  <a:pt x="6886" y="1363"/>
                </a:lnTo>
                <a:lnTo>
                  <a:pt x="6862" y="1314"/>
                </a:lnTo>
                <a:lnTo>
                  <a:pt x="6740" y="1071"/>
                </a:lnTo>
                <a:lnTo>
                  <a:pt x="6643" y="828"/>
                </a:lnTo>
                <a:lnTo>
                  <a:pt x="6570" y="657"/>
                </a:lnTo>
                <a:lnTo>
                  <a:pt x="6740" y="609"/>
                </a:lnTo>
                <a:lnTo>
                  <a:pt x="6959" y="560"/>
                </a:lnTo>
                <a:lnTo>
                  <a:pt x="7251" y="511"/>
                </a:lnTo>
                <a:close/>
                <a:moveTo>
                  <a:pt x="10536" y="901"/>
                </a:moveTo>
                <a:lnTo>
                  <a:pt x="10634" y="925"/>
                </a:lnTo>
                <a:lnTo>
                  <a:pt x="10877" y="1022"/>
                </a:lnTo>
                <a:lnTo>
                  <a:pt x="10755" y="1217"/>
                </a:lnTo>
                <a:lnTo>
                  <a:pt x="10585" y="1387"/>
                </a:lnTo>
                <a:lnTo>
                  <a:pt x="10269" y="1314"/>
                </a:lnTo>
                <a:lnTo>
                  <a:pt x="10415" y="1120"/>
                </a:lnTo>
                <a:lnTo>
                  <a:pt x="10536" y="901"/>
                </a:lnTo>
                <a:close/>
                <a:moveTo>
                  <a:pt x="6351" y="706"/>
                </a:moveTo>
                <a:lnTo>
                  <a:pt x="6375" y="974"/>
                </a:lnTo>
                <a:lnTo>
                  <a:pt x="6448" y="1193"/>
                </a:lnTo>
                <a:lnTo>
                  <a:pt x="6546" y="1412"/>
                </a:lnTo>
                <a:lnTo>
                  <a:pt x="5962" y="1557"/>
                </a:lnTo>
                <a:lnTo>
                  <a:pt x="5962" y="1533"/>
                </a:lnTo>
                <a:lnTo>
                  <a:pt x="5889" y="1314"/>
                </a:lnTo>
                <a:lnTo>
                  <a:pt x="5840" y="1095"/>
                </a:lnTo>
                <a:lnTo>
                  <a:pt x="5792" y="876"/>
                </a:lnTo>
                <a:lnTo>
                  <a:pt x="6351" y="706"/>
                </a:lnTo>
                <a:close/>
                <a:moveTo>
                  <a:pt x="11266" y="1168"/>
                </a:moveTo>
                <a:lnTo>
                  <a:pt x="11631" y="1339"/>
                </a:lnTo>
                <a:lnTo>
                  <a:pt x="11510" y="1485"/>
                </a:lnTo>
                <a:lnTo>
                  <a:pt x="11437" y="1582"/>
                </a:lnTo>
                <a:lnTo>
                  <a:pt x="11388" y="1679"/>
                </a:lnTo>
                <a:lnTo>
                  <a:pt x="10974" y="1509"/>
                </a:lnTo>
                <a:lnTo>
                  <a:pt x="11120" y="1363"/>
                </a:lnTo>
                <a:lnTo>
                  <a:pt x="11266" y="1168"/>
                </a:lnTo>
                <a:close/>
                <a:moveTo>
                  <a:pt x="5548" y="974"/>
                </a:moveTo>
                <a:lnTo>
                  <a:pt x="5597" y="1168"/>
                </a:lnTo>
                <a:lnTo>
                  <a:pt x="5621" y="1387"/>
                </a:lnTo>
                <a:lnTo>
                  <a:pt x="5670" y="1509"/>
                </a:lnTo>
                <a:lnTo>
                  <a:pt x="5719" y="1630"/>
                </a:lnTo>
                <a:lnTo>
                  <a:pt x="5743" y="1630"/>
                </a:lnTo>
                <a:lnTo>
                  <a:pt x="5694" y="1655"/>
                </a:lnTo>
                <a:lnTo>
                  <a:pt x="5354" y="1776"/>
                </a:lnTo>
                <a:lnTo>
                  <a:pt x="5013" y="1922"/>
                </a:lnTo>
                <a:lnTo>
                  <a:pt x="4964" y="1874"/>
                </a:lnTo>
                <a:lnTo>
                  <a:pt x="4818" y="1606"/>
                </a:lnTo>
                <a:lnTo>
                  <a:pt x="4745" y="1509"/>
                </a:lnTo>
                <a:lnTo>
                  <a:pt x="4672" y="1387"/>
                </a:lnTo>
                <a:lnTo>
                  <a:pt x="4964" y="1217"/>
                </a:lnTo>
                <a:lnTo>
                  <a:pt x="4989" y="1363"/>
                </a:lnTo>
                <a:lnTo>
                  <a:pt x="5037" y="1509"/>
                </a:lnTo>
                <a:lnTo>
                  <a:pt x="5135" y="1752"/>
                </a:lnTo>
                <a:lnTo>
                  <a:pt x="5159" y="1801"/>
                </a:lnTo>
                <a:lnTo>
                  <a:pt x="5281" y="1801"/>
                </a:lnTo>
                <a:lnTo>
                  <a:pt x="5305" y="1776"/>
                </a:lnTo>
                <a:lnTo>
                  <a:pt x="5329" y="1728"/>
                </a:lnTo>
                <a:lnTo>
                  <a:pt x="5329" y="1679"/>
                </a:lnTo>
                <a:lnTo>
                  <a:pt x="5329" y="1655"/>
                </a:lnTo>
                <a:lnTo>
                  <a:pt x="5281" y="1533"/>
                </a:lnTo>
                <a:lnTo>
                  <a:pt x="5232" y="1387"/>
                </a:lnTo>
                <a:lnTo>
                  <a:pt x="5183" y="1266"/>
                </a:lnTo>
                <a:lnTo>
                  <a:pt x="5135" y="1144"/>
                </a:lnTo>
                <a:lnTo>
                  <a:pt x="5548" y="974"/>
                </a:lnTo>
                <a:close/>
                <a:moveTo>
                  <a:pt x="11899" y="1485"/>
                </a:moveTo>
                <a:lnTo>
                  <a:pt x="12313" y="1703"/>
                </a:lnTo>
                <a:lnTo>
                  <a:pt x="12191" y="1801"/>
                </a:lnTo>
                <a:lnTo>
                  <a:pt x="12094" y="1898"/>
                </a:lnTo>
                <a:lnTo>
                  <a:pt x="12021" y="1995"/>
                </a:lnTo>
                <a:lnTo>
                  <a:pt x="11583" y="1776"/>
                </a:lnTo>
                <a:lnTo>
                  <a:pt x="11680" y="1679"/>
                </a:lnTo>
                <a:lnTo>
                  <a:pt x="11826" y="1533"/>
                </a:lnTo>
                <a:lnTo>
                  <a:pt x="11899" y="1485"/>
                </a:lnTo>
                <a:close/>
                <a:moveTo>
                  <a:pt x="4453" y="1509"/>
                </a:moveTo>
                <a:lnTo>
                  <a:pt x="4526" y="1679"/>
                </a:lnTo>
                <a:lnTo>
                  <a:pt x="4599" y="1849"/>
                </a:lnTo>
                <a:lnTo>
                  <a:pt x="4648" y="1947"/>
                </a:lnTo>
                <a:lnTo>
                  <a:pt x="4721" y="2068"/>
                </a:lnTo>
                <a:lnTo>
                  <a:pt x="4453" y="2214"/>
                </a:lnTo>
                <a:lnTo>
                  <a:pt x="4356" y="2068"/>
                </a:lnTo>
                <a:lnTo>
                  <a:pt x="4259" y="1947"/>
                </a:lnTo>
                <a:lnTo>
                  <a:pt x="4186" y="1825"/>
                </a:lnTo>
                <a:lnTo>
                  <a:pt x="4088" y="1728"/>
                </a:lnTo>
                <a:lnTo>
                  <a:pt x="4453" y="1509"/>
                </a:lnTo>
                <a:close/>
                <a:moveTo>
                  <a:pt x="12580" y="1874"/>
                </a:moveTo>
                <a:lnTo>
                  <a:pt x="12945" y="2117"/>
                </a:lnTo>
                <a:lnTo>
                  <a:pt x="12775" y="2239"/>
                </a:lnTo>
                <a:lnTo>
                  <a:pt x="12702" y="2312"/>
                </a:lnTo>
                <a:lnTo>
                  <a:pt x="12653" y="2385"/>
                </a:lnTo>
                <a:lnTo>
                  <a:pt x="12240" y="2117"/>
                </a:lnTo>
                <a:lnTo>
                  <a:pt x="12337" y="2044"/>
                </a:lnTo>
                <a:lnTo>
                  <a:pt x="12459" y="1971"/>
                </a:lnTo>
                <a:lnTo>
                  <a:pt x="12580" y="1874"/>
                </a:lnTo>
                <a:close/>
                <a:moveTo>
                  <a:pt x="3894" y="1849"/>
                </a:moveTo>
                <a:lnTo>
                  <a:pt x="3942" y="1971"/>
                </a:lnTo>
                <a:lnTo>
                  <a:pt x="4015" y="2093"/>
                </a:lnTo>
                <a:lnTo>
                  <a:pt x="4088" y="2239"/>
                </a:lnTo>
                <a:lnTo>
                  <a:pt x="4186" y="2385"/>
                </a:lnTo>
                <a:lnTo>
                  <a:pt x="3869" y="2579"/>
                </a:lnTo>
                <a:lnTo>
                  <a:pt x="3748" y="2458"/>
                </a:lnTo>
                <a:lnTo>
                  <a:pt x="3626" y="2312"/>
                </a:lnTo>
                <a:lnTo>
                  <a:pt x="3553" y="2239"/>
                </a:lnTo>
                <a:lnTo>
                  <a:pt x="3480" y="2190"/>
                </a:lnTo>
                <a:lnTo>
                  <a:pt x="3407" y="2190"/>
                </a:lnTo>
                <a:lnTo>
                  <a:pt x="3894" y="1849"/>
                </a:lnTo>
                <a:close/>
                <a:moveTo>
                  <a:pt x="3334" y="2239"/>
                </a:moveTo>
                <a:lnTo>
                  <a:pt x="3310" y="2287"/>
                </a:lnTo>
                <a:lnTo>
                  <a:pt x="3310" y="2385"/>
                </a:lnTo>
                <a:lnTo>
                  <a:pt x="3358" y="2482"/>
                </a:lnTo>
                <a:lnTo>
                  <a:pt x="3480" y="2652"/>
                </a:lnTo>
                <a:lnTo>
                  <a:pt x="3577" y="2798"/>
                </a:lnTo>
                <a:lnTo>
                  <a:pt x="3383" y="2944"/>
                </a:lnTo>
                <a:lnTo>
                  <a:pt x="3139" y="2725"/>
                </a:lnTo>
                <a:lnTo>
                  <a:pt x="3018" y="2652"/>
                </a:lnTo>
                <a:lnTo>
                  <a:pt x="2896" y="2579"/>
                </a:lnTo>
                <a:lnTo>
                  <a:pt x="3334" y="2239"/>
                </a:lnTo>
                <a:close/>
                <a:moveTo>
                  <a:pt x="13213" y="2312"/>
                </a:moveTo>
                <a:lnTo>
                  <a:pt x="13602" y="2628"/>
                </a:lnTo>
                <a:lnTo>
                  <a:pt x="13505" y="2725"/>
                </a:lnTo>
                <a:lnTo>
                  <a:pt x="13408" y="2847"/>
                </a:lnTo>
                <a:lnTo>
                  <a:pt x="13310" y="2993"/>
                </a:lnTo>
                <a:lnTo>
                  <a:pt x="13091" y="2774"/>
                </a:lnTo>
                <a:lnTo>
                  <a:pt x="12872" y="2555"/>
                </a:lnTo>
                <a:lnTo>
                  <a:pt x="13164" y="2360"/>
                </a:lnTo>
                <a:lnTo>
                  <a:pt x="13189" y="2336"/>
                </a:lnTo>
                <a:lnTo>
                  <a:pt x="13213" y="2312"/>
                </a:lnTo>
                <a:close/>
                <a:moveTo>
                  <a:pt x="2799" y="2652"/>
                </a:moveTo>
                <a:lnTo>
                  <a:pt x="2896" y="2798"/>
                </a:lnTo>
                <a:lnTo>
                  <a:pt x="2993" y="2944"/>
                </a:lnTo>
                <a:lnTo>
                  <a:pt x="3066" y="3042"/>
                </a:lnTo>
                <a:lnTo>
                  <a:pt x="3164" y="3115"/>
                </a:lnTo>
                <a:lnTo>
                  <a:pt x="2969" y="3309"/>
                </a:lnTo>
                <a:lnTo>
                  <a:pt x="2920" y="3285"/>
                </a:lnTo>
                <a:lnTo>
                  <a:pt x="2726" y="3188"/>
                </a:lnTo>
                <a:lnTo>
                  <a:pt x="2555" y="3090"/>
                </a:lnTo>
                <a:lnTo>
                  <a:pt x="2409" y="3017"/>
                </a:lnTo>
                <a:lnTo>
                  <a:pt x="2799" y="2652"/>
                </a:lnTo>
                <a:close/>
                <a:moveTo>
                  <a:pt x="13773" y="2774"/>
                </a:moveTo>
                <a:lnTo>
                  <a:pt x="14089" y="3115"/>
                </a:lnTo>
                <a:lnTo>
                  <a:pt x="13846" y="3236"/>
                </a:lnTo>
                <a:lnTo>
                  <a:pt x="13724" y="3334"/>
                </a:lnTo>
                <a:lnTo>
                  <a:pt x="13651" y="3407"/>
                </a:lnTo>
                <a:lnTo>
                  <a:pt x="13456" y="3163"/>
                </a:lnTo>
                <a:lnTo>
                  <a:pt x="13432" y="3139"/>
                </a:lnTo>
                <a:lnTo>
                  <a:pt x="13505" y="3090"/>
                </a:lnTo>
                <a:lnTo>
                  <a:pt x="13554" y="3017"/>
                </a:lnTo>
                <a:lnTo>
                  <a:pt x="13675" y="2896"/>
                </a:lnTo>
                <a:lnTo>
                  <a:pt x="13773" y="2774"/>
                </a:lnTo>
                <a:close/>
                <a:moveTo>
                  <a:pt x="2263" y="3188"/>
                </a:moveTo>
                <a:lnTo>
                  <a:pt x="2312" y="3285"/>
                </a:lnTo>
                <a:lnTo>
                  <a:pt x="2409" y="3358"/>
                </a:lnTo>
                <a:lnTo>
                  <a:pt x="2555" y="3480"/>
                </a:lnTo>
                <a:lnTo>
                  <a:pt x="2726" y="3577"/>
                </a:lnTo>
                <a:lnTo>
                  <a:pt x="2531" y="3796"/>
                </a:lnTo>
                <a:lnTo>
                  <a:pt x="2117" y="3553"/>
                </a:lnTo>
                <a:lnTo>
                  <a:pt x="1971" y="3504"/>
                </a:lnTo>
                <a:lnTo>
                  <a:pt x="2263" y="3188"/>
                </a:lnTo>
                <a:close/>
                <a:moveTo>
                  <a:pt x="14284" y="3334"/>
                </a:moveTo>
                <a:lnTo>
                  <a:pt x="14478" y="3577"/>
                </a:lnTo>
                <a:lnTo>
                  <a:pt x="14624" y="3820"/>
                </a:lnTo>
                <a:lnTo>
                  <a:pt x="14478" y="3869"/>
                </a:lnTo>
                <a:lnTo>
                  <a:pt x="14356" y="3918"/>
                </a:lnTo>
                <a:lnTo>
                  <a:pt x="14235" y="3966"/>
                </a:lnTo>
                <a:lnTo>
                  <a:pt x="14113" y="4039"/>
                </a:lnTo>
                <a:lnTo>
                  <a:pt x="13773" y="3577"/>
                </a:lnTo>
                <a:lnTo>
                  <a:pt x="13894" y="3528"/>
                </a:lnTo>
                <a:lnTo>
                  <a:pt x="13992" y="3480"/>
                </a:lnTo>
                <a:lnTo>
                  <a:pt x="14186" y="3382"/>
                </a:lnTo>
                <a:lnTo>
                  <a:pt x="14284" y="3334"/>
                </a:lnTo>
                <a:close/>
                <a:moveTo>
                  <a:pt x="1825" y="3699"/>
                </a:moveTo>
                <a:lnTo>
                  <a:pt x="2020" y="3845"/>
                </a:lnTo>
                <a:lnTo>
                  <a:pt x="2312" y="4064"/>
                </a:lnTo>
                <a:lnTo>
                  <a:pt x="2069" y="4453"/>
                </a:lnTo>
                <a:lnTo>
                  <a:pt x="1850" y="4307"/>
                </a:lnTo>
                <a:lnTo>
                  <a:pt x="1533" y="4112"/>
                </a:lnTo>
                <a:lnTo>
                  <a:pt x="1825" y="3699"/>
                </a:lnTo>
                <a:close/>
                <a:moveTo>
                  <a:pt x="14794" y="4112"/>
                </a:moveTo>
                <a:lnTo>
                  <a:pt x="14965" y="4453"/>
                </a:lnTo>
                <a:lnTo>
                  <a:pt x="14794" y="4526"/>
                </a:lnTo>
                <a:lnTo>
                  <a:pt x="14648" y="4599"/>
                </a:lnTo>
                <a:lnTo>
                  <a:pt x="14478" y="4696"/>
                </a:lnTo>
                <a:lnTo>
                  <a:pt x="14308" y="4356"/>
                </a:lnTo>
                <a:lnTo>
                  <a:pt x="14551" y="4258"/>
                </a:lnTo>
                <a:lnTo>
                  <a:pt x="14673" y="4210"/>
                </a:lnTo>
                <a:lnTo>
                  <a:pt x="14794" y="4112"/>
                </a:lnTo>
                <a:close/>
                <a:moveTo>
                  <a:pt x="1412" y="4331"/>
                </a:moveTo>
                <a:lnTo>
                  <a:pt x="1485" y="4429"/>
                </a:lnTo>
                <a:lnTo>
                  <a:pt x="1606" y="4526"/>
                </a:lnTo>
                <a:lnTo>
                  <a:pt x="1752" y="4648"/>
                </a:lnTo>
                <a:lnTo>
                  <a:pt x="1898" y="4745"/>
                </a:lnTo>
                <a:lnTo>
                  <a:pt x="1825" y="4867"/>
                </a:lnTo>
                <a:lnTo>
                  <a:pt x="1533" y="4745"/>
                </a:lnTo>
                <a:lnTo>
                  <a:pt x="1387" y="4696"/>
                </a:lnTo>
                <a:lnTo>
                  <a:pt x="1241" y="4696"/>
                </a:lnTo>
                <a:lnTo>
                  <a:pt x="1412" y="4331"/>
                </a:lnTo>
                <a:close/>
                <a:moveTo>
                  <a:pt x="15062" y="4745"/>
                </a:moveTo>
                <a:lnTo>
                  <a:pt x="15208" y="5183"/>
                </a:lnTo>
                <a:lnTo>
                  <a:pt x="15135" y="5183"/>
                </a:lnTo>
                <a:lnTo>
                  <a:pt x="15038" y="5207"/>
                </a:lnTo>
                <a:lnTo>
                  <a:pt x="14843" y="5256"/>
                </a:lnTo>
                <a:lnTo>
                  <a:pt x="14746" y="5305"/>
                </a:lnTo>
                <a:lnTo>
                  <a:pt x="14600" y="4891"/>
                </a:lnTo>
                <a:lnTo>
                  <a:pt x="14770" y="4842"/>
                </a:lnTo>
                <a:lnTo>
                  <a:pt x="14916" y="4794"/>
                </a:lnTo>
                <a:lnTo>
                  <a:pt x="15062" y="4745"/>
                </a:lnTo>
                <a:close/>
                <a:moveTo>
                  <a:pt x="1168" y="4794"/>
                </a:moveTo>
                <a:lnTo>
                  <a:pt x="1412" y="5013"/>
                </a:lnTo>
                <a:lnTo>
                  <a:pt x="1558" y="5086"/>
                </a:lnTo>
                <a:lnTo>
                  <a:pt x="1704" y="5159"/>
                </a:lnTo>
                <a:lnTo>
                  <a:pt x="1558" y="5524"/>
                </a:lnTo>
                <a:lnTo>
                  <a:pt x="1509" y="5475"/>
                </a:lnTo>
                <a:lnTo>
                  <a:pt x="1314" y="5402"/>
                </a:lnTo>
                <a:lnTo>
                  <a:pt x="1144" y="5353"/>
                </a:lnTo>
                <a:lnTo>
                  <a:pt x="974" y="5329"/>
                </a:lnTo>
                <a:lnTo>
                  <a:pt x="1168" y="4794"/>
                </a:lnTo>
                <a:close/>
                <a:moveTo>
                  <a:pt x="15305" y="5499"/>
                </a:moveTo>
                <a:lnTo>
                  <a:pt x="15403" y="5986"/>
                </a:lnTo>
                <a:lnTo>
                  <a:pt x="15184" y="6035"/>
                </a:lnTo>
                <a:lnTo>
                  <a:pt x="14965" y="6083"/>
                </a:lnTo>
                <a:lnTo>
                  <a:pt x="14916" y="5791"/>
                </a:lnTo>
                <a:lnTo>
                  <a:pt x="14867" y="5621"/>
                </a:lnTo>
                <a:lnTo>
                  <a:pt x="14940" y="5597"/>
                </a:lnTo>
                <a:lnTo>
                  <a:pt x="15111" y="5548"/>
                </a:lnTo>
                <a:lnTo>
                  <a:pt x="15305" y="5499"/>
                </a:lnTo>
                <a:close/>
                <a:moveTo>
                  <a:pt x="876" y="5572"/>
                </a:moveTo>
                <a:lnTo>
                  <a:pt x="1022" y="5645"/>
                </a:lnTo>
                <a:lnTo>
                  <a:pt x="1193" y="5718"/>
                </a:lnTo>
                <a:lnTo>
                  <a:pt x="1387" y="5767"/>
                </a:lnTo>
                <a:lnTo>
                  <a:pt x="1436" y="5791"/>
                </a:lnTo>
                <a:lnTo>
                  <a:pt x="1485" y="5767"/>
                </a:lnTo>
                <a:lnTo>
                  <a:pt x="1387" y="6229"/>
                </a:lnTo>
                <a:lnTo>
                  <a:pt x="1314" y="6156"/>
                </a:lnTo>
                <a:lnTo>
                  <a:pt x="1217" y="6108"/>
                </a:lnTo>
                <a:lnTo>
                  <a:pt x="1022" y="6059"/>
                </a:lnTo>
                <a:lnTo>
                  <a:pt x="876" y="6035"/>
                </a:lnTo>
                <a:lnTo>
                  <a:pt x="730" y="6059"/>
                </a:lnTo>
                <a:lnTo>
                  <a:pt x="876" y="5572"/>
                </a:lnTo>
                <a:close/>
                <a:moveTo>
                  <a:pt x="15476" y="6327"/>
                </a:moveTo>
                <a:lnTo>
                  <a:pt x="15549" y="6643"/>
                </a:lnTo>
                <a:lnTo>
                  <a:pt x="15354" y="6643"/>
                </a:lnTo>
                <a:lnTo>
                  <a:pt x="15086" y="6692"/>
                </a:lnTo>
                <a:lnTo>
                  <a:pt x="15038" y="6375"/>
                </a:lnTo>
                <a:lnTo>
                  <a:pt x="15086" y="6375"/>
                </a:lnTo>
                <a:lnTo>
                  <a:pt x="15476" y="6327"/>
                </a:lnTo>
                <a:close/>
                <a:moveTo>
                  <a:pt x="682" y="6278"/>
                </a:moveTo>
                <a:lnTo>
                  <a:pt x="779" y="6351"/>
                </a:lnTo>
                <a:lnTo>
                  <a:pt x="901" y="6375"/>
                </a:lnTo>
                <a:lnTo>
                  <a:pt x="1071" y="6448"/>
                </a:lnTo>
                <a:lnTo>
                  <a:pt x="1168" y="6497"/>
                </a:lnTo>
                <a:lnTo>
                  <a:pt x="1290" y="6497"/>
                </a:lnTo>
                <a:lnTo>
                  <a:pt x="1339" y="6473"/>
                </a:lnTo>
                <a:lnTo>
                  <a:pt x="1290" y="6716"/>
                </a:lnTo>
                <a:lnTo>
                  <a:pt x="1217" y="6667"/>
                </a:lnTo>
                <a:lnTo>
                  <a:pt x="925" y="6619"/>
                </a:lnTo>
                <a:lnTo>
                  <a:pt x="755" y="6594"/>
                </a:lnTo>
                <a:lnTo>
                  <a:pt x="609" y="6619"/>
                </a:lnTo>
                <a:lnTo>
                  <a:pt x="609" y="6619"/>
                </a:lnTo>
                <a:lnTo>
                  <a:pt x="682" y="6278"/>
                </a:lnTo>
                <a:close/>
                <a:moveTo>
                  <a:pt x="15622" y="6959"/>
                </a:moveTo>
                <a:lnTo>
                  <a:pt x="15670" y="7178"/>
                </a:lnTo>
                <a:lnTo>
                  <a:pt x="15695" y="7349"/>
                </a:lnTo>
                <a:lnTo>
                  <a:pt x="15184" y="7349"/>
                </a:lnTo>
                <a:lnTo>
                  <a:pt x="15135" y="6959"/>
                </a:lnTo>
                <a:close/>
                <a:moveTo>
                  <a:pt x="560" y="6813"/>
                </a:moveTo>
                <a:lnTo>
                  <a:pt x="706" y="6886"/>
                </a:lnTo>
                <a:lnTo>
                  <a:pt x="828" y="6935"/>
                </a:lnTo>
                <a:lnTo>
                  <a:pt x="1120" y="7032"/>
                </a:lnTo>
                <a:lnTo>
                  <a:pt x="1193" y="7032"/>
                </a:lnTo>
                <a:lnTo>
                  <a:pt x="1266" y="7008"/>
                </a:lnTo>
                <a:lnTo>
                  <a:pt x="1193" y="7495"/>
                </a:lnTo>
                <a:lnTo>
                  <a:pt x="1095" y="7446"/>
                </a:lnTo>
                <a:lnTo>
                  <a:pt x="998" y="7422"/>
                </a:lnTo>
                <a:lnTo>
                  <a:pt x="657" y="7349"/>
                </a:lnTo>
                <a:lnTo>
                  <a:pt x="511" y="7300"/>
                </a:lnTo>
                <a:lnTo>
                  <a:pt x="560" y="6813"/>
                </a:lnTo>
                <a:close/>
                <a:moveTo>
                  <a:pt x="15208" y="7665"/>
                </a:moveTo>
                <a:lnTo>
                  <a:pt x="15403" y="7689"/>
                </a:lnTo>
                <a:lnTo>
                  <a:pt x="15695" y="7714"/>
                </a:lnTo>
                <a:lnTo>
                  <a:pt x="15695" y="7981"/>
                </a:lnTo>
                <a:lnTo>
                  <a:pt x="15573" y="7957"/>
                </a:lnTo>
                <a:lnTo>
                  <a:pt x="15451" y="7957"/>
                </a:lnTo>
                <a:lnTo>
                  <a:pt x="15330" y="7981"/>
                </a:lnTo>
                <a:lnTo>
                  <a:pt x="15232" y="8030"/>
                </a:lnTo>
                <a:lnTo>
                  <a:pt x="15208" y="7665"/>
                </a:lnTo>
                <a:close/>
                <a:moveTo>
                  <a:pt x="463" y="7641"/>
                </a:moveTo>
                <a:lnTo>
                  <a:pt x="633" y="7714"/>
                </a:lnTo>
                <a:lnTo>
                  <a:pt x="828" y="7762"/>
                </a:lnTo>
                <a:lnTo>
                  <a:pt x="998" y="7787"/>
                </a:lnTo>
                <a:lnTo>
                  <a:pt x="1071" y="7787"/>
                </a:lnTo>
                <a:lnTo>
                  <a:pt x="1144" y="7762"/>
                </a:lnTo>
                <a:lnTo>
                  <a:pt x="1071" y="8127"/>
                </a:lnTo>
                <a:lnTo>
                  <a:pt x="1022" y="8103"/>
                </a:lnTo>
                <a:lnTo>
                  <a:pt x="706" y="8103"/>
                </a:lnTo>
                <a:lnTo>
                  <a:pt x="584" y="8127"/>
                </a:lnTo>
                <a:lnTo>
                  <a:pt x="438" y="8176"/>
                </a:lnTo>
                <a:lnTo>
                  <a:pt x="463" y="7787"/>
                </a:lnTo>
                <a:lnTo>
                  <a:pt x="463" y="7641"/>
                </a:lnTo>
                <a:close/>
                <a:moveTo>
                  <a:pt x="15232" y="8176"/>
                </a:moveTo>
                <a:lnTo>
                  <a:pt x="15403" y="8249"/>
                </a:lnTo>
                <a:lnTo>
                  <a:pt x="15719" y="8346"/>
                </a:lnTo>
                <a:lnTo>
                  <a:pt x="15719" y="8517"/>
                </a:lnTo>
                <a:lnTo>
                  <a:pt x="15719" y="8687"/>
                </a:lnTo>
                <a:lnTo>
                  <a:pt x="15524" y="8638"/>
                </a:lnTo>
                <a:lnTo>
                  <a:pt x="15378" y="8590"/>
                </a:lnTo>
                <a:lnTo>
                  <a:pt x="15208" y="8565"/>
                </a:lnTo>
                <a:lnTo>
                  <a:pt x="15232" y="8371"/>
                </a:lnTo>
                <a:lnTo>
                  <a:pt x="15232" y="8176"/>
                </a:lnTo>
                <a:close/>
                <a:moveTo>
                  <a:pt x="438" y="8395"/>
                </a:moveTo>
                <a:lnTo>
                  <a:pt x="584" y="8444"/>
                </a:lnTo>
                <a:lnTo>
                  <a:pt x="706" y="8444"/>
                </a:lnTo>
                <a:lnTo>
                  <a:pt x="974" y="8419"/>
                </a:lnTo>
                <a:lnTo>
                  <a:pt x="1022" y="8419"/>
                </a:lnTo>
                <a:lnTo>
                  <a:pt x="1022" y="8468"/>
                </a:lnTo>
                <a:lnTo>
                  <a:pt x="998" y="8736"/>
                </a:lnTo>
                <a:lnTo>
                  <a:pt x="974" y="8979"/>
                </a:lnTo>
                <a:lnTo>
                  <a:pt x="925" y="9003"/>
                </a:lnTo>
                <a:lnTo>
                  <a:pt x="706" y="9028"/>
                </a:lnTo>
                <a:lnTo>
                  <a:pt x="584" y="9028"/>
                </a:lnTo>
                <a:lnTo>
                  <a:pt x="463" y="9076"/>
                </a:lnTo>
                <a:lnTo>
                  <a:pt x="438" y="8395"/>
                </a:lnTo>
                <a:close/>
                <a:moveTo>
                  <a:pt x="15111" y="8882"/>
                </a:moveTo>
                <a:lnTo>
                  <a:pt x="15305" y="8955"/>
                </a:lnTo>
                <a:lnTo>
                  <a:pt x="15476" y="9028"/>
                </a:lnTo>
                <a:lnTo>
                  <a:pt x="15597" y="9076"/>
                </a:lnTo>
                <a:lnTo>
                  <a:pt x="15719" y="9101"/>
                </a:lnTo>
                <a:lnTo>
                  <a:pt x="15816" y="9149"/>
                </a:lnTo>
                <a:lnTo>
                  <a:pt x="15792" y="9587"/>
                </a:lnTo>
                <a:lnTo>
                  <a:pt x="15670" y="9490"/>
                </a:lnTo>
                <a:lnTo>
                  <a:pt x="15500" y="9417"/>
                </a:lnTo>
                <a:lnTo>
                  <a:pt x="15378" y="9368"/>
                </a:lnTo>
                <a:lnTo>
                  <a:pt x="15232" y="9320"/>
                </a:lnTo>
                <a:lnTo>
                  <a:pt x="15111" y="9320"/>
                </a:lnTo>
                <a:lnTo>
                  <a:pt x="15062" y="9344"/>
                </a:lnTo>
                <a:lnTo>
                  <a:pt x="15086" y="8930"/>
                </a:lnTo>
                <a:lnTo>
                  <a:pt x="15111" y="8882"/>
                </a:lnTo>
                <a:close/>
                <a:moveTo>
                  <a:pt x="998" y="9368"/>
                </a:moveTo>
                <a:lnTo>
                  <a:pt x="1047" y="9757"/>
                </a:lnTo>
                <a:lnTo>
                  <a:pt x="803" y="9806"/>
                </a:lnTo>
                <a:lnTo>
                  <a:pt x="706" y="9830"/>
                </a:lnTo>
                <a:lnTo>
                  <a:pt x="609" y="9903"/>
                </a:lnTo>
                <a:lnTo>
                  <a:pt x="584" y="9903"/>
                </a:lnTo>
                <a:lnTo>
                  <a:pt x="511" y="9368"/>
                </a:lnTo>
                <a:close/>
                <a:moveTo>
                  <a:pt x="15013" y="9563"/>
                </a:moveTo>
                <a:lnTo>
                  <a:pt x="15111" y="9636"/>
                </a:lnTo>
                <a:lnTo>
                  <a:pt x="15232" y="9709"/>
                </a:lnTo>
                <a:lnTo>
                  <a:pt x="15451" y="9855"/>
                </a:lnTo>
                <a:lnTo>
                  <a:pt x="15670" y="10025"/>
                </a:lnTo>
                <a:lnTo>
                  <a:pt x="15719" y="10049"/>
                </a:lnTo>
                <a:lnTo>
                  <a:pt x="15646" y="10366"/>
                </a:lnTo>
                <a:lnTo>
                  <a:pt x="15524" y="10317"/>
                </a:lnTo>
                <a:lnTo>
                  <a:pt x="15281" y="10147"/>
                </a:lnTo>
                <a:lnTo>
                  <a:pt x="15111" y="10025"/>
                </a:lnTo>
                <a:lnTo>
                  <a:pt x="14940" y="9928"/>
                </a:lnTo>
                <a:lnTo>
                  <a:pt x="15013" y="9563"/>
                </a:lnTo>
                <a:close/>
                <a:moveTo>
                  <a:pt x="8176" y="3650"/>
                </a:moveTo>
                <a:lnTo>
                  <a:pt x="8127" y="3674"/>
                </a:lnTo>
                <a:lnTo>
                  <a:pt x="8054" y="3723"/>
                </a:lnTo>
                <a:lnTo>
                  <a:pt x="8006" y="3772"/>
                </a:lnTo>
                <a:lnTo>
                  <a:pt x="7957" y="3845"/>
                </a:lnTo>
                <a:lnTo>
                  <a:pt x="7933" y="3918"/>
                </a:lnTo>
                <a:lnTo>
                  <a:pt x="7908" y="4575"/>
                </a:lnTo>
                <a:lnTo>
                  <a:pt x="7908" y="5232"/>
                </a:lnTo>
                <a:lnTo>
                  <a:pt x="7981" y="6570"/>
                </a:lnTo>
                <a:lnTo>
                  <a:pt x="7981" y="7032"/>
                </a:lnTo>
                <a:lnTo>
                  <a:pt x="7981" y="7470"/>
                </a:lnTo>
                <a:lnTo>
                  <a:pt x="7957" y="7933"/>
                </a:lnTo>
                <a:lnTo>
                  <a:pt x="7957" y="8395"/>
                </a:lnTo>
                <a:lnTo>
                  <a:pt x="7981" y="8468"/>
                </a:lnTo>
                <a:lnTo>
                  <a:pt x="8006" y="8541"/>
                </a:lnTo>
                <a:lnTo>
                  <a:pt x="8030" y="8590"/>
                </a:lnTo>
                <a:lnTo>
                  <a:pt x="8079" y="8614"/>
                </a:lnTo>
                <a:lnTo>
                  <a:pt x="8103" y="8736"/>
                </a:lnTo>
                <a:lnTo>
                  <a:pt x="8152" y="8857"/>
                </a:lnTo>
                <a:lnTo>
                  <a:pt x="8200" y="8979"/>
                </a:lnTo>
                <a:lnTo>
                  <a:pt x="8273" y="9076"/>
                </a:lnTo>
                <a:lnTo>
                  <a:pt x="8444" y="9271"/>
                </a:lnTo>
                <a:lnTo>
                  <a:pt x="8614" y="9441"/>
                </a:lnTo>
                <a:lnTo>
                  <a:pt x="9174" y="9952"/>
                </a:lnTo>
                <a:lnTo>
                  <a:pt x="9733" y="10463"/>
                </a:lnTo>
                <a:lnTo>
                  <a:pt x="9806" y="10512"/>
                </a:lnTo>
                <a:lnTo>
                  <a:pt x="9855" y="10536"/>
                </a:lnTo>
                <a:lnTo>
                  <a:pt x="10001" y="10536"/>
                </a:lnTo>
                <a:lnTo>
                  <a:pt x="10147" y="10512"/>
                </a:lnTo>
                <a:lnTo>
                  <a:pt x="10244" y="10439"/>
                </a:lnTo>
                <a:lnTo>
                  <a:pt x="10317" y="10317"/>
                </a:lnTo>
                <a:lnTo>
                  <a:pt x="10342" y="10195"/>
                </a:lnTo>
                <a:lnTo>
                  <a:pt x="10342" y="10147"/>
                </a:lnTo>
                <a:lnTo>
                  <a:pt x="10317" y="10074"/>
                </a:lnTo>
                <a:lnTo>
                  <a:pt x="10293" y="10025"/>
                </a:lnTo>
                <a:lnTo>
                  <a:pt x="10220" y="9952"/>
                </a:lnTo>
                <a:lnTo>
                  <a:pt x="9758" y="9539"/>
                </a:lnTo>
                <a:lnTo>
                  <a:pt x="9295" y="9125"/>
                </a:lnTo>
                <a:lnTo>
                  <a:pt x="8906" y="8784"/>
                </a:lnTo>
                <a:lnTo>
                  <a:pt x="8736" y="8590"/>
                </a:lnTo>
                <a:lnTo>
                  <a:pt x="8590" y="8395"/>
                </a:lnTo>
                <a:lnTo>
                  <a:pt x="8517" y="8298"/>
                </a:lnTo>
                <a:lnTo>
                  <a:pt x="8541" y="7762"/>
                </a:lnTo>
                <a:lnTo>
                  <a:pt x="8541" y="7203"/>
                </a:lnTo>
                <a:lnTo>
                  <a:pt x="8541" y="6667"/>
                </a:lnTo>
                <a:lnTo>
                  <a:pt x="8517" y="6108"/>
                </a:lnTo>
                <a:lnTo>
                  <a:pt x="8444" y="5013"/>
                </a:lnTo>
                <a:lnTo>
                  <a:pt x="8419" y="4477"/>
                </a:lnTo>
                <a:lnTo>
                  <a:pt x="8419" y="3918"/>
                </a:lnTo>
                <a:lnTo>
                  <a:pt x="8419" y="3845"/>
                </a:lnTo>
                <a:lnTo>
                  <a:pt x="8395" y="3796"/>
                </a:lnTo>
                <a:lnTo>
                  <a:pt x="8371" y="3747"/>
                </a:lnTo>
                <a:lnTo>
                  <a:pt x="8298" y="3699"/>
                </a:lnTo>
                <a:lnTo>
                  <a:pt x="8249" y="3674"/>
                </a:lnTo>
                <a:lnTo>
                  <a:pt x="8200" y="3650"/>
                </a:lnTo>
                <a:close/>
                <a:moveTo>
                  <a:pt x="633" y="10074"/>
                </a:moveTo>
                <a:lnTo>
                  <a:pt x="730" y="10122"/>
                </a:lnTo>
                <a:lnTo>
                  <a:pt x="876" y="10147"/>
                </a:lnTo>
                <a:lnTo>
                  <a:pt x="998" y="10147"/>
                </a:lnTo>
                <a:lnTo>
                  <a:pt x="1144" y="10122"/>
                </a:lnTo>
                <a:lnTo>
                  <a:pt x="1266" y="10487"/>
                </a:lnTo>
                <a:lnTo>
                  <a:pt x="1047" y="10585"/>
                </a:lnTo>
                <a:lnTo>
                  <a:pt x="925" y="10609"/>
                </a:lnTo>
                <a:lnTo>
                  <a:pt x="779" y="10682"/>
                </a:lnTo>
                <a:lnTo>
                  <a:pt x="706" y="10366"/>
                </a:lnTo>
                <a:lnTo>
                  <a:pt x="633" y="10074"/>
                </a:lnTo>
                <a:close/>
                <a:moveTo>
                  <a:pt x="14867" y="10244"/>
                </a:moveTo>
                <a:lnTo>
                  <a:pt x="14989" y="10366"/>
                </a:lnTo>
                <a:lnTo>
                  <a:pt x="15111" y="10463"/>
                </a:lnTo>
                <a:lnTo>
                  <a:pt x="15232" y="10560"/>
                </a:lnTo>
                <a:lnTo>
                  <a:pt x="15378" y="10658"/>
                </a:lnTo>
                <a:lnTo>
                  <a:pt x="15549" y="10706"/>
                </a:lnTo>
                <a:lnTo>
                  <a:pt x="15403" y="11071"/>
                </a:lnTo>
                <a:lnTo>
                  <a:pt x="15111" y="10852"/>
                </a:lnTo>
                <a:lnTo>
                  <a:pt x="15013" y="10779"/>
                </a:lnTo>
                <a:lnTo>
                  <a:pt x="14892" y="10706"/>
                </a:lnTo>
                <a:lnTo>
                  <a:pt x="14843" y="10682"/>
                </a:lnTo>
                <a:lnTo>
                  <a:pt x="14794" y="10658"/>
                </a:lnTo>
                <a:lnTo>
                  <a:pt x="14770" y="10658"/>
                </a:lnTo>
                <a:lnTo>
                  <a:pt x="14867" y="10244"/>
                </a:lnTo>
                <a:close/>
                <a:moveTo>
                  <a:pt x="1412" y="10852"/>
                </a:moveTo>
                <a:lnTo>
                  <a:pt x="1558" y="11169"/>
                </a:lnTo>
                <a:lnTo>
                  <a:pt x="1363" y="11266"/>
                </a:lnTo>
                <a:lnTo>
                  <a:pt x="1241" y="11339"/>
                </a:lnTo>
                <a:lnTo>
                  <a:pt x="1168" y="11363"/>
                </a:lnTo>
                <a:lnTo>
                  <a:pt x="1095" y="11436"/>
                </a:lnTo>
                <a:lnTo>
                  <a:pt x="901" y="10950"/>
                </a:lnTo>
                <a:lnTo>
                  <a:pt x="1095" y="10925"/>
                </a:lnTo>
                <a:lnTo>
                  <a:pt x="1241" y="10901"/>
                </a:lnTo>
                <a:lnTo>
                  <a:pt x="1412" y="10852"/>
                </a:lnTo>
                <a:close/>
                <a:moveTo>
                  <a:pt x="14697" y="10877"/>
                </a:moveTo>
                <a:lnTo>
                  <a:pt x="14721" y="10901"/>
                </a:lnTo>
                <a:lnTo>
                  <a:pt x="14794" y="11023"/>
                </a:lnTo>
                <a:lnTo>
                  <a:pt x="14892" y="11144"/>
                </a:lnTo>
                <a:lnTo>
                  <a:pt x="15062" y="11290"/>
                </a:lnTo>
                <a:lnTo>
                  <a:pt x="15159" y="11363"/>
                </a:lnTo>
                <a:lnTo>
                  <a:pt x="15257" y="11412"/>
                </a:lnTo>
                <a:lnTo>
                  <a:pt x="15062" y="11874"/>
                </a:lnTo>
                <a:lnTo>
                  <a:pt x="15062" y="11850"/>
                </a:lnTo>
                <a:lnTo>
                  <a:pt x="14940" y="11753"/>
                </a:lnTo>
                <a:lnTo>
                  <a:pt x="14819" y="11607"/>
                </a:lnTo>
                <a:lnTo>
                  <a:pt x="14648" y="11509"/>
                </a:lnTo>
                <a:lnTo>
                  <a:pt x="14575" y="11461"/>
                </a:lnTo>
                <a:lnTo>
                  <a:pt x="14502" y="11461"/>
                </a:lnTo>
                <a:lnTo>
                  <a:pt x="14673" y="10998"/>
                </a:lnTo>
                <a:lnTo>
                  <a:pt x="14697" y="10877"/>
                </a:lnTo>
                <a:close/>
                <a:moveTo>
                  <a:pt x="1752" y="11509"/>
                </a:moveTo>
                <a:lnTo>
                  <a:pt x="1874" y="11704"/>
                </a:lnTo>
                <a:lnTo>
                  <a:pt x="1752" y="11826"/>
                </a:lnTo>
                <a:lnTo>
                  <a:pt x="1606" y="11972"/>
                </a:lnTo>
                <a:lnTo>
                  <a:pt x="1485" y="12142"/>
                </a:lnTo>
                <a:lnTo>
                  <a:pt x="1241" y="11680"/>
                </a:lnTo>
                <a:lnTo>
                  <a:pt x="1363" y="11655"/>
                </a:lnTo>
                <a:lnTo>
                  <a:pt x="1485" y="11607"/>
                </a:lnTo>
                <a:lnTo>
                  <a:pt x="1752" y="11509"/>
                </a:lnTo>
                <a:close/>
                <a:moveTo>
                  <a:pt x="14405" y="11607"/>
                </a:moveTo>
                <a:lnTo>
                  <a:pt x="14575" y="11801"/>
                </a:lnTo>
                <a:lnTo>
                  <a:pt x="14721" y="11947"/>
                </a:lnTo>
                <a:lnTo>
                  <a:pt x="14892" y="12093"/>
                </a:lnTo>
                <a:lnTo>
                  <a:pt x="14940" y="12118"/>
                </a:lnTo>
                <a:lnTo>
                  <a:pt x="14794" y="12361"/>
                </a:lnTo>
                <a:lnTo>
                  <a:pt x="14721" y="12288"/>
                </a:lnTo>
                <a:lnTo>
                  <a:pt x="14648" y="12215"/>
                </a:lnTo>
                <a:lnTo>
                  <a:pt x="14478" y="12118"/>
                </a:lnTo>
                <a:lnTo>
                  <a:pt x="14235" y="11947"/>
                </a:lnTo>
                <a:lnTo>
                  <a:pt x="14405" y="11607"/>
                </a:lnTo>
                <a:close/>
                <a:moveTo>
                  <a:pt x="2069" y="11996"/>
                </a:moveTo>
                <a:lnTo>
                  <a:pt x="2263" y="12288"/>
                </a:lnTo>
                <a:lnTo>
                  <a:pt x="2117" y="12410"/>
                </a:lnTo>
                <a:lnTo>
                  <a:pt x="1996" y="12556"/>
                </a:lnTo>
                <a:lnTo>
                  <a:pt x="1947" y="12653"/>
                </a:lnTo>
                <a:lnTo>
                  <a:pt x="1898" y="12750"/>
                </a:lnTo>
                <a:lnTo>
                  <a:pt x="1631" y="12361"/>
                </a:lnTo>
                <a:lnTo>
                  <a:pt x="1825" y="12215"/>
                </a:lnTo>
                <a:lnTo>
                  <a:pt x="1996" y="12069"/>
                </a:lnTo>
                <a:lnTo>
                  <a:pt x="2069" y="11996"/>
                </a:lnTo>
                <a:close/>
                <a:moveTo>
                  <a:pt x="14065" y="12239"/>
                </a:moveTo>
                <a:lnTo>
                  <a:pt x="14186" y="12361"/>
                </a:lnTo>
                <a:lnTo>
                  <a:pt x="14405" y="12507"/>
                </a:lnTo>
                <a:lnTo>
                  <a:pt x="14502" y="12580"/>
                </a:lnTo>
                <a:lnTo>
                  <a:pt x="14624" y="12629"/>
                </a:lnTo>
                <a:lnTo>
                  <a:pt x="14381" y="12969"/>
                </a:lnTo>
                <a:lnTo>
                  <a:pt x="14332" y="12872"/>
                </a:lnTo>
                <a:lnTo>
                  <a:pt x="14259" y="12799"/>
                </a:lnTo>
                <a:lnTo>
                  <a:pt x="14113" y="12677"/>
                </a:lnTo>
                <a:lnTo>
                  <a:pt x="13919" y="12483"/>
                </a:lnTo>
                <a:lnTo>
                  <a:pt x="14065" y="12239"/>
                </a:lnTo>
                <a:close/>
                <a:moveTo>
                  <a:pt x="2531" y="12604"/>
                </a:moveTo>
                <a:lnTo>
                  <a:pt x="2726" y="12848"/>
                </a:lnTo>
                <a:lnTo>
                  <a:pt x="2458" y="13237"/>
                </a:lnTo>
                <a:lnTo>
                  <a:pt x="2361" y="13359"/>
                </a:lnTo>
                <a:lnTo>
                  <a:pt x="2044" y="12921"/>
                </a:lnTo>
                <a:lnTo>
                  <a:pt x="2142" y="12896"/>
                </a:lnTo>
                <a:lnTo>
                  <a:pt x="2239" y="12848"/>
                </a:lnTo>
                <a:lnTo>
                  <a:pt x="2385" y="12726"/>
                </a:lnTo>
                <a:lnTo>
                  <a:pt x="2531" y="12604"/>
                </a:lnTo>
                <a:close/>
                <a:moveTo>
                  <a:pt x="13773" y="12702"/>
                </a:moveTo>
                <a:lnTo>
                  <a:pt x="13797" y="12726"/>
                </a:lnTo>
                <a:lnTo>
                  <a:pt x="13992" y="12945"/>
                </a:lnTo>
                <a:lnTo>
                  <a:pt x="14089" y="13042"/>
                </a:lnTo>
                <a:lnTo>
                  <a:pt x="14162" y="13164"/>
                </a:lnTo>
                <a:lnTo>
                  <a:pt x="14211" y="13213"/>
                </a:lnTo>
                <a:lnTo>
                  <a:pt x="13967" y="13505"/>
                </a:lnTo>
                <a:lnTo>
                  <a:pt x="13821" y="13310"/>
                </a:lnTo>
                <a:lnTo>
                  <a:pt x="13675" y="13115"/>
                </a:lnTo>
                <a:lnTo>
                  <a:pt x="13529" y="13018"/>
                </a:lnTo>
                <a:lnTo>
                  <a:pt x="13773" y="12702"/>
                </a:lnTo>
                <a:close/>
                <a:moveTo>
                  <a:pt x="2993" y="13164"/>
                </a:moveTo>
                <a:lnTo>
                  <a:pt x="3188" y="13383"/>
                </a:lnTo>
                <a:lnTo>
                  <a:pt x="3164" y="13456"/>
                </a:lnTo>
                <a:lnTo>
                  <a:pt x="2969" y="13651"/>
                </a:lnTo>
                <a:lnTo>
                  <a:pt x="2896" y="13748"/>
                </a:lnTo>
                <a:lnTo>
                  <a:pt x="2823" y="13845"/>
                </a:lnTo>
                <a:lnTo>
                  <a:pt x="2726" y="13772"/>
                </a:lnTo>
                <a:lnTo>
                  <a:pt x="2580" y="13578"/>
                </a:lnTo>
                <a:lnTo>
                  <a:pt x="2653" y="13529"/>
                </a:lnTo>
                <a:lnTo>
                  <a:pt x="2726" y="13456"/>
                </a:lnTo>
                <a:lnTo>
                  <a:pt x="2993" y="13164"/>
                </a:lnTo>
                <a:close/>
                <a:moveTo>
                  <a:pt x="13383" y="13188"/>
                </a:moveTo>
                <a:lnTo>
                  <a:pt x="13456" y="13334"/>
                </a:lnTo>
                <a:lnTo>
                  <a:pt x="13724" y="13748"/>
                </a:lnTo>
                <a:lnTo>
                  <a:pt x="13578" y="13918"/>
                </a:lnTo>
                <a:lnTo>
                  <a:pt x="13456" y="14040"/>
                </a:lnTo>
                <a:lnTo>
                  <a:pt x="13335" y="13821"/>
                </a:lnTo>
                <a:lnTo>
                  <a:pt x="13213" y="13602"/>
                </a:lnTo>
                <a:lnTo>
                  <a:pt x="13116" y="13480"/>
                </a:lnTo>
                <a:lnTo>
                  <a:pt x="13237" y="13334"/>
                </a:lnTo>
                <a:lnTo>
                  <a:pt x="13383" y="13188"/>
                </a:lnTo>
                <a:close/>
                <a:moveTo>
                  <a:pt x="3456" y="13651"/>
                </a:moveTo>
                <a:lnTo>
                  <a:pt x="3796" y="13991"/>
                </a:lnTo>
                <a:lnTo>
                  <a:pt x="3650" y="14089"/>
                </a:lnTo>
                <a:lnTo>
                  <a:pt x="3504" y="14186"/>
                </a:lnTo>
                <a:lnTo>
                  <a:pt x="3407" y="14259"/>
                </a:lnTo>
                <a:lnTo>
                  <a:pt x="3334" y="14332"/>
                </a:lnTo>
                <a:lnTo>
                  <a:pt x="3042" y="14089"/>
                </a:lnTo>
                <a:lnTo>
                  <a:pt x="3164" y="13967"/>
                </a:lnTo>
                <a:lnTo>
                  <a:pt x="3237" y="13894"/>
                </a:lnTo>
                <a:lnTo>
                  <a:pt x="3334" y="13797"/>
                </a:lnTo>
                <a:lnTo>
                  <a:pt x="3456" y="13651"/>
                </a:lnTo>
                <a:close/>
                <a:moveTo>
                  <a:pt x="12945" y="13651"/>
                </a:moveTo>
                <a:lnTo>
                  <a:pt x="12994" y="13748"/>
                </a:lnTo>
                <a:lnTo>
                  <a:pt x="13213" y="14210"/>
                </a:lnTo>
                <a:lnTo>
                  <a:pt x="13213" y="14235"/>
                </a:lnTo>
                <a:lnTo>
                  <a:pt x="13043" y="14381"/>
                </a:lnTo>
                <a:lnTo>
                  <a:pt x="12970" y="14210"/>
                </a:lnTo>
                <a:lnTo>
                  <a:pt x="12897" y="14040"/>
                </a:lnTo>
                <a:lnTo>
                  <a:pt x="12824" y="13918"/>
                </a:lnTo>
                <a:lnTo>
                  <a:pt x="12751" y="13821"/>
                </a:lnTo>
                <a:lnTo>
                  <a:pt x="12945" y="13651"/>
                </a:lnTo>
                <a:close/>
                <a:moveTo>
                  <a:pt x="3967" y="14162"/>
                </a:moveTo>
                <a:lnTo>
                  <a:pt x="4332" y="14454"/>
                </a:lnTo>
                <a:lnTo>
                  <a:pt x="4283" y="14502"/>
                </a:lnTo>
                <a:lnTo>
                  <a:pt x="4113" y="14648"/>
                </a:lnTo>
                <a:lnTo>
                  <a:pt x="4040" y="14721"/>
                </a:lnTo>
                <a:lnTo>
                  <a:pt x="3991" y="14794"/>
                </a:lnTo>
                <a:lnTo>
                  <a:pt x="3602" y="14551"/>
                </a:lnTo>
                <a:lnTo>
                  <a:pt x="3748" y="14429"/>
                </a:lnTo>
                <a:lnTo>
                  <a:pt x="3845" y="14308"/>
                </a:lnTo>
                <a:lnTo>
                  <a:pt x="3967" y="14162"/>
                </a:lnTo>
                <a:close/>
                <a:moveTo>
                  <a:pt x="12556" y="13991"/>
                </a:moveTo>
                <a:lnTo>
                  <a:pt x="12605" y="14113"/>
                </a:lnTo>
                <a:lnTo>
                  <a:pt x="12678" y="14332"/>
                </a:lnTo>
                <a:lnTo>
                  <a:pt x="12775" y="14551"/>
                </a:lnTo>
                <a:lnTo>
                  <a:pt x="12775" y="14600"/>
                </a:lnTo>
                <a:lnTo>
                  <a:pt x="12459" y="14819"/>
                </a:lnTo>
                <a:lnTo>
                  <a:pt x="12434" y="14673"/>
                </a:lnTo>
                <a:lnTo>
                  <a:pt x="12361" y="14527"/>
                </a:lnTo>
                <a:lnTo>
                  <a:pt x="12313" y="14381"/>
                </a:lnTo>
                <a:lnTo>
                  <a:pt x="12215" y="14235"/>
                </a:lnTo>
                <a:lnTo>
                  <a:pt x="12556" y="13991"/>
                </a:lnTo>
                <a:close/>
                <a:moveTo>
                  <a:pt x="8760" y="1509"/>
                </a:moveTo>
                <a:lnTo>
                  <a:pt x="9174" y="1557"/>
                </a:lnTo>
                <a:lnTo>
                  <a:pt x="9222" y="1582"/>
                </a:lnTo>
                <a:lnTo>
                  <a:pt x="9271" y="1606"/>
                </a:lnTo>
                <a:lnTo>
                  <a:pt x="9368" y="1582"/>
                </a:lnTo>
                <a:lnTo>
                  <a:pt x="10123" y="1728"/>
                </a:lnTo>
                <a:lnTo>
                  <a:pt x="10488" y="1825"/>
                </a:lnTo>
                <a:lnTo>
                  <a:pt x="10877" y="1947"/>
                </a:lnTo>
                <a:lnTo>
                  <a:pt x="11291" y="2117"/>
                </a:lnTo>
                <a:lnTo>
                  <a:pt x="11656" y="2287"/>
                </a:lnTo>
                <a:lnTo>
                  <a:pt x="11510" y="2385"/>
                </a:lnTo>
                <a:lnTo>
                  <a:pt x="11388" y="2531"/>
                </a:lnTo>
                <a:lnTo>
                  <a:pt x="11193" y="2823"/>
                </a:lnTo>
                <a:lnTo>
                  <a:pt x="10950" y="3066"/>
                </a:lnTo>
                <a:lnTo>
                  <a:pt x="10853" y="3212"/>
                </a:lnTo>
                <a:lnTo>
                  <a:pt x="10828" y="3285"/>
                </a:lnTo>
                <a:lnTo>
                  <a:pt x="10804" y="3358"/>
                </a:lnTo>
                <a:lnTo>
                  <a:pt x="10804" y="3407"/>
                </a:lnTo>
                <a:lnTo>
                  <a:pt x="10828" y="3431"/>
                </a:lnTo>
                <a:lnTo>
                  <a:pt x="10853" y="3480"/>
                </a:lnTo>
                <a:lnTo>
                  <a:pt x="10974" y="3480"/>
                </a:lnTo>
                <a:lnTo>
                  <a:pt x="11047" y="3455"/>
                </a:lnTo>
                <a:lnTo>
                  <a:pt x="11193" y="3358"/>
                </a:lnTo>
                <a:lnTo>
                  <a:pt x="11315" y="3261"/>
                </a:lnTo>
                <a:lnTo>
                  <a:pt x="11412" y="3139"/>
                </a:lnTo>
                <a:lnTo>
                  <a:pt x="11680" y="2871"/>
                </a:lnTo>
                <a:lnTo>
                  <a:pt x="11826" y="2725"/>
                </a:lnTo>
                <a:lnTo>
                  <a:pt x="11875" y="2628"/>
                </a:lnTo>
                <a:lnTo>
                  <a:pt x="11948" y="2555"/>
                </a:lnTo>
                <a:lnTo>
                  <a:pt x="11948" y="2458"/>
                </a:lnTo>
                <a:lnTo>
                  <a:pt x="12313" y="2701"/>
                </a:lnTo>
                <a:lnTo>
                  <a:pt x="12629" y="2969"/>
                </a:lnTo>
                <a:lnTo>
                  <a:pt x="12945" y="3261"/>
                </a:lnTo>
                <a:lnTo>
                  <a:pt x="13237" y="3601"/>
                </a:lnTo>
                <a:lnTo>
                  <a:pt x="13456" y="3869"/>
                </a:lnTo>
                <a:lnTo>
                  <a:pt x="13651" y="4137"/>
                </a:lnTo>
                <a:lnTo>
                  <a:pt x="13821" y="4429"/>
                </a:lnTo>
                <a:lnTo>
                  <a:pt x="13992" y="4745"/>
                </a:lnTo>
                <a:lnTo>
                  <a:pt x="13870" y="4745"/>
                </a:lnTo>
                <a:lnTo>
                  <a:pt x="13748" y="4794"/>
                </a:lnTo>
                <a:lnTo>
                  <a:pt x="13505" y="4940"/>
                </a:lnTo>
                <a:lnTo>
                  <a:pt x="13237" y="5134"/>
                </a:lnTo>
                <a:lnTo>
                  <a:pt x="13067" y="5207"/>
                </a:lnTo>
                <a:lnTo>
                  <a:pt x="12921" y="5305"/>
                </a:lnTo>
                <a:lnTo>
                  <a:pt x="12872" y="5378"/>
                </a:lnTo>
                <a:lnTo>
                  <a:pt x="12872" y="5451"/>
                </a:lnTo>
                <a:lnTo>
                  <a:pt x="12897" y="5524"/>
                </a:lnTo>
                <a:lnTo>
                  <a:pt x="12970" y="5597"/>
                </a:lnTo>
                <a:lnTo>
                  <a:pt x="13043" y="5621"/>
                </a:lnTo>
                <a:lnTo>
                  <a:pt x="13116" y="5645"/>
                </a:lnTo>
                <a:lnTo>
                  <a:pt x="13286" y="5645"/>
                </a:lnTo>
                <a:lnTo>
                  <a:pt x="13432" y="5572"/>
                </a:lnTo>
                <a:lnTo>
                  <a:pt x="13578" y="5499"/>
                </a:lnTo>
                <a:lnTo>
                  <a:pt x="13870" y="5329"/>
                </a:lnTo>
                <a:lnTo>
                  <a:pt x="14016" y="5256"/>
                </a:lnTo>
                <a:lnTo>
                  <a:pt x="14162" y="5207"/>
                </a:lnTo>
                <a:lnTo>
                  <a:pt x="14211" y="5159"/>
                </a:lnTo>
                <a:lnTo>
                  <a:pt x="14381" y="5621"/>
                </a:lnTo>
                <a:lnTo>
                  <a:pt x="14502" y="6059"/>
                </a:lnTo>
                <a:lnTo>
                  <a:pt x="14600" y="6448"/>
                </a:lnTo>
                <a:lnTo>
                  <a:pt x="14648" y="6862"/>
                </a:lnTo>
                <a:lnTo>
                  <a:pt x="14746" y="7665"/>
                </a:lnTo>
                <a:lnTo>
                  <a:pt x="14746" y="7860"/>
                </a:lnTo>
                <a:lnTo>
                  <a:pt x="14746" y="8054"/>
                </a:lnTo>
                <a:lnTo>
                  <a:pt x="14575" y="8030"/>
                </a:lnTo>
                <a:lnTo>
                  <a:pt x="14138" y="8030"/>
                </a:lnTo>
                <a:lnTo>
                  <a:pt x="14016" y="8054"/>
                </a:lnTo>
                <a:lnTo>
                  <a:pt x="13919" y="8079"/>
                </a:lnTo>
                <a:lnTo>
                  <a:pt x="13821" y="8127"/>
                </a:lnTo>
                <a:lnTo>
                  <a:pt x="13748" y="8200"/>
                </a:lnTo>
                <a:lnTo>
                  <a:pt x="13724" y="8273"/>
                </a:lnTo>
                <a:lnTo>
                  <a:pt x="13700" y="8322"/>
                </a:lnTo>
                <a:lnTo>
                  <a:pt x="13724" y="8346"/>
                </a:lnTo>
                <a:lnTo>
                  <a:pt x="13773" y="8419"/>
                </a:lnTo>
                <a:lnTo>
                  <a:pt x="13846" y="8444"/>
                </a:lnTo>
                <a:lnTo>
                  <a:pt x="13992" y="8492"/>
                </a:lnTo>
                <a:lnTo>
                  <a:pt x="14138" y="8517"/>
                </a:lnTo>
                <a:lnTo>
                  <a:pt x="14284" y="8517"/>
                </a:lnTo>
                <a:lnTo>
                  <a:pt x="14527" y="8565"/>
                </a:lnTo>
                <a:lnTo>
                  <a:pt x="14746" y="8614"/>
                </a:lnTo>
                <a:lnTo>
                  <a:pt x="14794" y="8809"/>
                </a:lnTo>
                <a:lnTo>
                  <a:pt x="14770" y="9052"/>
                </a:lnTo>
                <a:lnTo>
                  <a:pt x="14697" y="9441"/>
                </a:lnTo>
                <a:lnTo>
                  <a:pt x="14600" y="9806"/>
                </a:lnTo>
                <a:lnTo>
                  <a:pt x="14356" y="10560"/>
                </a:lnTo>
                <a:lnTo>
                  <a:pt x="14186" y="11023"/>
                </a:lnTo>
                <a:lnTo>
                  <a:pt x="13992" y="11461"/>
                </a:lnTo>
                <a:lnTo>
                  <a:pt x="13821" y="11363"/>
                </a:lnTo>
                <a:lnTo>
                  <a:pt x="13651" y="11290"/>
                </a:lnTo>
                <a:lnTo>
                  <a:pt x="13456" y="11169"/>
                </a:lnTo>
                <a:lnTo>
                  <a:pt x="13335" y="11096"/>
                </a:lnTo>
                <a:lnTo>
                  <a:pt x="13237" y="11047"/>
                </a:lnTo>
                <a:lnTo>
                  <a:pt x="13164" y="11047"/>
                </a:lnTo>
                <a:lnTo>
                  <a:pt x="13091" y="11071"/>
                </a:lnTo>
                <a:lnTo>
                  <a:pt x="13043" y="11096"/>
                </a:lnTo>
                <a:lnTo>
                  <a:pt x="13018" y="11120"/>
                </a:lnTo>
                <a:lnTo>
                  <a:pt x="12994" y="11193"/>
                </a:lnTo>
                <a:lnTo>
                  <a:pt x="12970" y="11242"/>
                </a:lnTo>
                <a:lnTo>
                  <a:pt x="12970" y="11315"/>
                </a:lnTo>
                <a:lnTo>
                  <a:pt x="12994" y="11363"/>
                </a:lnTo>
                <a:lnTo>
                  <a:pt x="13067" y="11461"/>
                </a:lnTo>
                <a:lnTo>
                  <a:pt x="13164" y="11558"/>
                </a:lnTo>
                <a:lnTo>
                  <a:pt x="13383" y="11680"/>
                </a:lnTo>
                <a:lnTo>
                  <a:pt x="13554" y="11801"/>
                </a:lnTo>
                <a:lnTo>
                  <a:pt x="13651" y="11850"/>
                </a:lnTo>
                <a:lnTo>
                  <a:pt x="13748" y="11899"/>
                </a:lnTo>
                <a:lnTo>
                  <a:pt x="13578" y="12191"/>
                </a:lnTo>
                <a:lnTo>
                  <a:pt x="13359" y="12483"/>
                </a:lnTo>
                <a:lnTo>
                  <a:pt x="13164" y="12750"/>
                </a:lnTo>
                <a:lnTo>
                  <a:pt x="12921" y="13018"/>
                </a:lnTo>
                <a:lnTo>
                  <a:pt x="12629" y="13334"/>
                </a:lnTo>
                <a:lnTo>
                  <a:pt x="12337" y="13602"/>
                </a:lnTo>
                <a:lnTo>
                  <a:pt x="11996" y="13845"/>
                </a:lnTo>
                <a:lnTo>
                  <a:pt x="11656" y="14064"/>
                </a:lnTo>
                <a:lnTo>
                  <a:pt x="11558" y="13845"/>
                </a:lnTo>
                <a:lnTo>
                  <a:pt x="11437" y="13626"/>
                </a:lnTo>
                <a:lnTo>
                  <a:pt x="11266" y="13383"/>
                </a:lnTo>
                <a:lnTo>
                  <a:pt x="11169" y="13261"/>
                </a:lnTo>
                <a:lnTo>
                  <a:pt x="11047" y="13188"/>
                </a:lnTo>
                <a:lnTo>
                  <a:pt x="10974" y="13188"/>
                </a:lnTo>
                <a:lnTo>
                  <a:pt x="10926" y="13261"/>
                </a:lnTo>
                <a:lnTo>
                  <a:pt x="10901" y="13334"/>
                </a:lnTo>
                <a:lnTo>
                  <a:pt x="10901" y="13383"/>
                </a:lnTo>
                <a:lnTo>
                  <a:pt x="10926" y="13529"/>
                </a:lnTo>
                <a:lnTo>
                  <a:pt x="11047" y="13772"/>
                </a:lnTo>
                <a:lnTo>
                  <a:pt x="11266" y="14259"/>
                </a:lnTo>
                <a:lnTo>
                  <a:pt x="10926" y="14405"/>
                </a:lnTo>
                <a:lnTo>
                  <a:pt x="10561" y="14502"/>
                </a:lnTo>
                <a:lnTo>
                  <a:pt x="10220" y="14575"/>
                </a:lnTo>
                <a:lnTo>
                  <a:pt x="9879" y="14624"/>
                </a:lnTo>
                <a:lnTo>
                  <a:pt x="9198" y="14721"/>
                </a:lnTo>
                <a:lnTo>
                  <a:pt x="8857" y="14794"/>
                </a:lnTo>
                <a:lnTo>
                  <a:pt x="8663" y="14819"/>
                </a:lnTo>
                <a:lnTo>
                  <a:pt x="8517" y="14892"/>
                </a:lnTo>
                <a:lnTo>
                  <a:pt x="8249" y="14892"/>
                </a:lnTo>
                <a:lnTo>
                  <a:pt x="8249" y="14673"/>
                </a:lnTo>
                <a:lnTo>
                  <a:pt x="8273" y="14429"/>
                </a:lnTo>
                <a:lnTo>
                  <a:pt x="8273" y="14308"/>
                </a:lnTo>
                <a:lnTo>
                  <a:pt x="8249" y="14186"/>
                </a:lnTo>
                <a:lnTo>
                  <a:pt x="8225" y="14089"/>
                </a:lnTo>
                <a:lnTo>
                  <a:pt x="8152" y="13991"/>
                </a:lnTo>
                <a:lnTo>
                  <a:pt x="8127" y="13967"/>
                </a:lnTo>
                <a:lnTo>
                  <a:pt x="8030" y="13967"/>
                </a:lnTo>
                <a:lnTo>
                  <a:pt x="8006" y="13991"/>
                </a:lnTo>
                <a:lnTo>
                  <a:pt x="7933" y="14113"/>
                </a:lnTo>
                <a:lnTo>
                  <a:pt x="7884" y="14235"/>
                </a:lnTo>
                <a:lnTo>
                  <a:pt x="7860" y="14478"/>
                </a:lnTo>
                <a:lnTo>
                  <a:pt x="7835" y="14697"/>
                </a:lnTo>
                <a:lnTo>
                  <a:pt x="7860" y="14916"/>
                </a:lnTo>
                <a:lnTo>
                  <a:pt x="7373" y="14916"/>
                </a:lnTo>
                <a:lnTo>
                  <a:pt x="6911" y="14892"/>
                </a:lnTo>
                <a:lnTo>
                  <a:pt x="6448" y="14819"/>
                </a:lnTo>
                <a:lnTo>
                  <a:pt x="5986" y="14746"/>
                </a:lnTo>
                <a:lnTo>
                  <a:pt x="5694" y="14673"/>
                </a:lnTo>
                <a:lnTo>
                  <a:pt x="5402" y="14551"/>
                </a:lnTo>
                <a:lnTo>
                  <a:pt x="5135" y="14429"/>
                </a:lnTo>
                <a:lnTo>
                  <a:pt x="4891" y="14283"/>
                </a:lnTo>
                <a:lnTo>
                  <a:pt x="4940" y="14210"/>
                </a:lnTo>
                <a:lnTo>
                  <a:pt x="5208" y="13748"/>
                </a:lnTo>
                <a:lnTo>
                  <a:pt x="5329" y="13480"/>
                </a:lnTo>
                <a:lnTo>
                  <a:pt x="5378" y="13359"/>
                </a:lnTo>
                <a:lnTo>
                  <a:pt x="5402" y="13213"/>
                </a:lnTo>
                <a:lnTo>
                  <a:pt x="5402" y="13164"/>
                </a:lnTo>
                <a:lnTo>
                  <a:pt x="5378" y="13140"/>
                </a:lnTo>
                <a:lnTo>
                  <a:pt x="5305" y="13091"/>
                </a:lnTo>
                <a:lnTo>
                  <a:pt x="5232" y="13067"/>
                </a:lnTo>
                <a:lnTo>
                  <a:pt x="5135" y="13115"/>
                </a:lnTo>
                <a:lnTo>
                  <a:pt x="5062" y="13188"/>
                </a:lnTo>
                <a:lnTo>
                  <a:pt x="4989" y="13286"/>
                </a:lnTo>
                <a:lnTo>
                  <a:pt x="4867" y="13505"/>
                </a:lnTo>
                <a:lnTo>
                  <a:pt x="4575" y="13991"/>
                </a:lnTo>
                <a:lnTo>
                  <a:pt x="4551" y="14040"/>
                </a:lnTo>
                <a:lnTo>
                  <a:pt x="4137" y="13675"/>
                </a:lnTo>
                <a:lnTo>
                  <a:pt x="3748" y="13286"/>
                </a:lnTo>
                <a:lnTo>
                  <a:pt x="3407" y="12921"/>
                </a:lnTo>
                <a:lnTo>
                  <a:pt x="3091" y="12556"/>
                </a:lnTo>
                <a:lnTo>
                  <a:pt x="2799" y="12191"/>
                </a:lnTo>
                <a:lnTo>
                  <a:pt x="2531" y="11801"/>
                </a:lnTo>
                <a:lnTo>
                  <a:pt x="2774" y="11704"/>
                </a:lnTo>
                <a:lnTo>
                  <a:pt x="3042" y="11582"/>
                </a:lnTo>
                <a:lnTo>
                  <a:pt x="3285" y="11436"/>
                </a:lnTo>
                <a:lnTo>
                  <a:pt x="3358" y="11363"/>
                </a:lnTo>
                <a:lnTo>
                  <a:pt x="3358" y="11290"/>
                </a:lnTo>
                <a:lnTo>
                  <a:pt x="3334" y="11217"/>
                </a:lnTo>
                <a:lnTo>
                  <a:pt x="3310" y="11144"/>
                </a:lnTo>
                <a:lnTo>
                  <a:pt x="3237" y="11096"/>
                </a:lnTo>
                <a:lnTo>
                  <a:pt x="3164" y="11071"/>
                </a:lnTo>
                <a:lnTo>
                  <a:pt x="3066" y="11071"/>
                </a:lnTo>
                <a:lnTo>
                  <a:pt x="2993" y="11120"/>
                </a:lnTo>
                <a:lnTo>
                  <a:pt x="2799" y="11266"/>
                </a:lnTo>
                <a:lnTo>
                  <a:pt x="2580" y="11363"/>
                </a:lnTo>
                <a:lnTo>
                  <a:pt x="2312" y="11461"/>
                </a:lnTo>
                <a:lnTo>
                  <a:pt x="2117" y="11144"/>
                </a:lnTo>
                <a:lnTo>
                  <a:pt x="1947" y="10828"/>
                </a:lnTo>
                <a:lnTo>
                  <a:pt x="1777" y="10487"/>
                </a:lnTo>
                <a:lnTo>
                  <a:pt x="1631" y="10122"/>
                </a:lnTo>
                <a:lnTo>
                  <a:pt x="1509" y="9782"/>
                </a:lnTo>
                <a:lnTo>
                  <a:pt x="1412" y="9393"/>
                </a:lnTo>
                <a:lnTo>
                  <a:pt x="1363" y="9198"/>
                </a:lnTo>
                <a:lnTo>
                  <a:pt x="1363" y="8979"/>
                </a:lnTo>
                <a:lnTo>
                  <a:pt x="1387" y="8565"/>
                </a:lnTo>
                <a:lnTo>
                  <a:pt x="1412" y="8492"/>
                </a:lnTo>
                <a:lnTo>
                  <a:pt x="1558" y="8517"/>
                </a:lnTo>
                <a:lnTo>
                  <a:pt x="2190" y="8517"/>
                </a:lnTo>
                <a:lnTo>
                  <a:pt x="2288" y="8492"/>
                </a:lnTo>
                <a:lnTo>
                  <a:pt x="2361" y="8444"/>
                </a:lnTo>
                <a:lnTo>
                  <a:pt x="2409" y="8371"/>
                </a:lnTo>
                <a:lnTo>
                  <a:pt x="2409" y="8298"/>
                </a:lnTo>
                <a:lnTo>
                  <a:pt x="2409" y="8200"/>
                </a:lnTo>
                <a:lnTo>
                  <a:pt x="2361" y="8127"/>
                </a:lnTo>
                <a:lnTo>
                  <a:pt x="2288" y="8079"/>
                </a:lnTo>
                <a:lnTo>
                  <a:pt x="2190" y="8054"/>
                </a:lnTo>
                <a:lnTo>
                  <a:pt x="1971" y="8054"/>
                </a:lnTo>
                <a:lnTo>
                  <a:pt x="1752" y="8079"/>
                </a:lnTo>
                <a:lnTo>
                  <a:pt x="1509" y="8103"/>
                </a:lnTo>
                <a:lnTo>
                  <a:pt x="1606" y="7446"/>
                </a:lnTo>
                <a:lnTo>
                  <a:pt x="1704" y="6789"/>
                </a:lnTo>
                <a:lnTo>
                  <a:pt x="1801" y="6132"/>
                </a:lnTo>
                <a:lnTo>
                  <a:pt x="1898" y="5816"/>
                </a:lnTo>
                <a:lnTo>
                  <a:pt x="1996" y="5499"/>
                </a:lnTo>
                <a:lnTo>
                  <a:pt x="2117" y="5159"/>
                </a:lnTo>
                <a:lnTo>
                  <a:pt x="2288" y="5305"/>
                </a:lnTo>
                <a:lnTo>
                  <a:pt x="2458" y="5426"/>
                </a:lnTo>
                <a:lnTo>
                  <a:pt x="2701" y="5597"/>
                </a:lnTo>
                <a:lnTo>
                  <a:pt x="2823" y="5645"/>
                </a:lnTo>
                <a:lnTo>
                  <a:pt x="2945" y="5694"/>
                </a:lnTo>
                <a:lnTo>
                  <a:pt x="3066" y="5694"/>
                </a:lnTo>
                <a:lnTo>
                  <a:pt x="3139" y="5670"/>
                </a:lnTo>
                <a:lnTo>
                  <a:pt x="3212" y="5597"/>
                </a:lnTo>
                <a:lnTo>
                  <a:pt x="3237" y="5524"/>
                </a:lnTo>
                <a:lnTo>
                  <a:pt x="3237" y="5451"/>
                </a:lnTo>
                <a:lnTo>
                  <a:pt x="3237" y="5353"/>
                </a:lnTo>
                <a:lnTo>
                  <a:pt x="3164" y="5280"/>
                </a:lnTo>
                <a:lnTo>
                  <a:pt x="3091" y="5232"/>
                </a:lnTo>
                <a:lnTo>
                  <a:pt x="2872" y="5134"/>
                </a:lnTo>
                <a:lnTo>
                  <a:pt x="2677" y="5037"/>
                </a:lnTo>
                <a:lnTo>
                  <a:pt x="2482" y="4915"/>
                </a:lnTo>
                <a:lnTo>
                  <a:pt x="2288" y="4842"/>
                </a:lnTo>
                <a:lnTo>
                  <a:pt x="2555" y="4429"/>
                </a:lnTo>
                <a:lnTo>
                  <a:pt x="2847" y="4039"/>
                </a:lnTo>
                <a:lnTo>
                  <a:pt x="3188" y="3674"/>
                </a:lnTo>
                <a:lnTo>
                  <a:pt x="3529" y="3334"/>
                </a:lnTo>
                <a:lnTo>
                  <a:pt x="3796" y="3090"/>
                </a:lnTo>
                <a:lnTo>
                  <a:pt x="4088" y="2896"/>
                </a:lnTo>
                <a:lnTo>
                  <a:pt x="4380" y="2701"/>
                </a:lnTo>
                <a:lnTo>
                  <a:pt x="4697" y="2506"/>
                </a:lnTo>
                <a:lnTo>
                  <a:pt x="4770" y="2677"/>
                </a:lnTo>
                <a:lnTo>
                  <a:pt x="4867" y="2847"/>
                </a:lnTo>
                <a:lnTo>
                  <a:pt x="4989" y="3090"/>
                </a:lnTo>
                <a:lnTo>
                  <a:pt x="5062" y="3188"/>
                </a:lnTo>
                <a:lnTo>
                  <a:pt x="5159" y="3285"/>
                </a:lnTo>
                <a:lnTo>
                  <a:pt x="5232" y="3334"/>
                </a:lnTo>
                <a:lnTo>
                  <a:pt x="5329" y="3334"/>
                </a:lnTo>
                <a:lnTo>
                  <a:pt x="5402" y="3309"/>
                </a:lnTo>
                <a:lnTo>
                  <a:pt x="5475" y="3261"/>
                </a:lnTo>
                <a:lnTo>
                  <a:pt x="5524" y="3188"/>
                </a:lnTo>
                <a:lnTo>
                  <a:pt x="5548" y="3115"/>
                </a:lnTo>
                <a:lnTo>
                  <a:pt x="5524" y="3042"/>
                </a:lnTo>
                <a:lnTo>
                  <a:pt x="5475" y="2969"/>
                </a:lnTo>
                <a:lnTo>
                  <a:pt x="5402" y="2920"/>
                </a:lnTo>
                <a:lnTo>
                  <a:pt x="5354" y="2847"/>
                </a:lnTo>
                <a:lnTo>
                  <a:pt x="5232" y="2677"/>
                </a:lnTo>
                <a:lnTo>
                  <a:pt x="5135" y="2506"/>
                </a:lnTo>
                <a:lnTo>
                  <a:pt x="5013" y="2360"/>
                </a:lnTo>
                <a:lnTo>
                  <a:pt x="5402" y="2166"/>
                </a:lnTo>
                <a:lnTo>
                  <a:pt x="5792" y="2020"/>
                </a:lnTo>
                <a:lnTo>
                  <a:pt x="6084" y="1922"/>
                </a:lnTo>
                <a:lnTo>
                  <a:pt x="6375" y="1849"/>
                </a:lnTo>
                <a:lnTo>
                  <a:pt x="6984" y="1728"/>
                </a:lnTo>
                <a:lnTo>
                  <a:pt x="7178" y="1703"/>
                </a:lnTo>
                <a:lnTo>
                  <a:pt x="7397" y="1679"/>
                </a:lnTo>
                <a:lnTo>
                  <a:pt x="7616" y="1679"/>
                </a:lnTo>
                <a:lnTo>
                  <a:pt x="7835" y="1655"/>
                </a:lnTo>
                <a:lnTo>
                  <a:pt x="7835" y="1825"/>
                </a:lnTo>
                <a:lnTo>
                  <a:pt x="7835" y="1995"/>
                </a:lnTo>
                <a:lnTo>
                  <a:pt x="7835" y="2287"/>
                </a:lnTo>
                <a:lnTo>
                  <a:pt x="7884" y="2579"/>
                </a:lnTo>
                <a:lnTo>
                  <a:pt x="7908" y="2652"/>
                </a:lnTo>
                <a:lnTo>
                  <a:pt x="7957" y="2701"/>
                </a:lnTo>
                <a:lnTo>
                  <a:pt x="8030" y="2725"/>
                </a:lnTo>
                <a:lnTo>
                  <a:pt x="8127" y="2750"/>
                </a:lnTo>
                <a:lnTo>
                  <a:pt x="8200" y="2725"/>
                </a:lnTo>
                <a:lnTo>
                  <a:pt x="8273" y="2677"/>
                </a:lnTo>
                <a:lnTo>
                  <a:pt x="8322" y="2604"/>
                </a:lnTo>
                <a:lnTo>
                  <a:pt x="8322" y="2506"/>
                </a:lnTo>
                <a:lnTo>
                  <a:pt x="8273" y="1995"/>
                </a:lnTo>
                <a:lnTo>
                  <a:pt x="8273" y="1776"/>
                </a:lnTo>
                <a:lnTo>
                  <a:pt x="8249" y="1655"/>
                </a:lnTo>
                <a:lnTo>
                  <a:pt x="8225" y="1533"/>
                </a:lnTo>
                <a:lnTo>
                  <a:pt x="8444" y="1509"/>
                </a:lnTo>
                <a:close/>
                <a:moveTo>
                  <a:pt x="4575" y="14624"/>
                </a:moveTo>
                <a:lnTo>
                  <a:pt x="4794" y="14746"/>
                </a:lnTo>
                <a:lnTo>
                  <a:pt x="4672" y="14892"/>
                </a:lnTo>
                <a:lnTo>
                  <a:pt x="4526" y="15086"/>
                </a:lnTo>
                <a:lnTo>
                  <a:pt x="4502" y="15135"/>
                </a:lnTo>
                <a:lnTo>
                  <a:pt x="4283" y="14989"/>
                </a:lnTo>
                <a:lnTo>
                  <a:pt x="4380" y="14867"/>
                </a:lnTo>
                <a:lnTo>
                  <a:pt x="4478" y="14746"/>
                </a:lnTo>
                <a:lnTo>
                  <a:pt x="4575" y="14624"/>
                </a:lnTo>
                <a:close/>
                <a:moveTo>
                  <a:pt x="11996" y="14405"/>
                </a:moveTo>
                <a:lnTo>
                  <a:pt x="12045" y="14575"/>
                </a:lnTo>
                <a:lnTo>
                  <a:pt x="12118" y="14770"/>
                </a:lnTo>
                <a:lnTo>
                  <a:pt x="12167" y="14940"/>
                </a:lnTo>
                <a:lnTo>
                  <a:pt x="12191" y="14989"/>
                </a:lnTo>
                <a:lnTo>
                  <a:pt x="11850" y="15184"/>
                </a:lnTo>
                <a:lnTo>
                  <a:pt x="11826" y="15086"/>
                </a:lnTo>
                <a:lnTo>
                  <a:pt x="11777" y="14989"/>
                </a:lnTo>
                <a:lnTo>
                  <a:pt x="11656" y="14819"/>
                </a:lnTo>
                <a:lnTo>
                  <a:pt x="11534" y="14648"/>
                </a:lnTo>
                <a:lnTo>
                  <a:pt x="11777" y="14527"/>
                </a:lnTo>
                <a:lnTo>
                  <a:pt x="11996" y="14405"/>
                </a:lnTo>
                <a:close/>
                <a:moveTo>
                  <a:pt x="11339" y="14746"/>
                </a:moveTo>
                <a:lnTo>
                  <a:pt x="11364" y="14892"/>
                </a:lnTo>
                <a:lnTo>
                  <a:pt x="11437" y="15111"/>
                </a:lnTo>
                <a:lnTo>
                  <a:pt x="11558" y="15330"/>
                </a:lnTo>
                <a:lnTo>
                  <a:pt x="11169" y="15500"/>
                </a:lnTo>
                <a:lnTo>
                  <a:pt x="11193" y="15451"/>
                </a:lnTo>
                <a:lnTo>
                  <a:pt x="11169" y="15378"/>
                </a:lnTo>
                <a:lnTo>
                  <a:pt x="10901" y="15086"/>
                </a:lnTo>
                <a:lnTo>
                  <a:pt x="10804" y="14916"/>
                </a:lnTo>
                <a:lnTo>
                  <a:pt x="11023" y="14843"/>
                </a:lnTo>
                <a:lnTo>
                  <a:pt x="11339" y="14746"/>
                </a:lnTo>
                <a:close/>
                <a:moveTo>
                  <a:pt x="5135" y="14916"/>
                </a:moveTo>
                <a:lnTo>
                  <a:pt x="5548" y="15086"/>
                </a:lnTo>
                <a:lnTo>
                  <a:pt x="5402" y="15232"/>
                </a:lnTo>
                <a:lnTo>
                  <a:pt x="5281" y="15403"/>
                </a:lnTo>
                <a:lnTo>
                  <a:pt x="5232" y="15500"/>
                </a:lnTo>
                <a:lnTo>
                  <a:pt x="5208" y="15573"/>
                </a:lnTo>
                <a:lnTo>
                  <a:pt x="5208" y="15646"/>
                </a:lnTo>
                <a:lnTo>
                  <a:pt x="5183" y="15646"/>
                </a:lnTo>
                <a:lnTo>
                  <a:pt x="5086" y="15597"/>
                </a:lnTo>
                <a:lnTo>
                  <a:pt x="4989" y="15549"/>
                </a:lnTo>
                <a:lnTo>
                  <a:pt x="4818" y="15427"/>
                </a:lnTo>
                <a:lnTo>
                  <a:pt x="4891" y="15305"/>
                </a:lnTo>
                <a:lnTo>
                  <a:pt x="4964" y="15208"/>
                </a:lnTo>
                <a:lnTo>
                  <a:pt x="5086" y="15013"/>
                </a:lnTo>
                <a:lnTo>
                  <a:pt x="5086" y="14965"/>
                </a:lnTo>
                <a:lnTo>
                  <a:pt x="5110" y="14965"/>
                </a:lnTo>
                <a:lnTo>
                  <a:pt x="5110" y="14940"/>
                </a:lnTo>
                <a:lnTo>
                  <a:pt x="5135" y="14916"/>
                </a:lnTo>
                <a:close/>
                <a:moveTo>
                  <a:pt x="10561" y="14965"/>
                </a:moveTo>
                <a:lnTo>
                  <a:pt x="10609" y="15135"/>
                </a:lnTo>
                <a:lnTo>
                  <a:pt x="10707" y="15305"/>
                </a:lnTo>
                <a:lnTo>
                  <a:pt x="10804" y="15451"/>
                </a:lnTo>
                <a:lnTo>
                  <a:pt x="10926" y="15573"/>
                </a:lnTo>
                <a:lnTo>
                  <a:pt x="10950" y="15597"/>
                </a:lnTo>
                <a:lnTo>
                  <a:pt x="10877" y="15622"/>
                </a:lnTo>
                <a:lnTo>
                  <a:pt x="10609" y="15719"/>
                </a:lnTo>
                <a:lnTo>
                  <a:pt x="10585" y="15670"/>
                </a:lnTo>
                <a:lnTo>
                  <a:pt x="10512" y="15476"/>
                </a:lnTo>
                <a:lnTo>
                  <a:pt x="10415" y="15305"/>
                </a:lnTo>
                <a:lnTo>
                  <a:pt x="10342" y="15184"/>
                </a:lnTo>
                <a:lnTo>
                  <a:pt x="10293" y="15038"/>
                </a:lnTo>
                <a:lnTo>
                  <a:pt x="10561" y="14965"/>
                </a:lnTo>
                <a:close/>
                <a:moveTo>
                  <a:pt x="5913" y="15184"/>
                </a:moveTo>
                <a:lnTo>
                  <a:pt x="6327" y="15257"/>
                </a:lnTo>
                <a:lnTo>
                  <a:pt x="6181" y="15403"/>
                </a:lnTo>
                <a:lnTo>
                  <a:pt x="6084" y="15500"/>
                </a:lnTo>
                <a:lnTo>
                  <a:pt x="5986" y="15597"/>
                </a:lnTo>
                <a:lnTo>
                  <a:pt x="5913" y="15743"/>
                </a:lnTo>
                <a:lnTo>
                  <a:pt x="5889" y="15792"/>
                </a:lnTo>
                <a:lnTo>
                  <a:pt x="5865" y="15865"/>
                </a:lnTo>
                <a:lnTo>
                  <a:pt x="5524" y="15768"/>
                </a:lnTo>
                <a:lnTo>
                  <a:pt x="5621" y="15622"/>
                </a:lnTo>
                <a:lnTo>
                  <a:pt x="5694" y="15476"/>
                </a:lnTo>
                <a:lnTo>
                  <a:pt x="5889" y="15208"/>
                </a:lnTo>
                <a:lnTo>
                  <a:pt x="5913" y="15184"/>
                </a:lnTo>
                <a:close/>
                <a:moveTo>
                  <a:pt x="10025" y="15062"/>
                </a:moveTo>
                <a:lnTo>
                  <a:pt x="10025" y="15159"/>
                </a:lnTo>
                <a:lnTo>
                  <a:pt x="10025" y="15232"/>
                </a:lnTo>
                <a:lnTo>
                  <a:pt x="10074" y="15427"/>
                </a:lnTo>
                <a:lnTo>
                  <a:pt x="10171" y="15597"/>
                </a:lnTo>
                <a:lnTo>
                  <a:pt x="10220" y="15768"/>
                </a:lnTo>
                <a:lnTo>
                  <a:pt x="10244" y="15816"/>
                </a:lnTo>
                <a:lnTo>
                  <a:pt x="9758" y="15914"/>
                </a:lnTo>
                <a:lnTo>
                  <a:pt x="9758" y="15841"/>
                </a:lnTo>
                <a:lnTo>
                  <a:pt x="9758" y="15743"/>
                </a:lnTo>
                <a:lnTo>
                  <a:pt x="9709" y="15597"/>
                </a:lnTo>
                <a:lnTo>
                  <a:pt x="9660" y="15354"/>
                </a:lnTo>
                <a:lnTo>
                  <a:pt x="9660" y="15135"/>
                </a:lnTo>
                <a:lnTo>
                  <a:pt x="10025" y="15062"/>
                </a:lnTo>
                <a:close/>
                <a:moveTo>
                  <a:pt x="9466" y="15135"/>
                </a:moveTo>
                <a:lnTo>
                  <a:pt x="9441" y="15257"/>
                </a:lnTo>
                <a:lnTo>
                  <a:pt x="9417" y="15354"/>
                </a:lnTo>
                <a:lnTo>
                  <a:pt x="9417" y="15549"/>
                </a:lnTo>
                <a:lnTo>
                  <a:pt x="9417" y="15768"/>
                </a:lnTo>
                <a:lnTo>
                  <a:pt x="9441" y="15889"/>
                </a:lnTo>
                <a:lnTo>
                  <a:pt x="9490" y="15987"/>
                </a:lnTo>
                <a:lnTo>
                  <a:pt x="9441" y="15987"/>
                </a:lnTo>
                <a:lnTo>
                  <a:pt x="9247" y="16011"/>
                </a:lnTo>
                <a:lnTo>
                  <a:pt x="9222" y="15889"/>
                </a:lnTo>
                <a:lnTo>
                  <a:pt x="9198" y="15768"/>
                </a:lnTo>
                <a:lnTo>
                  <a:pt x="9125" y="15451"/>
                </a:lnTo>
                <a:lnTo>
                  <a:pt x="9125" y="15354"/>
                </a:lnTo>
                <a:lnTo>
                  <a:pt x="9076" y="15208"/>
                </a:lnTo>
                <a:lnTo>
                  <a:pt x="9441" y="15159"/>
                </a:lnTo>
                <a:lnTo>
                  <a:pt x="9466" y="15135"/>
                </a:lnTo>
                <a:close/>
                <a:moveTo>
                  <a:pt x="6594" y="15305"/>
                </a:moveTo>
                <a:lnTo>
                  <a:pt x="7032" y="15354"/>
                </a:lnTo>
                <a:lnTo>
                  <a:pt x="6984" y="15476"/>
                </a:lnTo>
                <a:lnTo>
                  <a:pt x="6935" y="15573"/>
                </a:lnTo>
                <a:lnTo>
                  <a:pt x="6886" y="15743"/>
                </a:lnTo>
                <a:lnTo>
                  <a:pt x="6813" y="15889"/>
                </a:lnTo>
                <a:lnTo>
                  <a:pt x="6765" y="15962"/>
                </a:lnTo>
                <a:lnTo>
                  <a:pt x="6740" y="16060"/>
                </a:lnTo>
                <a:lnTo>
                  <a:pt x="6254" y="15962"/>
                </a:lnTo>
                <a:lnTo>
                  <a:pt x="6351" y="15816"/>
                </a:lnTo>
                <a:lnTo>
                  <a:pt x="6448" y="15646"/>
                </a:lnTo>
                <a:lnTo>
                  <a:pt x="6521" y="15500"/>
                </a:lnTo>
                <a:lnTo>
                  <a:pt x="6570" y="15403"/>
                </a:lnTo>
                <a:lnTo>
                  <a:pt x="6594" y="15305"/>
                </a:lnTo>
                <a:close/>
                <a:moveTo>
                  <a:pt x="8249" y="15354"/>
                </a:moveTo>
                <a:lnTo>
                  <a:pt x="8225" y="15476"/>
                </a:lnTo>
                <a:lnTo>
                  <a:pt x="8200" y="15573"/>
                </a:lnTo>
                <a:lnTo>
                  <a:pt x="8200" y="15695"/>
                </a:lnTo>
                <a:lnTo>
                  <a:pt x="8200" y="15816"/>
                </a:lnTo>
                <a:lnTo>
                  <a:pt x="8273" y="16035"/>
                </a:lnTo>
                <a:lnTo>
                  <a:pt x="8127" y="16060"/>
                </a:lnTo>
                <a:lnTo>
                  <a:pt x="8103" y="16011"/>
                </a:lnTo>
                <a:lnTo>
                  <a:pt x="8079" y="15962"/>
                </a:lnTo>
                <a:lnTo>
                  <a:pt x="8054" y="15938"/>
                </a:lnTo>
                <a:lnTo>
                  <a:pt x="8054" y="15914"/>
                </a:lnTo>
                <a:lnTo>
                  <a:pt x="8054" y="15695"/>
                </a:lnTo>
                <a:lnTo>
                  <a:pt x="8079" y="15476"/>
                </a:lnTo>
                <a:lnTo>
                  <a:pt x="8079" y="15354"/>
                </a:lnTo>
                <a:close/>
                <a:moveTo>
                  <a:pt x="8930" y="15232"/>
                </a:moveTo>
                <a:lnTo>
                  <a:pt x="8906" y="15305"/>
                </a:lnTo>
                <a:lnTo>
                  <a:pt x="8882" y="15403"/>
                </a:lnTo>
                <a:lnTo>
                  <a:pt x="8857" y="15573"/>
                </a:lnTo>
                <a:lnTo>
                  <a:pt x="8857" y="15816"/>
                </a:lnTo>
                <a:lnTo>
                  <a:pt x="8882" y="15938"/>
                </a:lnTo>
                <a:lnTo>
                  <a:pt x="8930" y="16060"/>
                </a:lnTo>
                <a:lnTo>
                  <a:pt x="8638" y="16084"/>
                </a:lnTo>
                <a:lnTo>
                  <a:pt x="8638" y="16035"/>
                </a:lnTo>
                <a:lnTo>
                  <a:pt x="8638" y="15987"/>
                </a:lnTo>
                <a:lnTo>
                  <a:pt x="8565" y="15816"/>
                </a:lnTo>
                <a:lnTo>
                  <a:pt x="8517" y="15622"/>
                </a:lnTo>
                <a:lnTo>
                  <a:pt x="8541" y="15476"/>
                </a:lnTo>
                <a:lnTo>
                  <a:pt x="8541" y="15330"/>
                </a:lnTo>
                <a:lnTo>
                  <a:pt x="8614" y="15305"/>
                </a:lnTo>
                <a:lnTo>
                  <a:pt x="8663" y="15257"/>
                </a:lnTo>
                <a:lnTo>
                  <a:pt x="8930" y="15232"/>
                </a:lnTo>
                <a:close/>
                <a:moveTo>
                  <a:pt x="7738" y="15378"/>
                </a:moveTo>
                <a:lnTo>
                  <a:pt x="7689" y="15646"/>
                </a:lnTo>
                <a:lnTo>
                  <a:pt x="7665" y="15914"/>
                </a:lnTo>
                <a:lnTo>
                  <a:pt x="7689" y="16011"/>
                </a:lnTo>
                <a:lnTo>
                  <a:pt x="7714" y="16108"/>
                </a:lnTo>
                <a:lnTo>
                  <a:pt x="7446" y="16133"/>
                </a:lnTo>
                <a:lnTo>
                  <a:pt x="7178" y="16108"/>
                </a:lnTo>
                <a:lnTo>
                  <a:pt x="7203" y="16060"/>
                </a:lnTo>
                <a:lnTo>
                  <a:pt x="7276" y="15865"/>
                </a:lnTo>
                <a:lnTo>
                  <a:pt x="7349" y="15622"/>
                </a:lnTo>
                <a:lnTo>
                  <a:pt x="7397" y="15378"/>
                </a:lnTo>
                <a:close/>
                <a:moveTo>
                  <a:pt x="8419" y="0"/>
                </a:moveTo>
                <a:lnTo>
                  <a:pt x="8006" y="25"/>
                </a:lnTo>
                <a:lnTo>
                  <a:pt x="7592" y="98"/>
                </a:lnTo>
                <a:lnTo>
                  <a:pt x="7349" y="73"/>
                </a:lnTo>
                <a:lnTo>
                  <a:pt x="7130" y="98"/>
                </a:lnTo>
                <a:lnTo>
                  <a:pt x="6886" y="122"/>
                </a:lnTo>
                <a:lnTo>
                  <a:pt x="6667" y="171"/>
                </a:lnTo>
                <a:lnTo>
                  <a:pt x="6205" y="292"/>
                </a:lnTo>
                <a:lnTo>
                  <a:pt x="5816" y="414"/>
                </a:lnTo>
                <a:lnTo>
                  <a:pt x="5451" y="536"/>
                </a:lnTo>
                <a:lnTo>
                  <a:pt x="5110" y="682"/>
                </a:lnTo>
                <a:lnTo>
                  <a:pt x="4794" y="828"/>
                </a:lnTo>
                <a:lnTo>
                  <a:pt x="4478" y="998"/>
                </a:lnTo>
                <a:lnTo>
                  <a:pt x="3845" y="1363"/>
                </a:lnTo>
                <a:lnTo>
                  <a:pt x="3237" y="1776"/>
                </a:lnTo>
                <a:lnTo>
                  <a:pt x="2872" y="2020"/>
                </a:lnTo>
                <a:lnTo>
                  <a:pt x="2531" y="2287"/>
                </a:lnTo>
                <a:lnTo>
                  <a:pt x="2215" y="2579"/>
                </a:lnTo>
                <a:lnTo>
                  <a:pt x="1923" y="2871"/>
                </a:lnTo>
                <a:lnTo>
                  <a:pt x="1631" y="3212"/>
                </a:lnTo>
                <a:lnTo>
                  <a:pt x="1387" y="3528"/>
                </a:lnTo>
                <a:lnTo>
                  <a:pt x="1144" y="3893"/>
                </a:lnTo>
                <a:lnTo>
                  <a:pt x="949" y="4283"/>
                </a:lnTo>
                <a:lnTo>
                  <a:pt x="755" y="4648"/>
                </a:lnTo>
                <a:lnTo>
                  <a:pt x="609" y="5037"/>
                </a:lnTo>
                <a:lnTo>
                  <a:pt x="463" y="5426"/>
                </a:lnTo>
                <a:lnTo>
                  <a:pt x="341" y="5840"/>
                </a:lnTo>
                <a:lnTo>
                  <a:pt x="244" y="6254"/>
                </a:lnTo>
                <a:lnTo>
                  <a:pt x="146" y="6643"/>
                </a:lnTo>
                <a:lnTo>
                  <a:pt x="98" y="7057"/>
                </a:lnTo>
                <a:lnTo>
                  <a:pt x="49" y="7470"/>
                </a:lnTo>
                <a:lnTo>
                  <a:pt x="0" y="7908"/>
                </a:lnTo>
                <a:lnTo>
                  <a:pt x="0" y="8346"/>
                </a:lnTo>
                <a:lnTo>
                  <a:pt x="0" y="8784"/>
                </a:lnTo>
                <a:lnTo>
                  <a:pt x="25" y="9198"/>
                </a:lnTo>
                <a:lnTo>
                  <a:pt x="98" y="9636"/>
                </a:lnTo>
                <a:lnTo>
                  <a:pt x="171" y="10049"/>
                </a:lnTo>
                <a:lnTo>
                  <a:pt x="268" y="10487"/>
                </a:lnTo>
                <a:lnTo>
                  <a:pt x="390" y="10901"/>
                </a:lnTo>
                <a:lnTo>
                  <a:pt x="560" y="11315"/>
                </a:lnTo>
                <a:lnTo>
                  <a:pt x="730" y="11728"/>
                </a:lnTo>
                <a:lnTo>
                  <a:pt x="949" y="12118"/>
                </a:lnTo>
                <a:lnTo>
                  <a:pt x="1193" y="12507"/>
                </a:lnTo>
                <a:lnTo>
                  <a:pt x="1436" y="12896"/>
                </a:lnTo>
                <a:lnTo>
                  <a:pt x="1704" y="13261"/>
                </a:lnTo>
                <a:lnTo>
                  <a:pt x="2263" y="13967"/>
                </a:lnTo>
                <a:lnTo>
                  <a:pt x="2580" y="14308"/>
                </a:lnTo>
                <a:lnTo>
                  <a:pt x="2896" y="14624"/>
                </a:lnTo>
                <a:lnTo>
                  <a:pt x="3261" y="14892"/>
                </a:lnTo>
                <a:lnTo>
                  <a:pt x="3626" y="15159"/>
                </a:lnTo>
                <a:lnTo>
                  <a:pt x="4015" y="15403"/>
                </a:lnTo>
                <a:lnTo>
                  <a:pt x="4210" y="15524"/>
                </a:lnTo>
                <a:lnTo>
                  <a:pt x="4405" y="15670"/>
                </a:lnTo>
                <a:lnTo>
                  <a:pt x="4648" y="15889"/>
                </a:lnTo>
                <a:lnTo>
                  <a:pt x="4770" y="15987"/>
                </a:lnTo>
                <a:lnTo>
                  <a:pt x="4916" y="16060"/>
                </a:lnTo>
                <a:lnTo>
                  <a:pt x="5329" y="16230"/>
                </a:lnTo>
                <a:lnTo>
                  <a:pt x="5767" y="16352"/>
                </a:lnTo>
                <a:lnTo>
                  <a:pt x="6205" y="16473"/>
                </a:lnTo>
                <a:lnTo>
                  <a:pt x="6643" y="16571"/>
                </a:lnTo>
                <a:lnTo>
                  <a:pt x="7081" y="16619"/>
                </a:lnTo>
                <a:lnTo>
                  <a:pt x="7543" y="16619"/>
                </a:lnTo>
                <a:lnTo>
                  <a:pt x="7981" y="16595"/>
                </a:lnTo>
                <a:lnTo>
                  <a:pt x="8419" y="16522"/>
                </a:lnTo>
                <a:lnTo>
                  <a:pt x="8492" y="16498"/>
                </a:lnTo>
                <a:lnTo>
                  <a:pt x="8541" y="16449"/>
                </a:lnTo>
                <a:lnTo>
                  <a:pt x="8760" y="16498"/>
                </a:lnTo>
                <a:lnTo>
                  <a:pt x="8979" y="16498"/>
                </a:lnTo>
                <a:lnTo>
                  <a:pt x="9417" y="16425"/>
                </a:lnTo>
                <a:lnTo>
                  <a:pt x="9855" y="16352"/>
                </a:lnTo>
                <a:lnTo>
                  <a:pt x="10293" y="16254"/>
                </a:lnTo>
                <a:lnTo>
                  <a:pt x="10707" y="16133"/>
                </a:lnTo>
                <a:lnTo>
                  <a:pt x="11120" y="15987"/>
                </a:lnTo>
                <a:lnTo>
                  <a:pt x="11510" y="15841"/>
                </a:lnTo>
                <a:lnTo>
                  <a:pt x="11875" y="15670"/>
                </a:lnTo>
                <a:lnTo>
                  <a:pt x="12240" y="15476"/>
                </a:lnTo>
                <a:lnTo>
                  <a:pt x="12605" y="15257"/>
                </a:lnTo>
                <a:lnTo>
                  <a:pt x="12945" y="15013"/>
                </a:lnTo>
                <a:lnTo>
                  <a:pt x="13262" y="14770"/>
                </a:lnTo>
                <a:lnTo>
                  <a:pt x="13578" y="14502"/>
                </a:lnTo>
                <a:lnTo>
                  <a:pt x="13870" y="14235"/>
                </a:lnTo>
                <a:lnTo>
                  <a:pt x="14186" y="13918"/>
                </a:lnTo>
                <a:lnTo>
                  <a:pt x="14454" y="13626"/>
                </a:lnTo>
                <a:lnTo>
                  <a:pt x="14697" y="13286"/>
                </a:lnTo>
                <a:lnTo>
                  <a:pt x="14940" y="12945"/>
                </a:lnTo>
                <a:lnTo>
                  <a:pt x="15159" y="12580"/>
                </a:lnTo>
                <a:lnTo>
                  <a:pt x="15354" y="12215"/>
                </a:lnTo>
                <a:lnTo>
                  <a:pt x="15549" y="11850"/>
                </a:lnTo>
                <a:lnTo>
                  <a:pt x="15719" y="11461"/>
                </a:lnTo>
                <a:lnTo>
                  <a:pt x="15865" y="11071"/>
                </a:lnTo>
                <a:lnTo>
                  <a:pt x="16011" y="10658"/>
                </a:lnTo>
                <a:lnTo>
                  <a:pt x="16108" y="10244"/>
                </a:lnTo>
                <a:lnTo>
                  <a:pt x="16206" y="9806"/>
                </a:lnTo>
                <a:lnTo>
                  <a:pt x="16254" y="9514"/>
                </a:lnTo>
                <a:lnTo>
                  <a:pt x="16279" y="9198"/>
                </a:lnTo>
                <a:lnTo>
                  <a:pt x="16279" y="9028"/>
                </a:lnTo>
                <a:lnTo>
                  <a:pt x="16279" y="8882"/>
                </a:lnTo>
                <a:lnTo>
                  <a:pt x="16230" y="8736"/>
                </a:lnTo>
                <a:lnTo>
                  <a:pt x="16157" y="8614"/>
                </a:lnTo>
                <a:lnTo>
                  <a:pt x="16157" y="8298"/>
                </a:lnTo>
                <a:lnTo>
                  <a:pt x="16157" y="8079"/>
                </a:lnTo>
                <a:lnTo>
                  <a:pt x="16157" y="7860"/>
                </a:lnTo>
                <a:lnTo>
                  <a:pt x="16157" y="7641"/>
                </a:lnTo>
                <a:lnTo>
                  <a:pt x="16157" y="7422"/>
                </a:lnTo>
                <a:lnTo>
                  <a:pt x="16084" y="6935"/>
                </a:lnTo>
                <a:lnTo>
                  <a:pt x="15962" y="6448"/>
                </a:lnTo>
                <a:lnTo>
                  <a:pt x="15841" y="5962"/>
                </a:lnTo>
                <a:lnTo>
                  <a:pt x="15743" y="5499"/>
                </a:lnTo>
                <a:lnTo>
                  <a:pt x="15622" y="5061"/>
                </a:lnTo>
                <a:lnTo>
                  <a:pt x="15500" y="4648"/>
                </a:lnTo>
                <a:lnTo>
                  <a:pt x="15330" y="4234"/>
                </a:lnTo>
                <a:lnTo>
                  <a:pt x="15135" y="3845"/>
                </a:lnTo>
                <a:lnTo>
                  <a:pt x="14892" y="3480"/>
                </a:lnTo>
                <a:lnTo>
                  <a:pt x="14648" y="3139"/>
                </a:lnTo>
                <a:lnTo>
                  <a:pt x="14356" y="2798"/>
                </a:lnTo>
                <a:lnTo>
                  <a:pt x="14065" y="2458"/>
                </a:lnTo>
                <a:lnTo>
                  <a:pt x="13724" y="2166"/>
                </a:lnTo>
                <a:lnTo>
                  <a:pt x="13359" y="1874"/>
                </a:lnTo>
                <a:lnTo>
                  <a:pt x="12970" y="1606"/>
                </a:lnTo>
                <a:lnTo>
                  <a:pt x="12556" y="1363"/>
                </a:lnTo>
                <a:lnTo>
                  <a:pt x="12142" y="1144"/>
                </a:lnTo>
                <a:lnTo>
                  <a:pt x="11729" y="925"/>
                </a:lnTo>
                <a:lnTo>
                  <a:pt x="10877" y="560"/>
                </a:lnTo>
                <a:lnTo>
                  <a:pt x="10488" y="414"/>
                </a:lnTo>
                <a:lnTo>
                  <a:pt x="10098" y="292"/>
                </a:lnTo>
                <a:lnTo>
                  <a:pt x="9685" y="171"/>
                </a:lnTo>
                <a:lnTo>
                  <a:pt x="9271" y="73"/>
                </a:lnTo>
                <a:lnTo>
                  <a:pt x="8833" y="25"/>
                </a:lnTo>
                <a:lnTo>
                  <a:pt x="84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idx="4294967295" type="ctrTitle"/>
          </p:nvPr>
        </p:nvSpPr>
        <p:spPr>
          <a:xfrm>
            <a:off x="1822500" y="2063410"/>
            <a:ext cx="5457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thanks!</a:t>
            </a:r>
            <a:endParaRPr b="0" i="0" sz="48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275080" y="2967990"/>
            <a:ext cx="6593840" cy="17360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Hope that was fun?</a:t>
            </a:r>
            <a:endParaRPr b="0" i="0" sz="2000" u="none" cap="none" strike="noStrike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799402" y="2912635"/>
            <a:ext cx="1442481" cy="102978"/>
          </a:xfrm>
          <a:custGeom>
            <a:rect b="b" l="l" r="r" t="t"/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179445" y="730250"/>
            <a:ext cx="2682240" cy="151193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2024-04-08T02:52:58Z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1033-11.1.0.10976</vt:lpwstr>
  </property>
  <property fmtid="{D5CDD505-2E9C-101B-9397-08002B2CF9AE}" pid="3" name="ICV">
    <vt:lpwstr>E7589C9059E74A239FC91468B77CB552</vt:lpwstr>
  </property>
</Properties>
</file>